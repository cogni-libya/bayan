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customXml/item1.xml" ContentType="application/xml"/>
  <Override PartName="/customXml/itemProps1.xml" ContentType="application/vnd.openxmlformats-officedocument.customXmlProperties+xml"/>
  <Override PartName="/customXml/item2.xml" ContentType="application/xml"/>
  <Override PartName="/customXml/_rels/item3.xml.rels" ContentType="application/vnd.openxmlformats-package.relationships+xml"/>
  <Override PartName="/customXml/_rels/item2.xml.rels" ContentType="application/vnd.openxmlformats-package.relationships+xml"/>
  <Override PartName="/customXml/_rels/item1.xml.rels" ContentType="application/vnd.openxmlformats-package.relationships+xml"/>
  <Override PartName="/customXml/itemProps2.xml" ContentType="application/vnd.openxmlformats-officedocument.customXmlProperties+xml"/>
  <Override PartName="/customXml/item3.xml" ContentType="application/xml"/>
  <Override PartName="/customXml/itemProps3.xml" ContentType="application/vnd.openxmlformats-officedocument.customXmlProperties+xml"/>
  <Override PartName="/ppt/presentation.xml" ContentType="application/vnd.openxmlformats-officedocument.presentationml.presentation.main+xml"/>
  <Override PartName="/ppt/slideMasters/_rels/slideMaster1.xml.rels" ContentType="application/vnd.openxmlformats-package.relationships+xml"/>
  <Override PartName="/ppt/slideMasters/slideMaster1.xml" ContentType="application/vnd.openxmlformats-officedocument.presentationml.slideMaster+xml"/>
  <Override PartName="/ppt/presProps.xml" ContentType="application/vnd.openxmlformats-officedocument.presentationml.presProps+xml"/>
  <Override PartName="/ppt/theme/theme1.xml" ContentType="application/vnd.openxmlformats-officedocument.theme+xml"/>
  <Override PartName="/ppt/theme/theme11.xml" ContentType="application/vnd.openxmlformats-officedocument.theme+xml"/>
  <Override PartName="/ppt/slideLayouts/_rels/slideLayout9.xml.rels" ContentType="application/vnd.openxmlformats-package.relationships+xml"/>
  <Override PartName="/ppt/slideLayouts/_rels/slideLayout8.xml.rels" ContentType="application/vnd.openxmlformats-package.relationships+xml"/>
  <Override PartName="/ppt/slideLayouts/_rels/slideLayout7.xml.rels" ContentType="application/vnd.openxmlformats-package.relationships+xml"/>
  <Override PartName="/ppt/slideLayouts/_rels/slideLayout6.xml.rels" ContentType="application/vnd.openxmlformats-package.relationships+xml"/>
  <Override PartName="/ppt/slideLayouts/_rels/slideLayout10.xml.rels" ContentType="application/vnd.openxmlformats-package.relationships+xml"/>
  <Override PartName="/ppt/slideLayouts/_rels/slideLayout2.xml.rels" ContentType="application/vnd.openxmlformats-package.relationships+xml"/>
  <Override PartName="/ppt/slideLayouts/_rels/slideLayout5.xml.rels" ContentType="application/vnd.openxmlformats-package.relationships+xml"/>
  <Override PartName="/ppt/slideLayouts/_rels/slideLayout4.xml.rels" ContentType="application/vnd.openxmlformats-package.relationships+xml"/>
  <Override PartName="/ppt/slideLayouts/_rels/slideLayout3.xml.rels" ContentType="application/vnd.openxmlformats-package.relationships+xml"/>
  <Override PartName="/ppt/slideLayouts/_rels/slideLayout1.xml.rels" ContentType="application/vnd.openxmlformats-package.relationship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10.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_rels/presentation.xml.rels" ContentType="application/vnd.openxmlformats-package.relationships+xml"/>
  <Override PartName="/ppt/media/image1.jpeg" ContentType="image/jpeg"/>
  <Override PartName="/ppt/media/image6.png" ContentType="image/png"/>
  <Override PartName="/ppt/media/image10.png" ContentType="image/png"/>
  <Override PartName="/ppt/media/image2.png" ContentType="image/png"/>
  <Override PartName="/ppt/media/image3.jpeg" ContentType="image/jpeg"/>
  <Override PartName="/ppt/media/image4.jpeg" ContentType="image/jpeg"/>
  <Override PartName="/ppt/media/image5.jpeg" ContentType="image/jpeg"/>
  <Override PartName="/ppt/media/image7.png" ContentType="image/png"/>
  <Override PartName="/ppt/media/image11.png" ContentType="image/png"/>
  <Override PartName="/ppt/media/image8.jpeg" ContentType="image/jpeg"/>
  <Override PartName="/ppt/media/image9.jpeg" ContentType="image/jpeg"/>
  <Override PartName="/ppt/media/image12.png" ContentType="image/png"/>
  <Override PartName="/ppt/media/image13.png" ContentType="image/png"/>
  <Override PartName="/ppt/notesMasters/_rels/notesMaster1.xml.rels" ContentType="application/vnd.openxmlformats-package.relationships+xml"/>
  <Override PartName="/ppt/notesMasters/notesMaster1.xml" ContentType="application/vnd.openxmlformats-officedocument.presentationml.notesMaster+xml"/>
  <Override PartName="/ppt/slides/_rels/slide5.xml.rels" ContentType="application/vnd.openxmlformats-package.relationships+xml"/>
  <Override PartName="/ppt/slides/_rels/slide21.xml.rels" ContentType="application/vnd.openxmlformats-package.relationships+xml"/>
  <Override PartName="/ppt/slides/_rels/slide19.xml.rels" ContentType="application/vnd.openxmlformats-package.relationships+xml"/>
  <Override PartName="/ppt/slides/_rels/slide4.xml.rels" ContentType="application/vnd.openxmlformats-package.relationships+xml"/>
  <Override PartName="/ppt/slides/_rels/slide20.xml.rels" ContentType="application/vnd.openxmlformats-package.relationships+xml"/>
  <Override PartName="/ppt/slides/_rels/slide18.xml.rels" ContentType="application/vnd.openxmlformats-package.relationships+xml"/>
  <Override PartName="/ppt/slides/_rels/slide3.xml.rels" ContentType="application/vnd.openxmlformats-package.relationships+xml"/>
  <Override PartName="/ppt/slides/_rels/slide17.xml.rels" ContentType="application/vnd.openxmlformats-package.relationships+xml"/>
  <Override PartName="/ppt/slides/_rels/slide13.xml.rels" ContentType="application/vnd.openxmlformats-package.relationships+xml"/>
  <Override PartName="/ppt/slides/_rels/slide12.xml.rels" ContentType="application/vnd.openxmlformats-package.relationships+xml"/>
  <Override PartName="/ppt/slides/_rels/slide9.xml.rels" ContentType="application/vnd.openxmlformats-package.relationships+xml"/>
  <Override PartName="/ppt/slides/_rels/slide11.xml.rels" ContentType="application/vnd.openxmlformats-package.relationships+xml"/>
  <Override PartName="/ppt/slides/_rels/slide8.xml.rels" ContentType="application/vnd.openxmlformats-package.relationships+xml"/>
  <Override PartName="/ppt/slides/_rels/slide10.xml.rels" ContentType="application/vnd.openxmlformats-package.relationships+xml"/>
  <Override PartName="/ppt/slides/_rels/slide7.xml.rels" ContentType="application/vnd.openxmlformats-package.relationships+xml"/>
  <Override PartName="/ppt/slides/_rels/slide6.xml.rels" ContentType="application/vnd.openxmlformats-package.relationships+xml"/>
  <Override PartName="/ppt/slides/_rels/slide14.xml.rels" ContentType="application/vnd.openxmlformats-package.relationships+xml"/>
  <Override PartName="/ppt/slides/_rels/slide15.xml.rels" ContentType="application/vnd.openxmlformats-package.relationships+xml"/>
  <Override PartName="/ppt/slides/_rels/slide1.xml.rels" ContentType="application/vnd.openxmlformats-package.relationships+xml"/>
  <Override PartName="/ppt/slides/_rels/slide16.xml.rels" ContentType="application/vnd.openxmlformats-package.relationships+xml"/>
  <Override PartName="/ppt/slides/_rels/slide2.xml.rels" ContentType="application/vnd.openxmlformats-package.relationships+xml"/>
  <Override PartName="/ppt/slides/slide13.xml" ContentType="application/vnd.openxmlformats-officedocument.presentationml.slide+xml"/>
  <Override PartName="/ppt/slides/slide12.xml" ContentType="application/vnd.openxmlformats-officedocument.presentationml.slide+xml"/>
  <Override PartName="/ppt/slides/slide9.xml" ContentType="application/vnd.openxmlformats-officedocument.presentationml.slide+xml"/>
  <Override PartName="/ppt/slides/slide11.xml" ContentType="application/vnd.openxmlformats-officedocument.presentationml.slide+xml"/>
  <Override PartName="/ppt/slides/slide8.xml" ContentType="application/vnd.openxmlformats-officedocument.presentationml.slide+xml"/>
  <Override PartName="/ppt/slides/slide10.xml" ContentType="application/vnd.openxmlformats-officedocument.presentationml.slide+xml"/>
  <Override PartName="/ppt/slides/slide7.xml" ContentType="application/vnd.openxmlformats-officedocument.presentationml.slide+xml"/>
  <Override PartName="/ppt/slides/slide6.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17.xml" ContentType="application/vnd.openxmlformats-officedocument.presentationml.slide+xml"/>
  <Override PartName="/ppt/slides/slide3.xml" ContentType="application/vnd.openxmlformats-officedocument.presentationml.slide+xml"/>
  <Override PartName="/ppt/slides/slide18.xml" ContentType="application/vnd.openxmlformats-officedocument.presentationml.slide+xml"/>
  <Override PartName="/ppt/slides/slide20.xml" ContentType="application/vnd.openxmlformats-officedocument.presentationml.slide+xml"/>
  <Override PartName="/ppt/slides/slide4.xml" ContentType="application/vnd.openxmlformats-officedocument.presentationml.slide+xml"/>
  <Override PartName="/ppt/slides/slide19.xml" ContentType="application/vnd.openxmlformats-officedocument.presentationml.slide+xml"/>
  <Override PartName="/ppt/slides/slide5.xml" ContentType="application/vnd.openxmlformats-officedocument.presentationml.slide+xml"/>
  <Override PartName="/ppt/slides/slide21.xml" ContentType="application/vnd.openxmlformats-officedocument.presentationml.slide+xml"/>
  <Override PartName="/ppt/notesSlides/_rels/notesSlide6.xml.rels" ContentType="application/vnd.openxmlformats-package.relationships+xml"/>
  <Override PartName="/ppt/notesSlides/_rels/notesSlide19.xml.rels" ContentType="application/vnd.openxmlformats-package.relationships+xml"/>
  <Override PartName="/ppt/notesSlides/_rels/notesSlide5.xml.rels" ContentType="application/vnd.openxmlformats-package.relationships+xml"/>
  <Override PartName="/ppt/notesSlides/_rels/notesSlide18.xml.rels" ContentType="application/vnd.openxmlformats-package.relationships+xml"/>
  <Override PartName="/ppt/notesSlides/_rels/notesSlide20.xml.rels" ContentType="application/vnd.openxmlformats-package.relationships+xml"/>
  <Override PartName="/ppt/notesSlides/_rels/notesSlide4.xml.rels" ContentType="application/vnd.openxmlformats-package.relationships+xml"/>
  <Override PartName="/ppt/notesSlides/_rels/notesSlide17.xml.rels" ContentType="application/vnd.openxmlformats-package.relationships+xml"/>
  <Override PartName="/ppt/notesSlides/_rels/notesSlide13.xml.rels" ContentType="application/vnd.openxmlformats-package.relationships+xml"/>
  <Override PartName="/ppt/notesSlides/_rels/notesSlide12.xml.rels" ContentType="application/vnd.openxmlformats-package.relationships+xml"/>
  <Override PartName="/ppt/notesSlides/_rels/notesSlide11.xml.rels" ContentType="application/vnd.openxmlformats-package.relationships+xml"/>
  <Override PartName="/ppt/notesSlides/_rels/notesSlide9.xml.rels" ContentType="application/vnd.openxmlformats-package.relationships+xml"/>
  <Override PartName="/ppt/notesSlides/_rels/notesSlide10.xml.rels" ContentType="application/vnd.openxmlformats-package.relationships+xml"/>
  <Override PartName="/ppt/notesSlides/_rels/notesSlide16.xml.rels" ContentType="application/vnd.openxmlformats-package.relationships+xml"/>
  <Override PartName="/ppt/notesSlides/_rels/notesSlide3.xml.rels" ContentType="application/vnd.openxmlformats-package.relationships+xml"/>
  <Override PartName="/ppt/notesSlides/_rels/notesSlide8.xml.rels" ContentType="application/vnd.openxmlformats-package.relationships+xml"/>
  <Override PartName="/ppt/notesSlides/_rels/notesSlide7.xml.rels" ContentType="application/vnd.openxmlformats-package.relationships+xml"/>
  <Override PartName="/ppt/notesSlides/_rels/notesSlide14.xml.rels" ContentType="application/vnd.openxmlformats-package.relationships+xml"/>
  <Override PartName="/ppt/notesSlides/_rels/notesSlide1.xml.rels" ContentType="application/vnd.openxmlformats-package.relationships+xml"/>
  <Override PartName="/ppt/notesSlides/_rels/notesSlide15.xml.rels" ContentType="application/vnd.openxmlformats-package.relationships+xml"/>
  <Override PartName="/ppt/notesSlides/_rels/notesSlide2.xml.rels" ContentType="application/vnd.openxmlformats-package.relationships+xml"/>
  <Override PartName="/ppt/notesSlides/notesSlide13.xml" ContentType="application/vnd.openxmlformats-officedocument.presentationml.notesSlide+xml"/>
  <Override PartName="/ppt/notesSlides/notesSlide12.xml" ContentType="application/vnd.openxmlformats-officedocument.presentationml.notesSlide+xml"/>
  <Override PartName="/ppt/notesSlides/notesSlide11.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8.xml" ContentType="application/vnd.openxmlformats-officedocument.presentationml.notesSlide+xml"/>
  <Override PartName="/ppt/notesSlides/notesSlide7.xml" ContentType="application/vnd.openxmlformats-officedocument.presentationml.notesSlide+xml"/>
  <Override PartName="/ppt/notesSlides/notesSlide19.xml" ContentType="application/vnd.openxmlformats-officedocument.presentationml.notesSlide+xml"/>
  <Override PartName="/ppt/notesSlides/notesSlide4.xml" ContentType="application/vnd.openxmlformats-officedocument.presentationml.notesSlide+xml"/>
  <Override PartName="/ppt/notesSlides/notesSlide6.xml" ContentType="application/vnd.openxmlformats-officedocument.presentationml.notesSlide+xml"/>
  <Override PartName="/ppt/notesSlides/notesSlide20.xml" ContentType="application/vnd.openxmlformats-officedocument.presentationml.notesSlide+xml"/>
  <Override PartName="/ppt/notesSlides/notesSlide18.xml" ContentType="application/vnd.openxmlformats-officedocument.presentationml.notesSlide+xml"/>
  <Override PartName="/ppt/notesSlides/notesSlide3.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16.xml" ContentType="application/vnd.openxmlformats-officedocument.presentationml.notesSlide+xml"/>
  <Override PartName="/ppt/notesSlides/notesSlide1.xml" ContentType="application/vnd.openxmlformats-officedocument.presentationml.notesSlide+xml"/>
  <Override PartName="/ppt/notesSlides/notesSlide15.xml" ContentType="application/vnd.openxmlformats-officedocument.presentationml.notesSlide+xml"/>
  <Override PartName="/ppt/notesSlides/notesSlide14.xml" ContentType="application/vnd.openxmlformats-officedocument.presentationml.notesSlide+xml"/>
  <Override PartName="/ppt/notesSlides/notesSlide5.xml" ContentType="application/vnd.openxmlformats-officedocument.presentationml.notes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customXml" Target="../customXml/item1.xml"/><Relationship Id="rId5" Type="http://schemas.openxmlformats.org/officeDocument/2006/relationships/customXml" Target="../customXml/item2.xml"/><Relationship Id="rId6" Type="http://schemas.openxmlformats.org/officeDocument/2006/relationships/customXml" Target="../customXml/item3.xml"/><Relationship Id="rId7"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notesMasterIdLst>
    <p:notesMasterId r:id="rId3"/>
  </p:notesMasterIdLst>
  <p:sldIdLst>
    <p:sldId id="256" r:id="rId4"/>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 id="272" r:id="rId20"/>
    <p:sldId id="273" r:id="rId21"/>
    <p:sldId id="274" r:id="rId22"/>
    <p:sldId id="275" r:id="rId23"/>
    <p:sldId id="276" r:id="rId24"/>
  </p:sldIdLst>
  <p:sldSz cx="9902825"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notesMaster" Target="notesMasters/notesMaster1.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20.xml"/><Relationship Id="rId24" Type="http://schemas.openxmlformats.org/officeDocument/2006/relationships/slide" Target="slides/slide21.xml"/><Relationship Id="rId25" Type="http://schemas.openxmlformats.org/officeDocument/2006/relationships/presProps" Target="presProps.xml"/>
</Relationships>
</file>

<file path=ppt/notesMasters/_rels/notesMaster1.xml.rels><?xml version="1.0" encoding="UTF-8"?>
<Relationships xmlns="http://schemas.openxmlformats.org/package/2006/relationships"><Relationship Id="rId1" Type="http://schemas.openxmlformats.org/officeDocument/2006/relationships/theme" Target="../theme/theme11.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0" name="PlaceHolder 1"/>
          <p:cNvSpPr>
            <a:spLocks noGrp="1"/>
          </p:cNvSpPr>
          <p:nvPr>
            <p:ph type="sldImg"/>
          </p:nvPr>
        </p:nvSpPr>
        <p:spPr>
          <a:xfrm>
            <a:off x="0" y="764280"/>
            <a:ext cx="0" cy="0"/>
          </a:xfrm>
          <a:prstGeom prst="rect">
            <a:avLst/>
          </a:prstGeom>
          <a:noFill/>
          <a:ln w="0">
            <a:noFill/>
          </a:ln>
        </p:spPr>
        <p:txBody>
          <a:bodyPr lIns="0" rIns="0" tIns="0" bIns="0" anchor="ctr">
            <a:noAutofit/>
          </a:bodyPr>
          <a:p>
            <a:r>
              <a:rPr b="0" lang="en-US" sz="1800" strike="noStrike" u="none">
                <a:solidFill>
                  <a:schemeClr val="dk1"/>
                </a:solidFill>
                <a:effectLst/>
                <a:uFillTx/>
                <a:latin typeface="SamsungOne 400"/>
              </a:rPr>
              <a:t>Click to move the slide</a:t>
            </a:r>
            <a:endParaRPr b="0" lang="en-US" sz="1800" strike="noStrike" u="none">
              <a:solidFill>
                <a:schemeClr val="dk1"/>
              </a:solidFill>
              <a:effectLst/>
              <a:uFillTx/>
              <a:latin typeface="SamsungOne 400"/>
            </a:endParaRPr>
          </a:p>
        </p:txBody>
      </p:sp>
      <p:sp>
        <p:nvSpPr>
          <p:cNvPr id="61" name="PlaceHolder 2"/>
          <p:cNvSpPr>
            <a:spLocks noGrp="1"/>
          </p:cNvSpPr>
          <p:nvPr>
            <p:ph type="body"/>
          </p:nvPr>
        </p:nvSpPr>
        <p:spPr>
          <a:xfrm>
            <a:off x="777240" y="4777560"/>
            <a:ext cx="6217560" cy="4525920"/>
          </a:xfrm>
          <a:prstGeom prst="rect">
            <a:avLst/>
          </a:prstGeom>
          <a:noFill/>
          <a:ln w="0">
            <a:noFill/>
          </a:ln>
        </p:spPr>
        <p:txBody>
          <a:bodyPr lIns="0" rIns="0" tIns="0" bIns="0" anchor="t">
            <a:noAutofit/>
          </a:bodyPr>
          <a:p>
            <a:pPr indent="0">
              <a:buNone/>
            </a:pPr>
            <a:r>
              <a:rPr b="0" lang="en-US" sz="2000" strike="noStrike" u="none">
                <a:solidFill>
                  <a:srgbClr val="000000"/>
                </a:solidFill>
                <a:effectLst/>
                <a:uFillTx/>
                <a:latin typeface="Arial"/>
              </a:rPr>
              <a:t>Click to edit the notes format</a:t>
            </a:r>
            <a:endParaRPr b="0" lang="en-US" sz="2000" strike="noStrike" u="none">
              <a:solidFill>
                <a:srgbClr val="000000"/>
              </a:solidFill>
              <a:effectLst/>
              <a:uFillTx/>
              <a:latin typeface="Arial"/>
            </a:endParaRPr>
          </a:p>
        </p:txBody>
      </p:sp>
      <p:sp>
        <p:nvSpPr>
          <p:cNvPr id="62" name="PlaceHolder 3"/>
          <p:cNvSpPr>
            <a:spLocks noGrp="1"/>
          </p:cNvSpPr>
          <p:nvPr>
            <p:ph type="hdr"/>
          </p:nvPr>
        </p:nvSpPr>
        <p:spPr>
          <a:xfrm>
            <a:off x="0" y="0"/>
            <a:ext cx="3372840" cy="502560"/>
          </a:xfrm>
          <a:prstGeom prst="rect">
            <a:avLst/>
          </a:prstGeom>
          <a:noFill/>
          <a:ln w="0">
            <a:noFill/>
          </a:ln>
        </p:spPr>
        <p:txBody>
          <a:bodyPr lIns="0" rIns="0" tIns="0" bIns="0" anchor="t">
            <a:noAutofit/>
          </a:bodyPr>
          <a:p>
            <a:pPr indent="0">
              <a:buNone/>
            </a:pPr>
            <a:r>
              <a:rPr b="0" lang="en-US" sz="1400" strike="noStrike" u="none">
                <a:solidFill>
                  <a:srgbClr val="000000"/>
                </a:solidFill>
                <a:effectLst/>
                <a:uFillTx/>
                <a:latin typeface="Times New Roman"/>
              </a:rPr>
              <a:t>&lt;header&gt;</a:t>
            </a:r>
            <a:endParaRPr b="0" lang="en-US" sz="1400" strike="noStrike" u="none">
              <a:solidFill>
                <a:srgbClr val="000000"/>
              </a:solidFill>
              <a:effectLst/>
              <a:uFillTx/>
              <a:latin typeface="Times New Roman"/>
            </a:endParaRPr>
          </a:p>
        </p:txBody>
      </p:sp>
      <p:sp>
        <p:nvSpPr>
          <p:cNvPr id="63" name="PlaceHolder 4"/>
          <p:cNvSpPr>
            <a:spLocks noGrp="1"/>
          </p:cNvSpPr>
          <p:nvPr>
            <p:ph type="dt" idx="1"/>
          </p:nvPr>
        </p:nvSpPr>
        <p:spPr>
          <a:xfrm>
            <a:off x="4399200" y="0"/>
            <a:ext cx="3372840" cy="502560"/>
          </a:xfrm>
          <a:prstGeom prst="rect">
            <a:avLst/>
          </a:prstGeom>
          <a:noFill/>
          <a:ln w="0">
            <a:noFill/>
          </a:ln>
        </p:spPr>
        <p:txBody>
          <a:bodyPr lIns="0" rIns="0" tIns="0" bIns="0" anchor="t">
            <a:noAutofit/>
          </a:bodyPr>
          <a:lstStyle>
            <a:lvl1pPr indent="0" algn="r">
              <a:buNone/>
              <a:defRPr b="0" lang="en-US" sz="1400" strike="noStrike" u="none">
                <a:solidFill>
                  <a:srgbClr val="000000"/>
                </a:solidFill>
                <a:effectLst/>
                <a:uFillTx/>
                <a:latin typeface="Times New Roman"/>
              </a:defRPr>
            </a:lvl1pPr>
          </a:lstStyle>
          <a:p>
            <a:pPr indent="0" algn="r">
              <a:buNone/>
            </a:pPr>
            <a:r>
              <a:rPr b="0" lang="en-US" sz="1400" strike="noStrike" u="none">
                <a:solidFill>
                  <a:srgbClr val="000000"/>
                </a:solidFill>
                <a:effectLst/>
                <a:uFillTx/>
                <a:latin typeface="Times New Roman"/>
              </a:rPr>
              <a:t>&lt;date/time&gt;</a:t>
            </a:r>
            <a:endParaRPr b="0" lang="en-US" sz="1400" strike="noStrike" u="none">
              <a:solidFill>
                <a:srgbClr val="000000"/>
              </a:solidFill>
              <a:effectLst/>
              <a:uFillTx/>
              <a:latin typeface="Times New Roman"/>
            </a:endParaRPr>
          </a:p>
        </p:txBody>
      </p:sp>
      <p:sp>
        <p:nvSpPr>
          <p:cNvPr id="64" name="PlaceHolder 5"/>
          <p:cNvSpPr>
            <a:spLocks noGrp="1"/>
          </p:cNvSpPr>
          <p:nvPr>
            <p:ph type="ftr" idx="2"/>
          </p:nvPr>
        </p:nvSpPr>
        <p:spPr>
          <a:xfrm>
            <a:off x="0" y="9555480"/>
            <a:ext cx="3372840" cy="502560"/>
          </a:xfrm>
          <a:prstGeom prst="rect">
            <a:avLst/>
          </a:prstGeom>
          <a:noFill/>
          <a:ln w="0">
            <a:noFill/>
          </a:ln>
        </p:spPr>
        <p:txBody>
          <a:bodyPr lIns="0" rIns="0" tIns="0" bIns="0" anchor="b">
            <a:noAutofit/>
          </a:bodyPr>
          <a:lstStyle>
            <a:lvl1pPr indent="0">
              <a:buNone/>
              <a:defRPr b="0" lang="en-US" sz="1400" strike="noStrike" u="none">
                <a:solidFill>
                  <a:srgbClr val="000000"/>
                </a:solidFill>
                <a:effectLst/>
                <a:uFillTx/>
                <a:latin typeface="Times New Roman"/>
              </a:defRPr>
            </a:lvl1pPr>
          </a:lstStyle>
          <a:p>
            <a:pPr indent="0">
              <a:buNone/>
            </a:pPr>
            <a:r>
              <a:rPr b="0" lang="en-US" sz="1400" strike="noStrike" u="none">
                <a:solidFill>
                  <a:srgbClr val="000000"/>
                </a:solidFill>
                <a:effectLst/>
                <a:uFillTx/>
                <a:latin typeface="Times New Roman"/>
              </a:rPr>
              <a:t>&lt;footer&gt;</a:t>
            </a:r>
            <a:endParaRPr b="0" lang="en-US" sz="1400" strike="noStrike" u="none">
              <a:solidFill>
                <a:srgbClr val="000000"/>
              </a:solidFill>
              <a:effectLst/>
              <a:uFillTx/>
              <a:latin typeface="Times New Roman"/>
            </a:endParaRPr>
          </a:p>
        </p:txBody>
      </p:sp>
      <p:sp>
        <p:nvSpPr>
          <p:cNvPr id="65" name="PlaceHolder 6"/>
          <p:cNvSpPr>
            <a:spLocks noGrp="1"/>
          </p:cNvSpPr>
          <p:nvPr>
            <p:ph type="sldNum" idx="3"/>
          </p:nvPr>
        </p:nvSpPr>
        <p:spPr>
          <a:xfrm>
            <a:off x="4399200" y="9555480"/>
            <a:ext cx="3372840" cy="502560"/>
          </a:xfrm>
          <a:prstGeom prst="rect">
            <a:avLst/>
          </a:prstGeom>
          <a:noFill/>
          <a:ln w="0">
            <a:noFill/>
          </a:ln>
        </p:spPr>
        <p:txBody>
          <a:bodyPr lIns="0" rIns="0" tIns="0" bIns="0" anchor="b">
            <a:noAutofit/>
          </a:bodyPr>
          <a:lstStyle>
            <a:lvl1pPr indent="0" algn="r">
              <a:buNone/>
              <a:defRPr b="0" lang="en-US" sz="1400" strike="noStrike" u="none">
                <a:solidFill>
                  <a:srgbClr val="000000"/>
                </a:solidFill>
                <a:effectLst/>
                <a:uFillTx/>
                <a:latin typeface="Times New Roman"/>
              </a:defRPr>
            </a:lvl1pPr>
          </a:lstStyle>
          <a:p>
            <a:pPr indent="0" algn="r">
              <a:buNone/>
            </a:pPr>
            <a:fld id="{44AE1013-BE83-48C6-B331-B06F38FC339A}" type="slidenum">
              <a:rPr b="0" lang="en-US" sz="1400" strike="noStrike" u="none">
                <a:solidFill>
                  <a:srgbClr val="000000"/>
                </a:solidFill>
                <a:effectLst/>
                <a:uFillTx/>
                <a:latin typeface="Times New Roman"/>
              </a:rPr>
              <a:t>&lt;number&gt;</a:t>
            </a:fld>
            <a:endParaRPr b="0" lang="en-US" sz="1400" strike="noStrike" u="none">
              <a:solidFill>
                <a:srgbClr val="000000"/>
              </a:solidFill>
              <a:effectLst/>
              <a:uFillTx/>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
</Relationships>
</file>

<file path=ppt/notesSlides/_rels/notesSlide2.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
</Relationships>
</file>

<file path=ppt/notesSlides/_rels/notesSlide3.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
</Relationships>
</file>

<file path=ppt/notesSlides/_rels/notesSlide4.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
</Relationships>
</file>

<file path=ppt/notesSlides/_rels/notesSlide5.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
</Relationships>
</file>

<file path=ppt/notesSlides/_rels/notesSlide6.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
</Relationships>
</file>

<file path=ppt/notesSlides/_rels/notesSlide7.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
</Relationships>
</file>

<file path=ppt/notesSlides/_rels/notesSlide8.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
</Relationships>
</file>

<file path=ppt/notesSlides/_rels/notesSlide9.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
</Relationships>
</file>

<file path=ppt/notesSlides/_rels/notesSlide10.xml.rels><?xml version="1.0" encoding="UTF-8"?>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
</Relationships>
</file>

<file path=ppt/notesSlides/_rels/notesSlide11.xml.rels><?xml version="1.0" encoding="UTF-8"?>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
</Relationships>
</file>

<file path=ppt/notesSlides/_rels/notesSlide12.xml.rels><?xml version="1.0" encoding="UTF-8"?>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
</Relationships>
</file>

<file path=ppt/notesSlides/_rels/notesSlide13.xml.rels><?xml version="1.0" encoding="UTF-8"?>
<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
</Relationships>
</file>

<file path=ppt/notesSlides/_rels/notesSlide14.xml.rels><?xml version="1.0" encoding="UTF-8"?>
<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
</Relationships>
</file>

<file path=ppt/notesSlides/_rels/notesSlide15.xml.rels><?xml version="1.0" encoding="UTF-8"?>
<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
</Relationships>
</file>

<file path=ppt/notesSlides/_rels/notesSlide16.xml.rels><?xml version="1.0" encoding="UTF-8"?>
<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
</Relationships>
</file>

<file path=ppt/notesSlides/_rels/notesSlide17.xml.rels><?xml version="1.0" encoding="UTF-8"?>
<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
</Relationships>
</file>

<file path=ppt/notesSlides/_rels/notesSlide18.xml.rels><?xml version="1.0" encoding="UTF-8"?>
<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
</Relationships>
</file>

<file path=ppt/notesSlides/_rels/notesSlide19.xml.rels><?xml version="1.0" encoding="UTF-8"?>
<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
</Relationships>
</file>

<file path=ppt/notesSlides/_rels/notesSlide20.xml.rels><?xml version="1.0" encoding="UTF-8"?>
<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
</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70" name="PlaceHolder 1"/>
          <p:cNvSpPr>
            <a:spLocks noGrp="1"/>
          </p:cNvSpPr>
          <p:nvPr>
            <p:ph type="sldImg"/>
          </p:nvPr>
        </p:nvSpPr>
        <p:spPr>
          <a:xfrm>
            <a:off x="1200240" y="1143000"/>
            <a:ext cx="4457520" cy="3085920"/>
          </a:xfrm>
          <a:prstGeom prst="rect">
            <a:avLst/>
          </a:prstGeom>
          <a:ln w="0">
            <a:noFill/>
          </a:ln>
        </p:spPr>
      </p:sp>
      <p:sp>
        <p:nvSpPr>
          <p:cNvPr id="471"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pPr>
            <a:r>
              <a:rPr b="0" lang="en-US" sz="2000" strike="noStrike" u="none">
                <a:solidFill>
                  <a:srgbClr val="000000"/>
                </a:solidFill>
                <a:effectLst/>
                <a:uFillTx/>
                <a:latin typeface="Arial"/>
              </a:rPr>
              <a:t>[Sanad]</a:t>
            </a:r>
            <a:endParaRPr b="0" lang="en-US" sz="2000" strike="noStrike" u="none">
              <a:solidFill>
                <a:srgbClr val="000000"/>
              </a:solidFill>
              <a:effectLst/>
              <a:uFillTx/>
              <a:latin typeface="Arial"/>
            </a:endParaRPr>
          </a:p>
          <a:p>
            <a:pPr indent="0">
              <a:lnSpc>
                <a:spcPct val="100000"/>
              </a:lnSpc>
              <a:buNone/>
            </a:pPr>
            <a:endParaRPr b="0" lang="en-US" sz="2000" strike="noStrike" u="none">
              <a:solidFill>
                <a:srgbClr val="000000"/>
              </a:solidFill>
              <a:effectLst/>
              <a:uFillTx/>
              <a:latin typeface="Arial"/>
            </a:endParaRPr>
          </a:p>
          <a:p>
            <a:pPr indent="0">
              <a:lnSpc>
                <a:spcPct val="100000"/>
              </a:lnSpc>
              <a:buNone/>
            </a:pPr>
            <a:r>
              <a:rPr b="0" lang="en-US" sz="2000" strike="noStrike" u="none">
                <a:solidFill>
                  <a:srgbClr val="000000"/>
                </a:solidFill>
                <a:effectLst/>
                <a:uFillTx/>
                <a:latin typeface="Arial"/>
              </a:rPr>
              <a:t>▶ Step 1 (on arrival; The logo draws itself, then the title and team appear)</a:t>
            </a:r>
            <a:endParaRPr b="0" lang="en-US" sz="2000" strike="noStrike" u="none">
              <a:solidFill>
                <a:srgbClr val="000000"/>
              </a:solidFill>
              <a:effectLst/>
              <a:uFillTx/>
              <a:latin typeface="Arial"/>
            </a:endParaRPr>
          </a:p>
          <a:p>
            <a:pPr indent="0">
              <a:lnSpc>
                <a:spcPct val="100000"/>
              </a:lnSpc>
              <a:buNone/>
            </a:pPr>
            <a:r>
              <a:rPr b="0" lang="en-US" sz="2000" strike="noStrike" u="none">
                <a:solidFill>
                  <a:srgbClr val="000000"/>
                </a:solidFill>
                <a:effectLst/>
                <a:uFillTx/>
                <a:latin typeface="Arial"/>
              </a:rPr>
              <a:t>This is Bayan: an Android tool that simplifies hard Arabic where you read, on your phone. Building it was fine. Checking it was the hard part.</a:t>
            </a:r>
            <a:endParaRPr b="0" lang="en-US" sz="2000" strike="noStrike" u="none">
              <a:solidFill>
                <a:srgbClr val="000000"/>
              </a:solidFill>
              <a:effectLst/>
              <a:uFillTx/>
              <a:latin typeface="Arial"/>
            </a:endParaRPr>
          </a:p>
        </p:txBody>
      </p:sp>
      <p:sp>
        <p:nvSpPr>
          <p:cNvPr id="472" name="PlaceHolder 3"/>
          <p:cNvSpPr>
            <a:spLocks noGrp="1"/>
          </p:cNvSpPr>
          <p:nvPr>
            <p:ph type="sldNum" idx="4"/>
          </p:nvPr>
        </p:nvSpPr>
        <p:spPr>
          <a:xfrm>
            <a:off x="3884760" y="8685360"/>
            <a:ext cx="2971440" cy="458280"/>
          </a:xfrm>
          <a:prstGeom prst="rect">
            <a:avLst/>
          </a:prstGeom>
          <a:noFill/>
          <a:ln w="0">
            <a:noFill/>
          </a:ln>
        </p:spPr>
        <p:txBody>
          <a:bodyPr lIns="91440" rIns="91440" tIns="45720" bIns="45720" anchor="b">
            <a:noAutofit/>
          </a:bodyPr>
          <a:lstStyle>
            <a:lvl1pPr indent="0" algn="r">
              <a:lnSpc>
                <a:spcPct val="100000"/>
              </a:lnSpc>
              <a:buNone/>
              <a:defRPr b="0" lang="en-US" sz="1200" strike="noStrike" u="none">
                <a:solidFill>
                  <a:srgbClr val="000000"/>
                </a:solidFill>
                <a:effectLst/>
                <a:uFillTx/>
                <a:latin typeface="Times New Roman"/>
              </a:defRPr>
            </a:lvl1pPr>
          </a:lstStyle>
          <a:p>
            <a:pPr indent="0" algn="r">
              <a:lnSpc>
                <a:spcPct val="100000"/>
              </a:lnSpc>
              <a:buNone/>
            </a:pPr>
            <a:fld id="{EFCF7049-1DCA-4723-9CD5-70F906C9710E}" type="slidenum">
              <a:rPr b="0" lang="en-US" sz="1200" strike="noStrike" u="none">
                <a:solidFill>
                  <a:srgbClr val="000000"/>
                </a:solidFill>
                <a:effectLst/>
                <a:uFillTx/>
                <a:latin typeface="Times New Roman"/>
              </a:rPr>
              <a:t>&lt;number&gt;</a:t>
            </a:fld>
            <a:endParaRPr b="0" lang="en-US" sz="1200" strike="noStrike" u="none">
              <a:solidFill>
                <a:srgbClr val="000000"/>
              </a:solidFill>
              <a:effectLst/>
              <a:uFillTx/>
              <a:latin typeface="Times New Roman"/>
            </a:endParaRPr>
          </a:p>
        </p:txBody>
      </p:sp>
    </p:spTree>
  </p:cSld>
</p:notes>
</file>

<file path=ppt/notesSlides/notesSlide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73" name="PlaceHolder 1"/>
          <p:cNvSpPr>
            <a:spLocks noGrp="1"/>
          </p:cNvSpPr>
          <p:nvPr>
            <p:ph type="sldImg"/>
          </p:nvPr>
        </p:nvSpPr>
        <p:spPr>
          <a:xfrm>
            <a:off x="1200240" y="1143000"/>
            <a:ext cx="4457520" cy="3085920"/>
          </a:xfrm>
          <a:prstGeom prst="rect">
            <a:avLst/>
          </a:prstGeom>
          <a:ln w="0">
            <a:noFill/>
          </a:ln>
        </p:spPr>
      </p:sp>
      <p:sp>
        <p:nvSpPr>
          <p:cNvPr id="474"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pPr>
            <a:r>
              <a:rPr b="0" lang="en-US" sz="2000" strike="noStrike" u="none">
                <a:solidFill>
                  <a:srgbClr val="000000"/>
                </a:solidFill>
                <a:effectLst/>
                <a:uFillTx/>
                <a:latin typeface="Arial"/>
              </a:rPr>
              <a:t>[Sanad]</a:t>
            </a:r>
            <a:endParaRPr b="0" lang="en-US" sz="2000" strike="noStrike" u="none">
              <a:solidFill>
                <a:srgbClr val="000000"/>
              </a:solidFill>
              <a:effectLst/>
              <a:uFillTx/>
              <a:latin typeface="Arial"/>
            </a:endParaRPr>
          </a:p>
          <a:p>
            <a:pPr indent="0">
              <a:lnSpc>
                <a:spcPct val="100000"/>
              </a:lnSpc>
              <a:buNone/>
            </a:pPr>
            <a:endParaRPr b="0" lang="en-US" sz="2000" strike="noStrike" u="none">
              <a:solidFill>
                <a:srgbClr val="000000"/>
              </a:solidFill>
              <a:effectLst/>
              <a:uFillTx/>
              <a:latin typeface="Arial"/>
            </a:endParaRPr>
          </a:p>
          <a:p>
            <a:pPr indent="0">
              <a:lnSpc>
                <a:spcPct val="100000"/>
              </a:lnSpc>
              <a:buNone/>
            </a:pPr>
            <a:r>
              <a:rPr b="0" lang="en-US" sz="2000" strike="noStrike" u="none">
                <a:solidFill>
                  <a:srgbClr val="000000"/>
                </a:solidFill>
                <a:effectLst/>
                <a:uFillTx/>
                <a:latin typeface="Arial"/>
              </a:rPr>
              <a:t>▶ Step 1 (on arrival; 11% counts up; </a:t>
            </a:r>
            <a:r>
              <a:rPr b="0" lang="ar-SA" sz="2000" strike="noStrike" u="none">
                <a:solidFill>
                  <a:srgbClr val="000000"/>
                </a:solidFill>
                <a:effectLst/>
                <a:uFillTx/>
                <a:latin typeface="Arial"/>
              </a:rPr>
              <a:t>كتب</a:t>
            </a:r>
            <a:r>
              <a:rPr b="0" lang="en-US" sz="2000" strike="noStrike" u="none">
                <a:solidFill>
                  <a:srgbClr val="000000"/>
                </a:solidFill>
                <a:effectLst/>
                <a:uFillTx/>
                <a:latin typeface="Arial"/>
              </a:rPr>
              <a:t> </a:t>
            </a:r>
            <a:r>
              <a:rPr b="0" lang="en-US" sz="2000" strike="noStrike" u="none">
                <a:solidFill>
                  <a:srgbClr val="000000"/>
                </a:solidFill>
                <a:effectLst/>
                <a:uFillTx/>
                <a:latin typeface="Arial"/>
              </a:rPr>
              <a:t>splits into kataba, kutiba, kutub)</a:t>
            </a:r>
            <a:endParaRPr b="0" lang="en-US" sz="2000" strike="noStrike" u="none">
              <a:solidFill>
                <a:srgbClr val="000000"/>
              </a:solidFill>
              <a:effectLst/>
              <a:uFillTx/>
              <a:latin typeface="Arial"/>
            </a:endParaRPr>
          </a:p>
          <a:p>
            <a:pPr indent="0">
              <a:lnSpc>
                <a:spcPct val="100000"/>
              </a:lnSpc>
              <a:buNone/>
            </a:pPr>
            <a:r>
              <a:rPr b="0" lang="en-US" sz="2000" strike="noStrike" u="none">
                <a:solidFill>
                  <a:srgbClr val="000000"/>
                </a:solidFill>
                <a:effectLst/>
                <a:uFillTx/>
                <a:latin typeface="Arial"/>
              </a:rPr>
              <a:t>About eleven percent of Arab primary-school children have dyslexia, and Arabic doesn't help: these letters can be kataba, kutiba or kutub, because short vowels aren't written.</a:t>
            </a:r>
            <a:endParaRPr b="0" lang="en-US" sz="2000" strike="noStrike" u="none">
              <a:solidFill>
                <a:srgbClr val="000000"/>
              </a:solidFill>
              <a:effectLst/>
              <a:uFillTx/>
              <a:latin typeface="Arial"/>
            </a:endParaRPr>
          </a:p>
          <a:p>
            <a:pPr indent="0">
              <a:lnSpc>
                <a:spcPct val="100000"/>
              </a:lnSpc>
              <a:buNone/>
            </a:pPr>
            <a:endParaRPr b="0" lang="en-US" sz="2000" strike="noStrike" u="none">
              <a:solidFill>
                <a:srgbClr val="000000"/>
              </a:solidFill>
              <a:effectLst/>
              <a:uFillTx/>
              <a:latin typeface="Arial"/>
            </a:endParaRPr>
          </a:p>
          <a:p>
            <a:pPr indent="0">
              <a:lnSpc>
                <a:spcPct val="100000"/>
              </a:lnSpc>
              <a:buNone/>
            </a:pPr>
            <a:r>
              <a:rPr b="0" lang="en-US" sz="2000" strike="noStrike" u="none">
                <a:solidFill>
                  <a:srgbClr val="000000"/>
                </a:solidFill>
                <a:effectLst/>
                <a:uFillTx/>
                <a:latin typeface="Arial"/>
              </a:rPr>
              <a:t>▶ Step 2 (step 2 (auto); Left: shorter clauses help the weakest readers most. Right: our scope)</a:t>
            </a:r>
            <a:endParaRPr b="0" lang="en-US" sz="2000" strike="noStrike" u="none">
              <a:solidFill>
                <a:srgbClr val="000000"/>
              </a:solidFill>
              <a:effectLst/>
              <a:uFillTx/>
              <a:latin typeface="Arial"/>
            </a:endParaRPr>
          </a:p>
          <a:p>
            <a:pPr indent="0">
              <a:lnSpc>
                <a:spcPct val="100000"/>
              </a:lnSpc>
              <a:buNone/>
            </a:pPr>
            <a:r>
              <a:rPr b="0" lang="en-US" sz="2000" strike="noStrike" u="none">
                <a:solidFill>
                  <a:srgbClr val="000000"/>
                </a:solidFill>
                <a:effectLst/>
                <a:uFillTx/>
                <a:latin typeface="Arial"/>
              </a:rPr>
              <a:t>Shorter clauses help the weakest readers most. So Bayan reduces reading load: long clauses, hard words. Tashkeel is a setting in the app, and we don't yet claim it helps readers with dyslexia.</a:t>
            </a:r>
            <a:endParaRPr b="0" lang="en-US" sz="2000" strike="noStrike" u="none">
              <a:solidFill>
                <a:srgbClr val="000000"/>
              </a:solidFill>
              <a:effectLst/>
              <a:uFillTx/>
              <a:latin typeface="Arial"/>
            </a:endParaRPr>
          </a:p>
        </p:txBody>
      </p:sp>
      <p:sp>
        <p:nvSpPr>
          <p:cNvPr id="475" name="PlaceHolder 3"/>
          <p:cNvSpPr>
            <a:spLocks noGrp="1"/>
          </p:cNvSpPr>
          <p:nvPr>
            <p:ph type="sldNum" idx="5"/>
          </p:nvPr>
        </p:nvSpPr>
        <p:spPr>
          <a:xfrm>
            <a:off x="3884760" y="8685360"/>
            <a:ext cx="2971440" cy="458280"/>
          </a:xfrm>
          <a:prstGeom prst="rect">
            <a:avLst/>
          </a:prstGeom>
          <a:noFill/>
          <a:ln w="0">
            <a:noFill/>
          </a:ln>
        </p:spPr>
        <p:txBody>
          <a:bodyPr lIns="91440" rIns="91440" tIns="45720" bIns="45720" anchor="b">
            <a:noAutofit/>
          </a:bodyPr>
          <a:lstStyle>
            <a:lvl1pPr indent="0" algn="r">
              <a:lnSpc>
                <a:spcPct val="100000"/>
              </a:lnSpc>
              <a:buNone/>
              <a:defRPr b="0" lang="en-US" sz="1200" strike="noStrike" u="none">
                <a:solidFill>
                  <a:srgbClr val="000000"/>
                </a:solidFill>
                <a:effectLst/>
                <a:uFillTx/>
                <a:latin typeface="Times New Roman"/>
              </a:defRPr>
            </a:lvl1pPr>
          </a:lstStyle>
          <a:p>
            <a:pPr indent="0" algn="r">
              <a:lnSpc>
                <a:spcPct val="100000"/>
              </a:lnSpc>
              <a:buNone/>
            </a:pPr>
            <a:fld id="{AFAF21B9-E10F-43F6-8F2E-64FC3860E025}" type="slidenum">
              <a:rPr b="0" lang="en-US" sz="1200" strike="noStrike" u="none">
                <a:solidFill>
                  <a:srgbClr val="000000"/>
                </a:solidFill>
                <a:effectLst/>
                <a:uFillTx/>
                <a:latin typeface="Times New Roman"/>
              </a:rPr>
              <a:t>&lt;number&gt;</a:t>
            </a:fld>
            <a:endParaRPr b="0" lang="en-US" sz="1200" strike="noStrike" u="none">
              <a:solidFill>
                <a:srgbClr val="000000"/>
              </a:solidFill>
              <a:effectLst/>
              <a:uFillTx/>
              <a:latin typeface="Times New Roman"/>
            </a:endParaRPr>
          </a:p>
        </p:txBody>
      </p:sp>
    </p:spTree>
  </p:cSld>
</p:notes>
</file>

<file path=ppt/notesSlides/notesSlide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76" name="PlaceHolder 1"/>
          <p:cNvSpPr>
            <a:spLocks noGrp="1"/>
          </p:cNvSpPr>
          <p:nvPr>
            <p:ph type="sldImg"/>
          </p:nvPr>
        </p:nvSpPr>
        <p:spPr>
          <a:xfrm>
            <a:off x="1200240" y="1143000"/>
            <a:ext cx="4457520" cy="3085920"/>
          </a:xfrm>
          <a:prstGeom prst="rect">
            <a:avLst/>
          </a:prstGeom>
          <a:ln w="0">
            <a:noFill/>
          </a:ln>
        </p:spPr>
      </p:sp>
      <p:sp>
        <p:nvSpPr>
          <p:cNvPr id="477"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pPr>
            <a:r>
              <a:rPr b="0" lang="en-US" sz="2000" strike="noStrike" u="none">
                <a:solidFill>
                  <a:srgbClr val="000000"/>
                </a:solidFill>
                <a:effectLst/>
                <a:uFillTx/>
                <a:latin typeface="Arial"/>
              </a:rPr>
              <a:t>[Sanad]</a:t>
            </a:r>
            <a:endParaRPr b="0" lang="en-US" sz="2000" strike="noStrike" u="none">
              <a:solidFill>
                <a:srgbClr val="000000"/>
              </a:solidFill>
              <a:effectLst/>
              <a:uFillTx/>
              <a:latin typeface="Arial"/>
            </a:endParaRPr>
          </a:p>
          <a:p>
            <a:pPr indent="0">
              <a:lnSpc>
                <a:spcPct val="100000"/>
              </a:lnSpc>
              <a:buNone/>
            </a:pPr>
            <a:endParaRPr b="0" lang="en-US" sz="2000" strike="noStrike" u="none">
              <a:solidFill>
                <a:srgbClr val="000000"/>
              </a:solidFill>
              <a:effectLst/>
              <a:uFillTx/>
              <a:latin typeface="Arial"/>
            </a:endParaRPr>
          </a:p>
          <a:p>
            <a:pPr indent="0">
              <a:lnSpc>
                <a:spcPct val="100000"/>
              </a:lnSpc>
              <a:buNone/>
            </a:pPr>
            <a:r>
              <a:rPr b="0" lang="en-US" sz="2000" strike="noStrike" u="none">
                <a:solidFill>
                  <a:srgbClr val="000000"/>
                </a:solidFill>
                <a:effectLst/>
                <a:uFillTx/>
                <a:latin typeface="Arial"/>
              </a:rPr>
              <a:t>▶ Step 1 (on arrival; 11% counts up; </a:t>
            </a:r>
            <a:r>
              <a:rPr b="0" lang="ar-SA" sz="2000" strike="noStrike" u="none">
                <a:solidFill>
                  <a:srgbClr val="000000"/>
                </a:solidFill>
                <a:effectLst/>
                <a:uFillTx/>
                <a:latin typeface="Arial"/>
              </a:rPr>
              <a:t>كتب</a:t>
            </a:r>
            <a:r>
              <a:rPr b="0" lang="en-US" sz="2000" strike="noStrike" u="none">
                <a:solidFill>
                  <a:srgbClr val="000000"/>
                </a:solidFill>
                <a:effectLst/>
                <a:uFillTx/>
                <a:latin typeface="Arial"/>
              </a:rPr>
              <a:t> </a:t>
            </a:r>
            <a:r>
              <a:rPr b="0" lang="en-US" sz="2000" strike="noStrike" u="none">
                <a:solidFill>
                  <a:srgbClr val="000000"/>
                </a:solidFill>
                <a:effectLst/>
                <a:uFillTx/>
                <a:latin typeface="Arial"/>
              </a:rPr>
              <a:t>splits into kataba, kutiba, kutub)</a:t>
            </a:r>
            <a:endParaRPr b="0" lang="en-US" sz="2000" strike="noStrike" u="none">
              <a:solidFill>
                <a:srgbClr val="000000"/>
              </a:solidFill>
              <a:effectLst/>
              <a:uFillTx/>
              <a:latin typeface="Arial"/>
            </a:endParaRPr>
          </a:p>
          <a:p>
            <a:pPr indent="0">
              <a:lnSpc>
                <a:spcPct val="100000"/>
              </a:lnSpc>
              <a:buNone/>
            </a:pPr>
            <a:r>
              <a:rPr b="0" lang="en-US" sz="2000" strike="noStrike" u="none">
                <a:solidFill>
                  <a:srgbClr val="000000"/>
                </a:solidFill>
                <a:effectLst/>
                <a:uFillTx/>
                <a:latin typeface="Arial"/>
              </a:rPr>
              <a:t>About eleven percent of Arab primary-school children have dyslexia, and </a:t>
            </a:r>
            <a:r>
              <a:rPr b="0" lang="en-US" sz="2000" strike="noStrike" u="none">
                <a:solidFill>
                  <a:srgbClr val="000000"/>
                </a:solidFill>
                <a:effectLst/>
                <a:uFillTx/>
                <a:latin typeface="Arial"/>
              </a:rPr>
              <a:t>Arabic doesn't help: these letters can be kataba, kutiba or kutub, because </a:t>
            </a:r>
            <a:r>
              <a:rPr b="0" lang="en-US" sz="2000" strike="noStrike" u="none">
                <a:solidFill>
                  <a:srgbClr val="000000"/>
                </a:solidFill>
                <a:effectLst/>
                <a:uFillTx/>
                <a:latin typeface="Arial"/>
              </a:rPr>
              <a:t>short vowels aren't written.</a:t>
            </a:r>
            <a:endParaRPr b="0" lang="en-US" sz="2000" strike="noStrike" u="none">
              <a:solidFill>
                <a:srgbClr val="000000"/>
              </a:solidFill>
              <a:effectLst/>
              <a:uFillTx/>
              <a:latin typeface="Arial"/>
            </a:endParaRPr>
          </a:p>
          <a:p>
            <a:pPr indent="0">
              <a:lnSpc>
                <a:spcPct val="100000"/>
              </a:lnSpc>
              <a:buNone/>
            </a:pPr>
            <a:endParaRPr b="0" lang="en-US" sz="2000" strike="noStrike" u="none">
              <a:solidFill>
                <a:srgbClr val="000000"/>
              </a:solidFill>
              <a:effectLst/>
              <a:uFillTx/>
              <a:latin typeface="Arial"/>
            </a:endParaRPr>
          </a:p>
          <a:p>
            <a:pPr indent="0">
              <a:lnSpc>
                <a:spcPct val="100000"/>
              </a:lnSpc>
              <a:buNone/>
            </a:pPr>
            <a:r>
              <a:rPr b="0" lang="en-US" sz="2000" strike="noStrike" u="none">
                <a:solidFill>
                  <a:srgbClr val="000000"/>
                </a:solidFill>
                <a:effectLst/>
                <a:uFillTx/>
                <a:latin typeface="Arial"/>
              </a:rPr>
              <a:t>▶ Step 2 (step 2 (auto); Left: shorter clauses help the weakest readers </a:t>
            </a:r>
            <a:r>
              <a:rPr b="0" lang="en-US" sz="2000" strike="noStrike" u="none">
                <a:solidFill>
                  <a:srgbClr val="000000"/>
                </a:solidFill>
                <a:effectLst/>
                <a:uFillTx/>
                <a:latin typeface="Arial"/>
              </a:rPr>
              <a:t>most. Right: our scope)</a:t>
            </a:r>
            <a:endParaRPr b="0" lang="en-US" sz="2000" strike="noStrike" u="none">
              <a:solidFill>
                <a:srgbClr val="000000"/>
              </a:solidFill>
              <a:effectLst/>
              <a:uFillTx/>
              <a:latin typeface="Arial"/>
            </a:endParaRPr>
          </a:p>
          <a:p>
            <a:pPr indent="0">
              <a:lnSpc>
                <a:spcPct val="100000"/>
              </a:lnSpc>
              <a:buNone/>
            </a:pPr>
            <a:r>
              <a:rPr b="0" lang="en-US" sz="2000" strike="noStrike" u="none">
                <a:solidFill>
                  <a:srgbClr val="000000"/>
                </a:solidFill>
                <a:effectLst/>
                <a:uFillTx/>
                <a:latin typeface="Arial"/>
              </a:rPr>
              <a:t>Shorter clauses help the weakest readers most. So Bayan reduces reading </a:t>
            </a:r>
            <a:r>
              <a:rPr b="0" lang="en-US" sz="2000" strike="noStrike" u="none">
                <a:solidFill>
                  <a:srgbClr val="000000"/>
                </a:solidFill>
                <a:effectLst/>
                <a:uFillTx/>
                <a:latin typeface="Arial"/>
              </a:rPr>
              <a:t>load: long clauses, hard words. Tashkeel is a setting in the app, and we don't </a:t>
            </a:r>
            <a:r>
              <a:rPr b="0" lang="en-US" sz="2000" strike="noStrike" u="none">
                <a:solidFill>
                  <a:srgbClr val="000000"/>
                </a:solidFill>
                <a:effectLst/>
                <a:uFillTx/>
                <a:latin typeface="Arial"/>
              </a:rPr>
              <a:t>yet claim it helps readers with dyslexia.</a:t>
            </a:r>
            <a:endParaRPr b="0" lang="en-US" sz="2000" strike="noStrike" u="none">
              <a:solidFill>
                <a:srgbClr val="000000"/>
              </a:solidFill>
              <a:effectLst/>
              <a:uFillTx/>
              <a:latin typeface="Arial"/>
            </a:endParaRPr>
          </a:p>
        </p:txBody>
      </p:sp>
      <p:sp>
        <p:nvSpPr>
          <p:cNvPr id="478" name="PlaceHolder 3"/>
          <p:cNvSpPr>
            <a:spLocks noGrp="1"/>
          </p:cNvSpPr>
          <p:nvPr>
            <p:ph type="sldNum" idx="6"/>
          </p:nvPr>
        </p:nvSpPr>
        <p:spPr>
          <a:xfrm>
            <a:off x="3884760" y="8685360"/>
            <a:ext cx="2971440" cy="458280"/>
          </a:xfrm>
          <a:prstGeom prst="rect">
            <a:avLst/>
          </a:prstGeom>
          <a:noFill/>
          <a:ln w="0">
            <a:noFill/>
          </a:ln>
        </p:spPr>
        <p:txBody>
          <a:bodyPr lIns="91440" rIns="91440" tIns="45720" bIns="45720" anchor="b">
            <a:noAutofit/>
          </a:bodyPr>
          <a:lstStyle>
            <a:lvl1pPr indent="0" algn="r">
              <a:lnSpc>
                <a:spcPct val="100000"/>
              </a:lnSpc>
              <a:buNone/>
              <a:defRPr b="0" lang="en-US" sz="1200" strike="noStrike" u="none">
                <a:solidFill>
                  <a:srgbClr val="000000"/>
                </a:solidFill>
                <a:effectLst/>
                <a:uFillTx/>
                <a:latin typeface="Times New Roman"/>
              </a:defRPr>
            </a:lvl1pPr>
          </a:lstStyle>
          <a:p>
            <a:pPr indent="0" algn="r">
              <a:lnSpc>
                <a:spcPct val="100000"/>
              </a:lnSpc>
              <a:buNone/>
            </a:pPr>
            <a:fld id="{950D1CD1-BD6A-41B1-813B-68A35CAD0759}" type="slidenum">
              <a:rPr b="0" lang="en-US" sz="1200" strike="noStrike" u="none">
                <a:solidFill>
                  <a:srgbClr val="000000"/>
                </a:solidFill>
                <a:effectLst/>
                <a:uFillTx/>
                <a:latin typeface="Times New Roman"/>
              </a:rPr>
              <a:t>&lt;number&gt;</a:t>
            </a:fld>
            <a:endParaRPr b="0" lang="en-US" sz="1200" strike="noStrike" u="none">
              <a:solidFill>
                <a:srgbClr val="000000"/>
              </a:solidFill>
              <a:effectLst/>
              <a:uFillTx/>
              <a:latin typeface="Times New Roman"/>
            </a:endParaRPr>
          </a:p>
        </p:txBody>
      </p:sp>
    </p:spTree>
  </p:cSld>
</p:notes>
</file>

<file path=ppt/notesSlides/notesSlide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79" name="PlaceHolder 1"/>
          <p:cNvSpPr>
            <a:spLocks noGrp="1"/>
          </p:cNvSpPr>
          <p:nvPr>
            <p:ph type="sldImg"/>
          </p:nvPr>
        </p:nvSpPr>
        <p:spPr>
          <a:xfrm>
            <a:off x="1200240" y="1143000"/>
            <a:ext cx="4457520" cy="3085920"/>
          </a:xfrm>
          <a:prstGeom prst="rect">
            <a:avLst/>
          </a:prstGeom>
          <a:ln w="0">
            <a:noFill/>
          </a:ln>
        </p:spPr>
      </p:sp>
      <p:sp>
        <p:nvSpPr>
          <p:cNvPr id="480"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pPr>
            <a:r>
              <a:rPr b="0" lang="en-US" sz="2000" strike="noStrike" u="none">
                <a:solidFill>
                  <a:srgbClr val="000000"/>
                </a:solidFill>
                <a:effectLst/>
                <a:uFillTx/>
                <a:latin typeface="Arial"/>
              </a:rPr>
              <a:t>[Sanad]</a:t>
            </a:r>
            <a:endParaRPr b="0" lang="en-US" sz="2000" strike="noStrike" u="none">
              <a:solidFill>
                <a:srgbClr val="000000"/>
              </a:solidFill>
              <a:effectLst/>
              <a:uFillTx/>
              <a:latin typeface="Arial"/>
            </a:endParaRPr>
          </a:p>
          <a:p>
            <a:pPr indent="0">
              <a:lnSpc>
                <a:spcPct val="100000"/>
              </a:lnSpc>
              <a:buNone/>
            </a:pPr>
            <a:endParaRPr b="0" lang="en-US" sz="2000" strike="noStrike" u="none">
              <a:solidFill>
                <a:srgbClr val="000000"/>
              </a:solidFill>
              <a:effectLst/>
              <a:uFillTx/>
              <a:latin typeface="Arial"/>
            </a:endParaRPr>
          </a:p>
          <a:p>
            <a:pPr indent="0">
              <a:lnSpc>
                <a:spcPct val="100000"/>
              </a:lnSpc>
              <a:buNone/>
            </a:pPr>
            <a:r>
              <a:rPr b="0" lang="en-US" sz="2000" strike="noStrike" u="none">
                <a:solidFill>
                  <a:srgbClr val="000000"/>
                </a:solidFill>
                <a:effectLst/>
                <a:uFillTx/>
                <a:latin typeface="Arial"/>
              </a:rPr>
              <a:t>▶ Step 1 (on arrival; Two cards: SAMER (novels, half unchanged, word swaps) and other LLM-written sources (summaries))</a:t>
            </a:r>
            <a:endParaRPr b="0" lang="en-US" sz="2000" strike="noStrike" u="none">
              <a:solidFill>
                <a:srgbClr val="000000"/>
              </a:solidFill>
              <a:effectLst/>
              <a:uFillTx/>
              <a:latin typeface="Arial"/>
            </a:endParaRPr>
          </a:p>
          <a:p>
            <a:pPr indent="0">
              <a:lnSpc>
                <a:spcPct val="100000"/>
              </a:lnSpc>
              <a:buNone/>
            </a:pPr>
            <a:r>
              <a:rPr b="0" lang="en-US" sz="2000" strike="noStrike" u="none">
                <a:solidFill>
                  <a:srgbClr val="000000"/>
                </a:solidFill>
                <a:effectLst/>
                <a:uFillTx/>
                <a:latin typeface="Arial"/>
              </a:rPr>
              <a:t>We started with what existed. SAMER is novels: half its pairs are unchanged, and it swaps words but never splits sentences. The other sources mostly summarised.</a:t>
            </a:r>
            <a:endParaRPr b="0" lang="en-US" sz="2000" strike="noStrike" u="none">
              <a:solidFill>
                <a:srgbClr val="000000"/>
              </a:solidFill>
              <a:effectLst/>
              <a:uFillTx/>
              <a:latin typeface="Arial"/>
            </a:endParaRPr>
          </a:p>
          <a:p>
            <a:pPr indent="0">
              <a:lnSpc>
                <a:spcPct val="100000"/>
              </a:lnSpc>
              <a:buNone/>
            </a:pPr>
            <a:endParaRPr b="0" lang="en-US" sz="2000" strike="noStrike" u="none">
              <a:solidFill>
                <a:srgbClr val="000000"/>
              </a:solidFill>
              <a:effectLst/>
              <a:uFillTx/>
              <a:latin typeface="Arial"/>
            </a:endParaRPr>
          </a:p>
          <a:p>
            <a:pPr indent="0">
              <a:lnSpc>
                <a:spcPct val="100000"/>
              </a:lnSpc>
              <a:buNone/>
            </a:pPr>
            <a:r>
              <a:rPr b="0" lang="en-US" sz="2000" strike="noStrike" u="none">
                <a:solidFill>
                  <a:srgbClr val="000000"/>
                </a:solidFill>
                <a:effectLst/>
                <a:uFillTx/>
                <a:latin typeface="Arial"/>
              </a:rPr>
              <a:t>▶ Step 2 (step 2 (auto); Corpus v0: DeepSeek -&gt; validator -&gt; readability gate; three red chips; validator accepted 34% of planted additions)</a:t>
            </a:r>
            <a:endParaRPr b="0" lang="en-US" sz="2000" strike="noStrike" u="none">
              <a:solidFill>
                <a:srgbClr val="000000"/>
              </a:solidFill>
              <a:effectLst/>
              <a:uFillTx/>
              <a:latin typeface="Arial"/>
            </a:endParaRPr>
          </a:p>
          <a:p>
            <a:pPr indent="0">
              <a:lnSpc>
                <a:spcPct val="100000"/>
              </a:lnSpc>
              <a:buNone/>
            </a:pPr>
            <a:r>
              <a:rPr b="0" lang="en-US" sz="2000" strike="noStrike" u="none">
                <a:solidFill>
                  <a:srgbClr val="000000"/>
                </a:solidFill>
                <a:effectLst/>
                <a:uFillTx/>
                <a:latin typeface="Arial"/>
              </a:rPr>
              <a:t>So we wrote our own with DeepSeek. The audit was humbling: tashkeel in fifty-seven percent of rows, cut-off sentences helpfully completed, a validator that waved through a third of our planted errors. We trained nothing on it.</a:t>
            </a:r>
            <a:endParaRPr b="0" lang="en-US" sz="2000" strike="noStrike" u="none">
              <a:solidFill>
                <a:srgbClr val="000000"/>
              </a:solidFill>
              <a:effectLst/>
              <a:uFillTx/>
              <a:latin typeface="Arial"/>
            </a:endParaRPr>
          </a:p>
          <a:p>
            <a:pPr indent="0">
              <a:lnSpc>
                <a:spcPct val="100000"/>
              </a:lnSpc>
              <a:buNone/>
            </a:pPr>
            <a:endParaRPr b="0" lang="en-US" sz="2000" strike="noStrike" u="none">
              <a:solidFill>
                <a:srgbClr val="000000"/>
              </a:solidFill>
              <a:effectLst/>
              <a:uFillTx/>
              <a:latin typeface="Arial"/>
            </a:endParaRPr>
          </a:p>
          <a:p>
            <a:pPr indent="0">
              <a:lnSpc>
                <a:spcPct val="100000"/>
              </a:lnSpc>
              <a:buNone/>
            </a:pPr>
            <a:r>
              <a:rPr b="0" lang="en-US" sz="2000" strike="noStrike" u="none">
                <a:solidFill>
                  <a:srgbClr val="000000"/>
                </a:solidFill>
                <a:effectLst/>
                <a:uFillTx/>
                <a:latin typeface="Arial"/>
              </a:rPr>
              <a:t>▶ Step 3 (step 3 (auto); Pipeline v1: BAREC -&gt; strip tashkeel -&gt; route -&gt; Gemma 4 31B -&gt; code, readability and meaning gates)</a:t>
            </a:r>
            <a:endParaRPr b="0" lang="en-US" sz="2000" strike="noStrike" u="none">
              <a:solidFill>
                <a:srgbClr val="000000"/>
              </a:solidFill>
              <a:effectLst/>
              <a:uFillTx/>
              <a:latin typeface="Arial"/>
            </a:endParaRPr>
          </a:p>
          <a:p>
            <a:pPr indent="0">
              <a:lnSpc>
                <a:spcPct val="100000"/>
              </a:lnSpc>
              <a:buNone/>
            </a:pPr>
            <a:r>
              <a:rPr b="0" lang="en-US" sz="2000" strike="noStrike" u="none">
                <a:solidFill>
                  <a:srgbClr val="000000"/>
                </a:solidFill>
                <a:effectLst/>
                <a:uFillTx/>
                <a:latin typeface="Arial"/>
              </a:rPr>
              <a:t>Corpus v1 starts from BAREC, strips tashkeel, sets protected and short text aside, and has Gemma 4 31B rewrite the hard sentences behind three gates.</a:t>
            </a:r>
            <a:endParaRPr b="0" lang="en-US" sz="2000" strike="noStrike" u="none">
              <a:solidFill>
                <a:srgbClr val="000000"/>
              </a:solidFill>
              <a:effectLst/>
              <a:uFillTx/>
              <a:latin typeface="Arial"/>
            </a:endParaRPr>
          </a:p>
          <a:p>
            <a:pPr indent="0">
              <a:lnSpc>
                <a:spcPct val="100000"/>
              </a:lnSpc>
              <a:buNone/>
            </a:pPr>
            <a:endParaRPr b="0" lang="en-US" sz="2000" strike="noStrike" u="none">
              <a:solidFill>
                <a:srgbClr val="000000"/>
              </a:solidFill>
              <a:effectLst/>
              <a:uFillTx/>
              <a:latin typeface="Arial"/>
            </a:endParaRPr>
          </a:p>
          <a:p>
            <a:pPr indent="0">
              <a:lnSpc>
                <a:spcPct val="100000"/>
              </a:lnSpc>
              <a:buNone/>
            </a:pPr>
            <a:r>
              <a:rPr b="0" lang="en-US" sz="2000" strike="noStrike" u="none">
                <a:solidFill>
                  <a:srgbClr val="000000"/>
                </a:solidFill>
                <a:effectLst/>
                <a:uFillTx/>
                <a:latin typeface="Arial"/>
              </a:rPr>
              <a:t>▶ Step 4 (step 4 (auto); 14,975 rows lock in; audit badge: 1.7% meaning changed)</a:t>
            </a:r>
            <a:endParaRPr b="0" lang="en-US" sz="2000" strike="noStrike" u="none">
              <a:solidFill>
                <a:srgbClr val="000000"/>
              </a:solidFill>
              <a:effectLst/>
              <a:uFillTx/>
              <a:latin typeface="Arial"/>
            </a:endParaRPr>
          </a:p>
          <a:p>
            <a:pPr indent="0">
              <a:lnSpc>
                <a:spcPct val="100000"/>
              </a:lnSpc>
              <a:buNone/>
            </a:pPr>
            <a:r>
              <a:rPr b="0" lang="en-US" sz="2000" strike="noStrike" u="none">
                <a:solidFill>
                  <a:srgbClr val="000000"/>
                </a:solidFill>
                <a:effectLst/>
                <a:uFillTx/>
                <a:latin typeface="Arial"/>
              </a:rPr>
              <a:t>Fourteen thousand nine hundred seventy-five pairs survived. A blind audit found one point seven percent with changed meaning. We'll take it.</a:t>
            </a:r>
            <a:endParaRPr b="0" lang="en-US" sz="2000" strike="noStrike" u="none">
              <a:solidFill>
                <a:srgbClr val="000000"/>
              </a:solidFill>
              <a:effectLst/>
              <a:uFillTx/>
              <a:latin typeface="Arial"/>
            </a:endParaRPr>
          </a:p>
        </p:txBody>
      </p:sp>
      <p:sp>
        <p:nvSpPr>
          <p:cNvPr id="481" name="PlaceHolder 3"/>
          <p:cNvSpPr>
            <a:spLocks noGrp="1"/>
          </p:cNvSpPr>
          <p:nvPr>
            <p:ph type="sldNum" idx="7"/>
          </p:nvPr>
        </p:nvSpPr>
        <p:spPr>
          <a:xfrm>
            <a:off x="3884760" y="8685360"/>
            <a:ext cx="2971440" cy="458280"/>
          </a:xfrm>
          <a:prstGeom prst="rect">
            <a:avLst/>
          </a:prstGeom>
          <a:noFill/>
          <a:ln w="0">
            <a:noFill/>
          </a:ln>
        </p:spPr>
        <p:txBody>
          <a:bodyPr lIns="91440" rIns="91440" tIns="45720" bIns="45720" anchor="b">
            <a:noAutofit/>
          </a:bodyPr>
          <a:lstStyle>
            <a:lvl1pPr indent="0" algn="r">
              <a:lnSpc>
                <a:spcPct val="100000"/>
              </a:lnSpc>
              <a:buNone/>
              <a:defRPr b="0" lang="en-US" sz="1200" strike="noStrike" u="none">
                <a:solidFill>
                  <a:srgbClr val="000000"/>
                </a:solidFill>
                <a:effectLst/>
                <a:uFillTx/>
                <a:latin typeface="Times New Roman"/>
              </a:defRPr>
            </a:lvl1pPr>
          </a:lstStyle>
          <a:p>
            <a:pPr indent="0" algn="r">
              <a:lnSpc>
                <a:spcPct val="100000"/>
              </a:lnSpc>
              <a:buNone/>
            </a:pPr>
            <a:fld id="{FDCC726C-BBCF-471E-9C16-E4FDABCDACB2}" type="slidenum">
              <a:rPr b="0" lang="en-US" sz="1200" strike="noStrike" u="none">
                <a:solidFill>
                  <a:srgbClr val="000000"/>
                </a:solidFill>
                <a:effectLst/>
                <a:uFillTx/>
                <a:latin typeface="Times New Roman"/>
              </a:rPr>
              <a:t>&lt;number&gt;</a:t>
            </a:fld>
            <a:endParaRPr b="0" lang="en-US" sz="1200" strike="noStrike" u="none">
              <a:solidFill>
                <a:srgbClr val="000000"/>
              </a:solidFill>
              <a:effectLst/>
              <a:uFillTx/>
              <a:latin typeface="Times New Roman"/>
            </a:endParaRPr>
          </a:p>
        </p:txBody>
      </p:sp>
    </p:spTree>
  </p:cSld>
</p:notes>
</file>

<file path=ppt/notesSlides/notesSlide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82" name="PlaceHolder 1"/>
          <p:cNvSpPr>
            <a:spLocks noGrp="1"/>
          </p:cNvSpPr>
          <p:nvPr>
            <p:ph type="sldImg"/>
          </p:nvPr>
        </p:nvSpPr>
        <p:spPr>
          <a:xfrm>
            <a:off x="1200240" y="1143000"/>
            <a:ext cx="4457520" cy="3085920"/>
          </a:xfrm>
          <a:prstGeom prst="rect">
            <a:avLst/>
          </a:prstGeom>
          <a:ln w="0">
            <a:noFill/>
          </a:ln>
        </p:spPr>
      </p:sp>
      <p:sp>
        <p:nvSpPr>
          <p:cNvPr id="483"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pPr>
            <a:r>
              <a:rPr b="0" lang="en-US" sz="2000" strike="noStrike" u="none">
                <a:solidFill>
                  <a:srgbClr val="000000"/>
                </a:solidFill>
                <a:effectLst/>
                <a:uFillTx/>
                <a:latin typeface="Arial"/>
              </a:rPr>
              <a:t>[Sanad]</a:t>
            </a:r>
            <a:endParaRPr b="0" lang="en-US" sz="2000" strike="noStrike" u="none">
              <a:solidFill>
                <a:srgbClr val="000000"/>
              </a:solidFill>
              <a:effectLst/>
              <a:uFillTx/>
              <a:latin typeface="Arial"/>
            </a:endParaRPr>
          </a:p>
          <a:p>
            <a:pPr indent="0">
              <a:lnSpc>
                <a:spcPct val="100000"/>
              </a:lnSpc>
              <a:buNone/>
            </a:pPr>
            <a:endParaRPr b="0" lang="en-US" sz="2000" strike="noStrike" u="none">
              <a:solidFill>
                <a:srgbClr val="000000"/>
              </a:solidFill>
              <a:effectLst/>
              <a:uFillTx/>
              <a:latin typeface="Arial"/>
            </a:endParaRPr>
          </a:p>
          <a:p>
            <a:pPr indent="0">
              <a:lnSpc>
                <a:spcPct val="100000"/>
              </a:lnSpc>
              <a:buNone/>
            </a:pPr>
            <a:r>
              <a:rPr b="0" lang="en-US" sz="2000" strike="noStrike" u="none">
                <a:solidFill>
                  <a:srgbClr val="000000"/>
                </a:solidFill>
                <a:effectLst/>
                <a:uFillTx/>
                <a:latin typeface="Arial"/>
              </a:rPr>
              <a:t>▶ Step 1 (on arrival; Two cards: SAMER (novels, half unchanged, word swaps) and other LLM-written sources (summaries))</a:t>
            </a:r>
            <a:endParaRPr b="0" lang="en-US" sz="2000" strike="noStrike" u="none">
              <a:solidFill>
                <a:srgbClr val="000000"/>
              </a:solidFill>
              <a:effectLst/>
              <a:uFillTx/>
              <a:latin typeface="Arial"/>
            </a:endParaRPr>
          </a:p>
          <a:p>
            <a:pPr indent="0">
              <a:lnSpc>
                <a:spcPct val="100000"/>
              </a:lnSpc>
              <a:buNone/>
            </a:pPr>
            <a:r>
              <a:rPr b="0" lang="en-US" sz="2000" strike="noStrike" u="none">
                <a:solidFill>
                  <a:srgbClr val="000000"/>
                </a:solidFill>
                <a:effectLst/>
                <a:uFillTx/>
                <a:latin typeface="Arial"/>
              </a:rPr>
              <a:t>We started with what existed. SAMER is novels: half its pairs are unchanged, and it swaps words but never splits sentences. The other sources mostly summarised.</a:t>
            </a:r>
            <a:endParaRPr b="0" lang="en-US" sz="2000" strike="noStrike" u="none">
              <a:solidFill>
                <a:srgbClr val="000000"/>
              </a:solidFill>
              <a:effectLst/>
              <a:uFillTx/>
              <a:latin typeface="Arial"/>
            </a:endParaRPr>
          </a:p>
          <a:p>
            <a:pPr indent="0">
              <a:lnSpc>
                <a:spcPct val="100000"/>
              </a:lnSpc>
              <a:buNone/>
            </a:pPr>
            <a:endParaRPr b="0" lang="en-US" sz="2000" strike="noStrike" u="none">
              <a:solidFill>
                <a:srgbClr val="000000"/>
              </a:solidFill>
              <a:effectLst/>
              <a:uFillTx/>
              <a:latin typeface="Arial"/>
            </a:endParaRPr>
          </a:p>
          <a:p>
            <a:pPr indent="0">
              <a:lnSpc>
                <a:spcPct val="100000"/>
              </a:lnSpc>
              <a:buNone/>
            </a:pPr>
            <a:r>
              <a:rPr b="0" lang="en-US" sz="2000" strike="noStrike" u="none">
                <a:solidFill>
                  <a:srgbClr val="000000"/>
                </a:solidFill>
                <a:effectLst/>
                <a:uFillTx/>
                <a:latin typeface="Arial"/>
              </a:rPr>
              <a:t>▶ Step 2 (step 2 (auto); Corpus v0: DeepSeek -&gt; validator -&gt; readability gate; three red chips; validator accepted 34% of planted additions)</a:t>
            </a:r>
            <a:endParaRPr b="0" lang="en-US" sz="2000" strike="noStrike" u="none">
              <a:solidFill>
                <a:srgbClr val="000000"/>
              </a:solidFill>
              <a:effectLst/>
              <a:uFillTx/>
              <a:latin typeface="Arial"/>
            </a:endParaRPr>
          </a:p>
          <a:p>
            <a:pPr indent="0">
              <a:lnSpc>
                <a:spcPct val="100000"/>
              </a:lnSpc>
              <a:buNone/>
            </a:pPr>
            <a:r>
              <a:rPr b="0" lang="en-US" sz="2000" strike="noStrike" u="none">
                <a:solidFill>
                  <a:srgbClr val="000000"/>
                </a:solidFill>
                <a:effectLst/>
                <a:uFillTx/>
                <a:latin typeface="Arial"/>
              </a:rPr>
              <a:t>So we wrote our own with DeepSeek. The audit was humbling: tashkeel in fifty-seven percent of rows, cut-off sentences helpfully completed, a validator that waved through a third of our planted errors. We trained nothing on it.</a:t>
            </a:r>
            <a:endParaRPr b="0" lang="en-US" sz="2000" strike="noStrike" u="none">
              <a:solidFill>
                <a:srgbClr val="000000"/>
              </a:solidFill>
              <a:effectLst/>
              <a:uFillTx/>
              <a:latin typeface="Arial"/>
            </a:endParaRPr>
          </a:p>
          <a:p>
            <a:pPr indent="0">
              <a:lnSpc>
                <a:spcPct val="100000"/>
              </a:lnSpc>
              <a:buNone/>
            </a:pPr>
            <a:endParaRPr b="0" lang="en-US" sz="2000" strike="noStrike" u="none">
              <a:solidFill>
                <a:srgbClr val="000000"/>
              </a:solidFill>
              <a:effectLst/>
              <a:uFillTx/>
              <a:latin typeface="Arial"/>
            </a:endParaRPr>
          </a:p>
          <a:p>
            <a:pPr indent="0">
              <a:lnSpc>
                <a:spcPct val="100000"/>
              </a:lnSpc>
              <a:buNone/>
            </a:pPr>
            <a:r>
              <a:rPr b="0" lang="en-US" sz="2000" strike="noStrike" u="none">
                <a:solidFill>
                  <a:srgbClr val="000000"/>
                </a:solidFill>
                <a:effectLst/>
                <a:uFillTx/>
                <a:latin typeface="Arial"/>
              </a:rPr>
              <a:t>▶ Step 3 (step 3 (auto); Pipeline v1: BAREC -&gt; strip tashkeel -&gt; route -&gt; Gemma 4 31B -&gt; code, readability and meaning gates)</a:t>
            </a:r>
            <a:endParaRPr b="0" lang="en-US" sz="2000" strike="noStrike" u="none">
              <a:solidFill>
                <a:srgbClr val="000000"/>
              </a:solidFill>
              <a:effectLst/>
              <a:uFillTx/>
              <a:latin typeface="Arial"/>
            </a:endParaRPr>
          </a:p>
          <a:p>
            <a:pPr indent="0">
              <a:lnSpc>
                <a:spcPct val="100000"/>
              </a:lnSpc>
              <a:buNone/>
            </a:pPr>
            <a:r>
              <a:rPr b="0" lang="en-US" sz="2000" strike="noStrike" u="none">
                <a:solidFill>
                  <a:srgbClr val="000000"/>
                </a:solidFill>
                <a:effectLst/>
                <a:uFillTx/>
                <a:latin typeface="Arial"/>
              </a:rPr>
              <a:t>Corpus v1 starts from BAREC, strips tashkeel, sets protected and short text aside, and has Gemma 4 31B rewrite the hard sentences behind three gates.</a:t>
            </a:r>
            <a:endParaRPr b="0" lang="en-US" sz="2000" strike="noStrike" u="none">
              <a:solidFill>
                <a:srgbClr val="000000"/>
              </a:solidFill>
              <a:effectLst/>
              <a:uFillTx/>
              <a:latin typeface="Arial"/>
            </a:endParaRPr>
          </a:p>
          <a:p>
            <a:pPr indent="0">
              <a:lnSpc>
                <a:spcPct val="100000"/>
              </a:lnSpc>
              <a:buNone/>
            </a:pPr>
            <a:endParaRPr b="0" lang="en-US" sz="2000" strike="noStrike" u="none">
              <a:solidFill>
                <a:srgbClr val="000000"/>
              </a:solidFill>
              <a:effectLst/>
              <a:uFillTx/>
              <a:latin typeface="Arial"/>
            </a:endParaRPr>
          </a:p>
          <a:p>
            <a:pPr indent="0">
              <a:lnSpc>
                <a:spcPct val="100000"/>
              </a:lnSpc>
              <a:buNone/>
            </a:pPr>
            <a:r>
              <a:rPr b="0" lang="en-US" sz="2000" strike="noStrike" u="none">
                <a:solidFill>
                  <a:srgbClr val="000000"/>
                </a:solidFill>
                <a:effectLst/>
                <a:uFillTx/>
                <a:latin typeface="Arial"/>
              </a:rPr>
              <a:t>▶ Step 4 (step 4 (auto); 14,975 rows lock in; audit badge: 1.7% meaning changed)</a:t>
            </a:r>
            <a:endParaRPr b="0" lang="en-US" sz="2000" strike="noStrike" u="none">
              <a:solidFill>
                <a:srgbClr val="000000"/>
              </a:solidFill>
              <a:effectLst/>
              <a:uFillTx/>
              <a:latin typeface="Arial"/>
            </a:endParaRPr>
          </a:p>
          <a:p>
            <a:pPr indent="0">
              <a:lnSpc>
                <a:spcPct val="100000"/>
              </a:lnSpc>
              <a:buNone/>
            </a:pPr>
            <a:r>
              <a:rPr b="0" lang="en-US" sz="2000" strike="noStrike" u="none">
                <a:solidFill>
                  <a:srgbClr val="000000"/>
                </a:solidFill>
                <a:effectLst/>
                <a:uFillTx/>
                <a:latin typeface="Arial"/>
              </a:rPr>
              <a:t>Fourteen thousand nine hundred seventy-five pairs survived. A blind audit found one point seven percent with changed meaning. We'll take it.</a:t>
            </a:r>
            <a:endParaRPr b="0" lang="en-US" sz="2000" strike="noStrike" u="none">
              <a:solidFill>
                <a:srgbClr val="000000"/>
              </a:solidFill>
              <a:effectLst/>
              <a:uFillTx/>
              <a:latin typeface="Arial"/>
            </a:endParaRPr>
          </a:p>
        </p:txBody>
      </p:sp>
      <p:sp>
        <p:nvSpPr>
          <p:cNvPr id="484" name="PlaceHolder 3"/>
          <p:cNvSpPr>
            <a:spLocks noGrp="1"/>
          </p:cNvSpPr>
          <p:nvPr>
            <p:ph type="sldNum" idx="8"/>
          </p:nvPr>
        </p:nvSpPr>
        <p:spPr>
          <a:xfrm>
            <a:off x="3884760" y="8685360"/>
            <a:ext cx="2971440" cy="458280"/>
          </a:xfrm>
          <a:prstGeom prst="rect">
            <a:avLst/>
          </a:prstGeom>
          <a:noFill/>
          <a:ln w="0">
            <a:noFill/>
          </a:ln>
        </p:spPr>
        <p:txBody>
          <a:bodyPr lIns="91440" rIns="91440" tIns="45720" bIns="45720" anchor="b">
            <a:noAutofit/>
          </a:bodyPr>
          <a:lstStyle>
            <a:lvl1pPr indent="0" algn="r">
              <a:lnSpc>
                <a:spcPct val="100000"/>
              </a:lnSpc>
              <a:buNone/>
              <a:defRPr b="0" lang="en-US" sz="1200" strike="noStrike" u="none">
                <a:solidFill>
                  <a:srgbClr val="000000"/>
                </a:solidFill>
                <a:effectLst/>
                <a:uFillTx/>
                <a:latin typeface="Times New Roman"/>
              </a:defRPr>
            </a:lvl1pPr>
          </a:lstStyle>
          <a:p>
            <a:pPr indent="0" algn="r">
              <a:lnSpc>
                <a:spcPct val="100000"/>
              </a:lnSpc>
              <a:buNone/>
            </a:pPr>
            <a:fld id="{BA880B50-9D16-441C-9EDC-1BBD724995A8}" type="slidenum">
              <a:rPr b="0" lang="en-US" sz="1200" strike="noStrike" u="none">
                <a:solidFill>
                  <a:srgbClr val="000000"/>
                </a:solidFill>
                <a:effectLst/>
                <a:uFillTx/>
                <a:latin typeface="Times New Roman"/>
              </a:rPr>
              <a:t>&lt;number&gt;</a:t>
            </a:fld>
            <a:endParaRPr b="0" lang="en-US" sz="1200" strike="noStrike" u="none">
              <a:solidFill>
                <a:srgbClr val="000000"/>
              </a:solidFill>
              <a:effectLst/>
              <a:uFillTx/>
              <a:latin typeface="Times New Roman"/>
            </a:endParaRPr>
          </a:p>
        </p:txBody>
      </p:sp>
    </p:spTree>
  </p:cSld>
</p:notes>
</file>

<file path=ppt/notesSlides/notesSlide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85" name="PlaceHolder 1"/>
          <p:cNvSpPr>
            <a:spLocks noGrp="1"/>
          </p:cNvSpPr>
          <p:nvPr>
            <p:ph type="sldImg"/>
          </p:nvPr>
        </p:nvSpPr>
        <p:spPr>
          <a:xfrm>
            <a:off x="1200240" y="1143000"/>
            <a:ext cx="4457520" cy="3085920"/>
          </a:xfrm>
          <a:prstGeom prst="rect">
            <a:avLst/>
          </a:prstGeom>
          <a:ln w="0">
            <a:noFill/>
          </a:ln>
        </p:spPr>
      </p:sp>
      <p:sp>
        <p:nvSpPr>
          <p:cNvPr id="486"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pPr>
            <a:r>
              <a:rPr b="0" lang="en-US" sz="2000" strike="noStrike" u="none">
                <a:solidFill>
                  <a:srgbClr val="000000"/>
                </a:solidFill>
                <a:effectLst/>
                <a:uFillTx/>
                <a:latin typeface="Arial"/>
              </a:rPr>
              <a:t>[Sanad]</a:t>
            </a:r>
            <a:endParaRPr b="0" lang="en-US" sz="2000" strike="noStrike" u="none">
              <a:solidFill>
                <a:srgbClr val="000000"/>
              </a:solidFill>
              <a:effectLst/>
              <a:uFillTx/>
              <a:latin typeface="Arial"/>
            </a:endParaRPr>
          </a:p>
          <a:p>
            <a:pPr indent="0">
              <a:lnSpc>
                <a:spcPct val="100000"/>
              </a:lnSpc>
              <a:buNone/>
            </a:pPr>
            <a:endParaRPr b="0" lang="en-US" sz="2000" strike="noStrike" u="none">
              <a:solidFill>
                <a:srgbClr val="000000"/>
              </a:solidFill>
              <a:effectLst/>
              <a:uFillTx/>
              <a:latin typeface="Arial"/>
            </a:endParaRPr>
          </a:p>
          <a:p>
            <a:pPr indent="0">
              <a:lnSpc>
                <a:spcPct val="100000"/>
              </a:lnSpc>
              <a:buNone/>
            </a:pPr>
            <a:r>
              <a:rPr b="0" lang="en-US" sz="2000" strike="noStrike" u="none">
                <a:solidFill>
                  <a:srgbClr val="000000"/>
                </a:solidFill>
                <a:effectLst/>
                <a:uFillTx/>
                <a:latin typeface="Arial"/>
              </a:rPr>
              <a:t>▶ Step 1 (on arrival; Two cards: SAMER (novels, half unchanged, word swaps) and other LLM-written sources (summaries))</a:t>
            </a:r>
            <a:endParaRPr b="0" lang="en-US" sz="2000" strike="noStrike" u="none">
              <a:solidFill>
                <a:srgbClr val="000000"/>
              </a:solidFill>
              <a:effectLst/>
              <a:uFillTx/>
              <a:latin typeface="Arial"/>
            </a:endParaRPr>
          </a:p>
          <a:p>
            <a:pPr indent="0">
              <a:lnSpc>
                <a:spcPct val="100000"/>
              </a:lnSpc>
              <a:buNone/>
            </a:pPr>
            <a:r>
              <a:rPr b="0" lang="en-US" sz="2000" strike="noStrike" u="none">
                <a:solidFill>
                  <a:srgbClr val="000000"/>
                </a:solidFill>
                <a:effectLst/>
                <a:uFillTx/>
                <a:latin typeface="Arial"/>
              </a:rPr>
              <a:t>We started with what existed. SAMER is novels: half its pairs are unchanged, and it swaps words but never splits sentences. The other sources mostly summarised.</a:t>
            </a:r>
            <a:endParaRPr b="0" lang="en-US" sz="2000" strike="noStrike" u="none">
              <a:solidFill>
                <a:srgbClr val="000000"/>
              </a:solidFill>
              <a:effectLst/>
              <a:uFillTx/>
              <a:latin typeface="Arial"/>
            </a:endParaRPr>
          </a:p>
          <a:p>
            <a:pPr indent="0">
              <a:lnSpc>
                <a:spcPct val="100000"/>
              </a:lnSpc>
              <a:buNone/>
            </a:pPr>
            <a:endParaRPr b="0" lang="en-US" sz="2000" strike="noStrike" u="none">
              <a:solidFill>
                <a:srgbClr val="000000"/>
              </a:solidFill>
              <a:effectLst/>
              <a:uFillTx/>
              <a:latin typeface="Arial"/>
            </a:endParaRPr>
          </a:p>
          <a:p>
            <a:pPr indent="0">
              <a:lnSpc>
                <a:spcPct val="100000"/>
              </a:lnSpc>
              <a:buNone/>
            </a:pPr>
            <a:r>
              <a:rPr b="0" lang="en-US" sz="2000" strike="noStrike" u="none">
                <a:solidFill>
                  <a:srgbClr val="000000"/>
                </a:solidFill>
                <a:effectLst/>
                <a:uFillTx/>
                <a:latin typeface="Arial"/>
              </a:rPr>
              <a:t>▶ Step 2 (step 2 (auto); Corpus v0: DeepSeek -&gt; validator -&gt; readability gate; three red chips; validator accepted 34% of planted additions)</a:t>
            </a:r>
            <a:endParaRPr b="0" lang="en-US" sz="2000" strike="noStrike" u="none">
              <a:solidFill>
                <a:srgbClr val="000000"/>
              </a:solidFill>
              <a:effectLst/>
              <a:uFillTx/>
              <a:latin typeface="Arial"/>
            </a:endParaRPr>
          </a:p>
          <a:p>
            <a:pPr indent="0">
              <a:lnSpc>
                <a:spcPct val="100000"/>
              </a:lnSpc>
              <a:buNone/>
            </a:pPr>
            <a:r>
              <a:rPr b="0" lang="en-US" sz="2000" strike="noStrike" u="none">
                <a:solidFill>
                  <a:srgbClr val="000000"/>
                </a:solidFill>
                <a:effectLst/>
                <a:uFillTx/>
                <a:latin typeface="Arial"/>
              </a:rPr>
              <a:t>So we wrote our own with DeepSeek. The audit was humbling: tashkeel in fifty-seven percent of rows, cut-off sentences helpfully completed, a validator that waved through a third of our planted errors. We trained nothing on it.</a:t>
            </a:r>
            <a:endParaRPr b="0" lang="en-US" sz="2000" strike="noStrike" u="none">
              <a:solidFill>
                <a:srgbClr val="000000"/>
              </a:solidFill>
              <a:effectLst/>
              <a:uFillTx/>
              <a:latin typeface="Arial"/>
            </a:endParaRPr>
          </a:p>
          <a:p>
            <a:pPr indent="0">
              <a:lnSpc>
                <a:spcPct val="100000"/>
              </a:lnSpc>
              <a:buNone/>
            </a:pPr>
            <a:endParaRPr b="0" lang="en-US" sz="2000" strike="noStrike" u="none">
              <a:solidFill>
                <a:srgbClr val="000000"/>
              </a:solidFill>
              <a:effectLst/>
              <a:uFillTx/>
              <a:latin typeface="Arial"/>
            </a:endParaRPr>
          </a:p>
          <a:p>
            <a:pPr indent="0">
              <a:lnSpc>
                <a:spcPct val="100000"/>
              </a:lnSpc>
              <a:buNone/>
            </a:pPr>
            <a:r>
              <a:rPr b="0" lang="en-US" sz="2000" strike="noStrike" u="none">
                <a:solidFill>
                  <a:srgbClr val="000000"/>
                </a:solidFill>
                <a:effectLst/>
                <a:uFillTx/>
                <a:latin typeface="Arial"/>
              </a:rPr>
              <a:t>▶ Step 3 (step 3 (auto); Pipeline v1: BAREC -&gt; strip tashkeel -&gt; route -&gt; Gemma 4 31B -&gt; code, readability and meaning gates)</a:t>
            </a:r>
            <a:endParaRPr b="0" lang="en-US" sz="2000" strike="noStrike" u="none">
              <a:solidFill>
                <a:srgbClr val="000000"/>
              </a:solidFill>
              <a:effectLst/>
              <a:uFillTx/>
              <a:latin typeface="Arial"/>
            </a:endParaRPr>
          </a:p>
          <a:p>
            <a:pPr indent="0">
              <a:lnSpc>
                <a:spcPct val="100000"/>
              </a:lnSpc>
              <a:buNone/>
            </a:pPr>
            <a:r>
              <a:rPr b="0" lang="en-US" sz="2000" strike="noStrike" u="none">
                <a:solidFill>
                  <a:srgbClr val="000000"/>
                </a:solidFill>
                <a:effectLst/>
                <a:uFillTx/>
                <a:latin typeface="Arial"/>
              </a:rPr>
              <a:t>Corpus v1 starts from BAREC, strips tashkeel, sets protected and short text aside, and has Gemma 4 31B rewrite the hard sentences behind three gates.</a:t>
            </a:r>
            <a:endParaRPr b="0" lang="en-US" sz="2000" strike="noStrike" u="none">
              <a:solidFill>
                <a:srgbClr val="000000"/>
              </a:solidFill>
              <a:effectLst/>
              <a:uFillTx/>
              <a:latin typeface="Arial"/>
            </a:endParaRPr>
          </a:p>
          <a:p>
            <a:pPr indent="0">
              <a:lnSpc>
                <a:spcPct val="100000"/>
              </a:lnSpc>
              <a:buNone/>
            </a:pPr>
            <a:endParaRPr b="0" lang="en-US" sz="2000" strike="noStrike" u="none">
              <a:solidFill>
                <a:srgbClr val="000000"/>
              </a:solidFill>
              <a:effectLst/>
              <a:uFillTx/>
              <a:latin typeface="Arial"/>
            </a:endParaRPr>
          </a:p>
          <a:p>
            <a:pPr indent="0">
              <a:lnSpc>
                <a:spcPct val="100000"/>
              </a:lnSpc>
              <a:buNone/>
            </a:pPr>
            <a:r>
              <a:rPr b="0" lang="en-US" sz="2000" strike="noStrike" u="none">
                <a:solidFill>
                  <a:srgbClr val="000000"/>
                </a:solidFill>
                <a:effectLst/>
                <a:uFillTx/>
                <a:latin typeface="Arial"/>
              </a:rPr>
              <a:t>▶ Step 4 (step 4 (auto); 14,975 rows lock in; audit badge: 1.7% meaning changed)</a:t>
            </a:r>
            <a:endParaRPr b="0" lang="en-US" sz="2000" strike="noStrike" u="none">
              <a:solidFill>
                <a:srgbClr val="000000"/>
              </a:solidFill>
              <a:effectLst/>
              <a:uFillTx/>
              <a:latin typeface="Arial"/>
            </a:endParaRPr>
          </a:p>
          <a:p>
            <a:pPr indent="0">
              <a:lnSpc>
                <a:spcPct val="100000"/>
              </a:lnSpc>
              <a:buNone/>
            </a:pPr>
            <a:r>
              <a:rPr b="0" lang="en-US" sz="2000" strike="noStrike" u="none">
                <a:solidFill>
                  <a:srgbClr val="000000"/>
                </a:solidFill>
                <a:effectLst/>
                <a:uFillTx/>
                <a:latin typeface="Arial"/>
              </a:rPr>
              <a:t>Fourteen thousand nine hundred seventy-five pairs survived. A blind audit found one point seven percent with changed meaning. We'll take it.</a:t>
            </a:r>
            <a:endParaRPr b="0" lang="en-US" sz="2000" strike="noStrike" u="none">
              <a:solidFill>
                <a:srgbClr val="000000"/>
              </a:solidFill>
              <a:effectLst/>
              <a:uFillTx/>
              <a:latin typeface="Arial"/>
            </a:endParaRPr>
          </a:p>
        </p:txBody>
      </p:sp>
      <p:sp>
        <p:nvSpPr>
          <p:cNvPr id="487" name="PlaceHolder 3"/>
          <p:cNvSpPr>
            <a:spLocks noGrp="1"/>
          </p:cNvSpPr>
          <p:nvPr>
            <p:ph type="sldNum" idx="9"/>
          </p:nvPr>
        </p:nvSpPr>
        <p:spPr>
          <a:xfrm>
            <a:off x="3884760" y="8685360"/>
            <a:ext cx="2971440" cy="458280"/>
          </a:xfrm>
          <a:prstGeom prst="rect">
            <a:avLst/>
          </a:prstGeom>
          <a:noFill/>
          <a:ln w="0">
            <a:noFill/>
          </a:ln>
        </p:spPr>
        <p:txBody>
          <a:bodyPr lIns="91440" rIns="91440" tIns="45720" bIns="45720" anchor="b">
            <a:noAutofit/>
          </a:bodyPr>
          <a:lstStyle>
            <a:lvl1pPr indent="0" algn="r">
              <a:lnSpc>
                <a:spcPct val="100000"/>
              </a:lnSpc>
              <a:buNone/>
              <a:defRPr b="0" lang="en-US" sz="1200" strike="noStrike" u="none">
                <a:solidFill>
                  <a:srgbClr val="000000"/>
                </a:solidFill>
                <a:effectLst/>
                <a:uFillTx/>
                <a:latin typeface="Times New Roman"/>
              </a:defRPr>
            </a:lvl1pPr>
          </a:lstStyle>
          <a:p>
            <a:pPr indent="0" algn="r">
              <a:lnSpc>
                <a:spcPct val="100000"/>
              </a:lnSpc>
              <a:buNone/>
            </a:pPr>
            <a:fld id="{B6253C5C-F892-4D3C-8196-6C555F116DE0}" type="slidenum">
              <a:rPr b="0" lang="en-US" sz="1200" strike="noStrike" u="none">
                <a:solidFill>
                  <a:srgbClr val="000000"/>
                </a:solidFill>
                <a:effectLst/>
                <a:uFillTx/>
                <a:latin typeface="Times New Roman"/>
              </a:rPr>
              <a:t>&lt;number&gt;</a:t>
            </a:fld>
            <a:endParaRPr b="0" lang="en-US" sz="1200" strike="noStrike" u="none">
              <a:solidFill>
                <a:srgbClr val="000000"/>
              </a:solidFill>
              <a:effectLst/>
              <a:uFillTx/>
              <a:latin typeface="Times New Roman"/>
            </a:endParaRPr>
          </a:p>
        </p:txBody>
      </p:sp>
    </p:spTree>
  </p:cSld>
</p:notes>
</file>

<file path=ppt/notesSlides/notesSlide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88" name="PlaceHolder 1"/>
          <p:cNvSpPr>
            <a:spLocks noGrp="1"/>
          </p:cNvSpPr>
          <p:nvPr>
            <p:ph type="sldImg"/>
          </p:nvPr>
        </p:nvSpPr>
        <p:spPr>
          <a:xfrm>
            <a:off x="1200240" y="1143000"/>
            <a:ext cx="4457520" cy="3085920"/>
          </a:xfrm>
          <a:prstGeom prst="rect">
            <a:avLst/>
          </a:prstGeom>
          <a:ln w="0">
            <a:noFill/>
          </a:ln>
        </p:spPr>
      </p:sp>
      <p:sp>
        <p:nvSpPr>
          <p:cNvPr id="489"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pPr>
            <a:r>
              <a:rPr b="0" lang="en-US" sz="2000" strike="noStrike" u="none">
                <a:solidFill>
                  <a:srgbClr val="000000"/>
                </a:solidFill>
                <a:effectLst/>
                <a:uFillTx/>
                <a:latin typeface="Arial"/>
              </a:rPr>
              <a:t>[Sanad]</a:t>
            </a:r>
            <a:endParaRPr b="0" lang="en-US" sz="2000" strike="noStrike" u="none">
              <a:solidFill>
                <a:srgbClr val="000000"/>
              </a:solidFill>
              <a:effectLst/>
              <a:uFillTx/>
              <a:latin typeface="Arial"/>
            </a:endParaRPr>
          </a:p>
          <a:p>
            <a:pPr indent="0">
              <a:lnSpc>
                <a:spcPct val="100000"/>
              </a:lnSpc>
              <a:buNone/>
            </a:pPr>
            <a:endParaRPr b="0" lang="en-US" sz="2000" strike="noStrike" u="none">
              <a:solidFill>
                <a:srgbClr val="000000"/>
              </a:solidFill>
              <a:effectLst/>
              <a:uFillTx/>
              <a:latin typeface="Arial"/>
            </a:endParaRPr>
          </a:p>
          <a:p>
            <a:pPr indent="0">
              <a:lnSpc>
                <a:spcPct val="100000"/>
              </a:lnSpc>
              <a:buNone/>
            </a:pPr>
            <a:r>
              <a:rPr b="0" lang="en-US" sz="2000" strike="noStrike" u="none">
                <a:solidFill>
                  <a:srgbClr val="000000"/>
                </a:solidFill>
                <a:effectLst/>
                <a:uFillTx/>
                <a:latin typeface="Arial"/>
              </a:rPr>
              <a:t>▶ Step 1 (on arrival; Two cards: SAMER (novels, half unchanged, word swaps) and other LLM-written sources (summaries))</a:t>
            </a:r>
            <a:endParaRPr b="0" lang="en-US" sz="2000" strike="noStrike" u="none">
              <a:solidFill>
                <a:srgbClr val="000000"/>
              </a:solidFill>
              <a:effectLst/>
              <a:uFillTx/>
              <a:latin typeface="Arial"/>
            </a:endParaRPr>
          </a:p>
          <a:p>
            <a:pPr indent="0">
              <a:lnSpc>
                <a:spcPct val="100000"/>
              </a:lnSpc>
              <a:buNone/>
            </a:pPr>
            <a:r>
              <a:rPr b="0" lang="en-US" sz="2000" strike="noStrike" u="none">
                <a:solidFill>
                  <a:srgbClr val="000000"/>
                </a:solidFill>
                <a:effectLst/>
                <a:uFillTx/>
                <a:latin typeface="Arial"/>
              </a:rPr>
              <a:t>We started with what existed. SAMER is novels: half its pairs are unchanged, and it swaps words but never splits sentences. The other sources mostly summarised.</a:t>
            </a:r>
            <a:endParaRPr b="0" lang="en-US" sz="2000" strike="noStrike" u="none">
              <a:solidFill>
                <a:srgbClr val="000000"/>
              </a:solidFill>
              <a:effectLst/>
              <a:uFillTx/>
              <a:latin typeface="Arial"/>
            </a:endParaRPr>
          </a:p>
          <a:p>
            <a:pPr indent="0">
              <a:lnSpc>
                <a:spcPct val="100000"/>
              </a:lnSpc>
              <a:buNone/>
            </a:pPr>
            <a:endParaRPr b="0" lang="en-US" sz="2000" strike="noStrike" u="none">
              <a:solidFill>
                <a:srgbClr val="000000"/>
              </a:solidFill>
              <a:effectLst/>
              <a:uFillTx/>
              <a:latin typeface="Arial"/>
            </a:endParaRPr>
          </a:p>
          <a:p>
            <a:pPr indent="0">
              <a:lnSpc>
                <a:spcPct val="100000"/>
              </a:lnSpc>
              <a:buNone/>
            </a:pPr>
            <a:r>
              <a:rPr b="0" lang="en-US" sz="2000" strike="noStrike" u="none">
                <a:solidFill>
                  <a:srgbClr val="000000"/>
                </a:solidFill>
                <a:effectLst/>
                <a:uFillTx/>
                <a:latin typeface="Arial"/>
              </a:rPr>
              <a:t>▶ Step 2 (step 2 (auto); Corpus v0: DeepSeek -&gt; validator -&gt; readability gate; three red chips; validator accepted 34% of planted additions)</a:t>
            </a:r>
            <a:endParaRPr b="0" lang="en-US" sz="2000" strike="noStrike" u="none">
              <a:solidFill>
                <a:srgbClr val="000000"/>
              </a:solidFill>
              <a:effectLst/>
              <a:uFillTx/>
              <a:latin typeface="Arial"/>
            </a:endParaRPr>
          </a:p>
          <a:p>
            <a:pPr indent="0">
              <a:lnSpc>
                <a:spcPct val="100000"/>
              </a:lnSpc>
              <a:buNone/>
            </a:pPr>
            <a:r>
              <a:rPr b="0" lang="en-US" sz="2000" strike="noStrike" u="none">
                <a:solidFill>
                  <a:srgbClr val="000000"/>
                </a:solidFill>
                <a:effectLst/>
                <a:uFillTx/>
                <a:latin typeface="Arial"/>
              </a:rPr>
              <a:t>So we wrote our own with DeepSeek. The audit was humbling: tashkeel in fifty-seven percent of rows, cut-off sentences helpfully completed, a validator that waved through a third of our planted errors. We trained nothing on it.</a:t>
            </a:r>
            <a:endParaRPr b="0" lang="en-US" sz="2000" strike="noStrike" u="none">
              <a:solidFill>
                <a:srgbClr val="000000"/>
              </a:solidFill>
              <a:effectLst/>
              <a:uFillTx/>
              <a:latin typeface="Arial"/>
            </a:endParaRPr>
          </a:p>
          <a:p>
            <a:pPr indent="0">
              <a:lnSpc>
                <a:spcPct val="100000"/>
              </a:lnSpc>
              <a:buNone/>
            </a:pPr>
            <a:endParaRPr b="0" lang="en-US" sz="2000" strike="noStrike" u="none">
              <a:solidFill>
                <a:srgbClr val="000000"/>
              </a:solidFill>
              <a:effectLst/>
              <a:uFillTx/>
              <a:latin typeface="Arial"/>
            </a:endParaRPr>
          </a:p>
          <a:p>
            <a:pPr indent="0">
              <a:lnSpc>
                <a:spcPct val="100000"/>
              </a:lnSpc>
              <a:buNone/>
            </a:pPr>
            <a:r>
              <a:rPr b="0" lang="en-US" sz="2000" strike="noStrike" u="none">
                <a:solidFill>
                  <a:srgbClr val="000000"/>
                </a:solidFill>
                <a:effectLst/>
                <a:uFillTx/>
                <a:latin typeface="Arial"/>
              </a:rPr>
              <a:t>▶ Step 3 (step 3 (auto); Pipeline v1: BAREC -&gt; strip tashkeel -&gt; route -&gt; Gemma 4 31B -&gt; code, readability and meaning gates)</a:t>
            </a:r>
            <a:endParaRPr b="0" lang="en-US" sz="2000" strike="noStrike" u="none">
              <a:solidFill>
                <a:srgbClr val="000000"/>
              </a:solidFill>
              <a:effectLst/>
              <a:uFillTx/>
              <a:latin typeface="Arial"/>
            </a:endParaRPr>
          </a:p>
          <a:p>
            <a:pPr indent="0">
              <a:lnSpc>
                <a:spcPct val="100000"/>
              </a:lnSpc>
              <a:buNone/>
            </a:pPr>
            <a:r>
              <a:rPr b="0" lang="en-US" sz="2000" strike="noStrike" u="none">
                <a:solidFill>
                  <a:srgbClr val="000000"/>
                </a:solidFill>
                <a:effectLst/>
                <a:uFillTx/>
                <a:latin typeface="Arial"/>
              </a:rPr>
              <a:t>Corpus v1 starts from BAREC, strips tashkeel, sets protected and short text aside, and has Gemma 4 31B rewrite the hard sentences behind three gates.</a:t>
            </a:r>
            <a:endParaRPr b="0" lang="en-US" sz="2000" strike="noStrike" u="none">
              <a:solidFill>
                <a:srgbClr val="000000"/>
              </a:solidFill>
              <a:effectLst/>
              <a:uFillTx/>
              <a:latin typeface="Arial"/>
            </a:endParaRPr>
          </a:p>
          <a:p>
            <a:pPr indent="0">
              <a:lnSpc>
                <a:spcPct val="100000"/>
              </a:lnSpc>
              <a:buNone/>
            </a:pPr>
            <a:endParaRPr b="0" lang="en-US" sz="2000" strike="noStrike" u="none">
              <a:solidFill>
                <a:srgbClr val="000000"/>
              </a:solidFill>
              <a:effectLst/>
              <a:uFillTx/>
              <a:latin typeface="Arial"/>
            </a:endParaRPr>
          </a:p>
          <a:p>
            <a:pPr indent="0">
              <a:lnSpc>
                <a:spcPct val="100000"/>
              </a:lnSpc>
              <a:buNone/>
            </a:pPr>
            <a:r>
              <a:rPr b="0" lang="en-US" sz="2000" strike="noStrike" u="none">
                <a:solidFill>
                  <a:srgbClr val="000000"/>
                </a:solidFill>
                <a:effectLst/>
                <a:uFillTx/>
                <a:latin typeface="Arial"/>
              </a:rPr>
              <a:t>▶ Step 4 (step 4 (auto); 14,975 rows lock in; audit badge: 1.7% meaning changed)</a:t>
            </a:r>
            <a:endParaRPr b="0" lang="en-US" sz="2000" strike="noStrike" u="none">
              <a:solidFill>
                <a:srgbClr val="000000"/>
              </a:solidFill>
              <a:effectLst/>
              <a:uFillTx/>
              <a:latin typeface="Arial"/>
            </a:endParaRPr>
          </a:p>
          <a:p>
            <a:pPr indent="0">
              <a:lnSpc>
                <a:spcPct val="100000"/>
              </a:lnSpc>
              <a:buNone/>
            </a:pPr>
            <a:r>
              <a:rPr b="0" lang="en-US" sz="2000" strike="noStrike" u="none">
                <a:solidFill>
                  <a:srgbClr val="000000"/>
                </a:solidFill>
                <a:effectLst/>
                <a:uFillTx/>
                <a:latin typeface="Arial"/>
              </a:rPr>
              <a:t>Fourteen thousand nine hundred seventy-five pairs survived. A blind audit found one point seven percent with changed meaning. We'll take it.</a:t>
            </a:r>
            <a:endParaRPr b="0" lang="en-US" sz="2000" strike="noStrike" u="none">
              <a:solidFill>
                <a:srgbClr val="000000"/>
              </a:solidFill>
              <a:effectLst/>
              <a:uFillTx/>
              <a:latin typeface="Arial"/>
            </a:endParaRPr>
          </a:p>
        </p:txBody>
      </p:sp>
      <p:sp>
        <p:nvSpPr>
          <p:cNvPr id="490" name="PlaceHolder 3"/>
          <p:cNvSpPr>
            <a:spLocks noGrp="1"/>
          </p:cNvSpPr>
          <p:nvPr>
            <p:ph type="sldNum" idx="10"/>
          </p:nvPr>
        </p:nvSpPr>
        <p:spPr>
          <a:xfrm>
            <a:off x="3884760" y="8685360"/>
            <a:ext cx="2971440" cy="458280"/>
          </a:xfrm>
          <a:prstGeom prst="rect">
            <a:avLst/>
          </a:prstGeom>
          <a:noFill/>
          <a:ln w="0">
            <a:noFill/>
          </a:ln>
        </p:spPr>
        <p:txBody>
          <a:bodyPr lIns="91440" rIns="91440" tIns="45720" bIns="45720" anchor="b">
            <a:noAutofit/>
          </a:bodyPr>
          <a:lstStyle>
            <a:lvl1pPr indent="0" algn="r">
              <a:lnSpc>
                <a:spcPct val="100000"/>
              </a:lnSpc>
              <a:buNone/>
              <a:defRPr b="0" lang="en-US" sz="1200" strike="noStrike" u="none">
                <a:solidFill>
                  <a:srgbClr val="000000"/>
                </a:solidFill>
                <a:effectLst/>
                <a:uFillTx/>
                <a:latin typeface="Times New Roman"/>
              </a:defRPr>
            </a:lvl1pPr>
          </a:lstStyle>
          <a:p>
            <a:pPr indent="0" algn="r">
              <a:lnSpc>
                <a:spcPct val="100000"/>
              </a:lnSpc>
              <a:buNone/>
            </a:pPr>
            <a:fld id="{AAB1A4BF-09F3-4F04-808A-A322060227F9}" type="slidenum">
              <a:rPr b="0" lang="en-US" sz="1200" strike="noStrike" u="none">
                <a:solidFill>
                  <a:srgbClr val="000000"/>
                </a:solidFill>
                <a:effectLst/>
                <a:uFillTx/>
                <a:latin typeface="Times New Roman"/>
              </a:rPr>
              <a:t>&lt;number&gt;</a:t>
            </a:fld>
            <a:endParaRPr b="0" lang="en-US" sz="1200" strike="noStrike" u="none">
              <a:solidFill>
                <a:srgbClr val="000000"/>
              </a:solidFill>
              <a:effectLst/>
              <a:uFillTx/>
              <a:latin typeface="Times New Roman"/>
            </a:endParaRPr>
          </a:p>
        </p:txBody>
      </p:sp>
    </p:spTree>
  </p:cSld>
</p:notes>
</file>

<file path=ppt/notesSlides/notesSlide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91" name="PlaceHolder 1"/>
          <p:cNvSpPr>
            <a:spLocks noGrp="1"/>
          </p:cNvSpPr>
          <p:nvPr>
            <p:ph type="sldImg"/>
          </p:nvPr>
        </p:nvSpPr>
        <p:spPr>
          <a:xfrm>
            <a:off x="1200240" y="1143000"/>
            <a:ext cx="4457520" cy="3085920"/>
          </a:xfrm>
          <a:prstGeom prst="rect">
            <a:avLst/>
          </a:prstGeom>
          <a:ln w="0">
            <a:noFill/>
          </a:ln>
        </p:spPr>
      </p:sp>
      <p:sp>
        <p:nvSpPr>
          <p:cNvPr id="492"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pPr>
            <a:r>
              <a:rPr b="0" lang="en-US" sz="2000" strike="noStrike" u="none">
                <a:solidFill>
                  <a:srgbClr val="000000"/>
                </a:solidFill>
                <a:effectLst/>
                <a:uFillTx/>
                <a:latin typeface="Arial"/>
              </a:rPr>
              <a:t>[Sanad]</a:t>
            </a:r>
            <a:endParaRPr b="0" lang="en-US" sz="2000" strike="noStrike" u="none">
              <a:solidFill>
                <a:srgbClr val="000000"/>
              </a:solidFill>
              <a:effectLst/>
              <a:uFillTx/>
              <a:latin typeface="Arial"/>
            </a:endParaRPr>
          </a:p>
          <a:p>
            <a:pPr indent="0">
              <a:lnSpc>
                <a:spcPct val="100000"/>
              </a:lnSpc>
              <a:buNone/>
            </a:pPr>
            <a:endParaRPr b="0" lang="en-US" sz="2000" strike="noStrike" u="none">
              <a:solidFill>
                <a:srgbClr val="000000"/>
              </a:solidFill>
              <a:effectLst/>
              <a:uFillTx/>
              <a:latin typeface="Arial"/>
            </a:endParaRPr>
          </a:p>
          <a:p>
            <a:pPr indent="0">
              <a:lnSpc>
                <a:spcPct val="100000"/>
              </a:lnSpc>
              <a:buNone/>
            </a:pPr>
            <a:r>
              <a:rPr b="0" lang="en-US" sz="2000" strike="noStrike" u="none">
                <a:solidFill>
                  <a:srgbClr val="000000"/>
                </a:solidFill>
                <a:effectLst/>
                <a:uFillTx/>
                <a:latin typeface="Arial"/>
              </a:rPr>
              <a:t>▶ Step 1 (on arrival; Lane v0.1: AraT5v2 on SAMER. Found: returned 65% of rows unchanged, swapped single words)</a:t>
            </a:r>
            <a:endParaRPr b="0" lang="en-US" sz="2000" strike="noStrike" u="none">
              <a:solidFill>
                <a:srgbClr val="000000"/>
              </a:solidFill>
              <a:effectLst/>
              <a:uFillTx/>
              <a:latin typeface="Arial"/>
            </a:endParaRPr>
          </a:p>
          <a:p>
            <a:pPr indent="0">
              <a:lnSpc>
                <a:spcPct val="100000"/>
              </a:lnSpc>
              <a:buNone/>
            </a:pPr>
            <a:r>
              <a:rPr b="0" lang="en-US" sz="2000" strike="noStrike" u="none">
                <a:solidFill>
                  <a:srgbClr val="000000"/>
                </a:solidFill>
                <a:effectLst/>
                <a:uFillTx/>
                <a:latin typeface="Arial"/>
              </a:rPr>
              <a:t>BayanSimplify v0.1 trained on SAMER. It returned sixty-five percent of sentences untouched, where editors leave forty-nine. Bold strategy: change nothing.</a:t>
            </a:r>
            <a:endParaRPr b="0" lang="en-US" sz="2000" strike="noStrike" u="none">
              <a:solidFill>
                <a:srgbClr val="000000"/>
              </a:solidFill>
              <a:effectLst/>
              <a:uFillTx/>
              <a:latin typeface="Arial"/>
            </a:endParaRPr>
          </a:p>
          <a:p>
            <a:pPr indent="0">
              <a:lnSpc>
                <a:spcPct val="100000"/>
              </a:lnSpc>
              <a:buNone/>
            </a:pPr>
            <a:endParaRPr b="0" lang="en-US" sz="2000" strike="noStrike" u="none">
              <a:solidFill>
                <a:srgbClr val="000000"/>
              </a:solidFill>
              <a:effectLst/>
              <a:uFillTx/>
              <a:latin typeface="Arial"/>
            </a:endParaRPr>
          </a:p>
          <a:p>
            <a:pPr indent="0">
              <a:lnSpc>
                <a:spcPct val="100000"/>
              </a:lnSpc>
              <a:buNone/>
            </a:pPr>
            <a:r>
              <a:rPr b="0" lang="en-US" sz="2000" strike="noStrike" u="none">
                <a:solidFill>
                  <a:srgbClr val="000000"/>
                </a:solidFill>
                <a:effectLst/>
                <a:uFillTx/>
                <a:latin typeface="Arial"/>
              </a:rPr>
              <a:t>▶ Step 2 (step 2 (auto); Lane v0.2: two models, AraT5v2 (v0.2) and AraBART (v0.2-Fast); meaning kept 60% / 40%; the tag costs meaning)</a:t>
            </a:r>
            <a:endParaRPr b="0" lang="en-US" sz="2000" strike="noStrike" u="none">
              <a:solidFill>
                <a:srgbClr val="000000"/>
              </a:solidFill>
              <a:effectLst/>
              <a:uFillTx/>
              <a:latin typeface="Arial"/>
            </a:endParaRPr>
          </a:p>
          <a:p>
            <a:pPr indent="0">
              <a:lnSpc>
                <a:spcPct val="100000"/>
              </a:lnSpc>
              <a:buNone/>
            </a:pPr>
            <a:r>
              <a:rPr b="0" lang="en-US" sz="2000" strike="noStrike" u="none">
                <a:solidFill>
                  <a:srgbClr val="000000"/>
                </a:solidFill>
                <a:effectLst/>
                <a:uFillTx/>
                <a:latin typeface="Arial"/>
              </a:rPr>
              <a:t>v0.2 is two models, AraT5v2 and AraBART, trained with everyday text and strength tags. They kept the meaning in sixty and forty percent of outputs. The tag costs meaning, so the app sends none.</a:t>
            </a:r>
            <a:endParaRPr b="0" lang="en-US" sz="2000" strike="noStrike" u="none">
              <a:solidFill>
                <a:srgbClr val="000000"/>
              </a:solidFill>
              <a:effectLst/>
              <a:uFillTx/>
              <a:latin typeface="Arial"/>
            </a:endParaRPr>
          </a:p>
          <a:p>
            <a:pPr indent="0">
              <a:lnSpc>
                <a:spcPct val="100000"/>
              </a:lnSpc>
              <a:buNone/>
            </a:pPr>
            <a:endParaRPr b="0" lang="en-US" sz="2000" strike="noStrike" u="none">
              <a:solidFill>
                <a:srgbClr val="000000"/>
              </a:solidFill>
              <a:effectLst/>
              <a:uFillTx/>
              <a:latin typeface="Arial"/>
            </a:endParaRPr>
          </a:p>
          <a:p>
            <a:pPr indent="0">
              <a:lnSpc>
                <a:spcPct val="100000"/>
              </a:lnSpc>
              <a:buNone/>
            </a:pPr>
            <a:r>
              <a:rPr b="0" lang="en-US" sz="2000" strike="noStrike" u="none">
                <a:solidFill>
                  <a:srgbClr val="000000"/>
                </a:solidFill>
                <a:effectLst/>
                <a:uFillTx/>
                <a:latin typeface="Arial"/>
              </a:rPr>
              <a:t>▶ Step 3 (step 3 (auto); Lane v0.3: AraT5v2 on corpus v1, our best: cuts 9.5 words vs 4.5, about the same meaning (vs v0.2, no tag))</a:t>
            </a:r>
            <a:endParaRPr b="0" lang="en-US" sz="2000" strike="noStrike" u="none">
              <a:solidFill>
                <a:srgbClr val="000000"/>
              </a:solidFill>
              <a:effectLst/>
              <a:uFillTx/>
              <a:latin typeface="Arial"/>
            </a:endParaRPr>
          </a:p>
          <a:p>
            <a:pPr indent="0">
              <a:lnSpc>
                <a:spcPct val="100000"/>
              </a:lnSpc>
              <a:buNone/>
            </a:pPr>
            <a:r>
              <a:rPr b="0" lang="en-US" sz="2000" strike="noStrike" u="none">
                <a:solidFill>
                  <a:srgbClr val="000000"/>
                </a:solidFill>
                <a:effectLst/>
                <a:uFillTx/>
                <a:latin typeface="Arial"/>
              </a:rPr>
              <a:t>v0.3 is AraT5v2 on corpus v1, no tag. As trained, it cuts twice the words of v0.2 and keeps about the same meaning.</a:t>
            </a:r>
            <a:endParaRPr b="0" lang="en-US" sz="2000" strike="noStrike" u="none">
              <a:solidFill>
                <a:srgbClr val="000000"/>
              </a:solidFill>
              <a:effectLst/>
              <a:uFillTx/>
              <a:latin typeface="Arial"/>
            </a:endParaRPr>
          </a:p>
        </p:txBody>
      </p:sp>
      <p:sp>
        <p:nvSpPr>
          <p:cNvPr id="493" name="PlaceHolder 3"/>
          <p:cNvSpPr>
            <a:spLocks noGrp="1"/>
          </p:cNvSpPr>
          <p:nvPr>
            <p:ph type="sldNum" idx="11"/>
          </p:nvPr>
        </p:nvSpPr>
        <p:spPr>
          <a:xfrm>
            <a:off x="3884760" y="8685360"/>
            <a:ext cx="2971440" cy="458280"/>
          </a:xfrm>
          <a:prstGeom prst="rect">
            <a:avLst/>
          </a:prstGeom>
          <a:noFill/>
          <a:ln w="0">
            <a:noFill/>
          </a:ln>
        </p:spPr>
        <p:txBody>
          <a:bodyPr lIns="91440" rIns="91440" tIns="45720" bIns="45720" anchor="b">
            <a:noAutofit/>
          </a:bodyPr>
          <a:lstStyle>
            <a:lvl1pPr indent="0" algn="r">
              <a:lnSpc>
                <a:spcPct val="100000"/>
              </a:lnSpc>
              <a:buNone/>
              <a:defRPr b="0" lang="en-US" sz="1200" strike="noStrike" u="none">
                <a:solidFill>
                  <a:srgbClr val="000000"/>
                </a:solidFill>
                <a:effectLst/>
                <a:uFillTx/>
                <a:latin typeface="Times New Roman"/>
              </a:defRPr>
            </a:lvl1pPr>
          </a:lstStyle>
          <a:p>
            <a:pPr indent="0" algn="r">
              <a:lnSpc>
                <a:spcPct val="100000"/>
              </a:lnSpc>
              <a:buNone/>
            </a:pPr>
            <a:fld id="{6EDA68B2-3B8C-420C-A18E-854FCAADAC4B}" type="slidenum">
              <a:rPr b="0" lang="en-US" sz="1200" strike="noStrike" u="none">
                <a:solidFill>
                  <a:srgbClr val="000000"/>
                </a:solidFill>
                <a:effectLst/>
                <a:uFillTx/>
                <a:latin typeface="Times New Roman"/>
              </a:rPr>
              <a:t>&lt;number&gt;</a:t>
            </a:fld>
            <a:endParaRPr b="0" lang="en-US" sz="1200" strike="noStrike" u="none">
              <a:solidFill>
                <a:srgbClr val="000000"/>
              </a:solidFill>
              <a:effectLst/>
              <a:uFillTx/>
              <a:latin typeface="Times New Roman"/>
            </a:endParaRPr>
          </a:p>
        </p:txBody>
      </p:sp>
    </p:spTree>
  </p:cSld>
</p:notes>
</file>

<file path=ppt/notesSlides/notesSlide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94" name="PlaceHolder 1"/>
          <p:cNvSpPr>
            <a:spLocks noGrp="1"/>
          </p:cNvSpPr>
          <p:nvPr>
            <p:ph type="sldImg"/>
          </p:nvPr>
        </p:nvSpPr>
        <p:spPr>
          <a:xfrm>
            <a:off x="1200240" y="1143000"/>
            <a:ext cx="4457520" cy="3085920"/>
          </a:xfrm>
          <a:prstGeom prst="rect">
            <a:avLst/>
          </a:prstGeom>
          <a:ln w="0">
            <a:noFill/>
          </a:ln>
        </p:spPr>
      </p:sp>
      <p:sp>
        <p:nvSpPr>
          <p:cNvPr id="495"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pPr>
            <a:r>
              <a:rPr b="0" lang="en-US" sz="2000" strike="noStrike" u="none">
                <a:solidFill>
                  <a:srgbClr val="000000"/>
                </a:solidFill>
                <a:effectLst/>
                <a:uFillTx/>
                <a:latin typeface="Arial"/>
              </a:rPr>
              <a:t>[Sanad]</a:t>
            </a:r>
            <a:endParaRPr b="0" lang="en-US" sz="2000" strike="noStrike" u="none">
              <a:solidFill>
                <a:srgbClr val="000000"/>
              </a:solidFill>
              <a:effectLst/>
              <a:uFillTx/>
              <a:latin typeface="Arial"/>
            </a:endParaRPr>
          </a:p>
          <a:p>
            <a:pPr indent="0">
              <a:lnSpc>
                <a:spcPct val="100000"/>
              </a:lnSpc>
              <a:buNone/>
            </a:pPr>
            <a:endParaRPr b="0" lang="en-US" sz="2000" strike="noStrike" u="none">
              <a:solidFill>
                <a:srgbClr val="000000"/>
              </a:solidFill>
              <a:effectLst/>
              <a:uFillTx/>
              <a:latin typeface="Arial"/>
            </a:endParaRPr>
          </a:p>
          <a:p>
            <a:pPr indent="0">
              <a:lnSpc>
                <a:spcPct val="100000"/>
              </a:lnSpc>
              <a:buNone/>
            </a:pPr>
            <a:r>
              <a:rPr b="0" lang="en-US" sz="2000" strike="noStrike" u="none">
                <a:solidFill>
                  <a:srgbClr val="000000"/>
                </a:solidFill>
                <a:effectLst/>
                <a:uFillTx/>
                <a:latin typeface="Arial"/>
              </a:rPr>
              <a:t>▶ Step 1 (on arrival; Lane v0.1: AraT5v2 on SAMER. Found: returned 65% of rows unchanged, swapped single words)</a:t>
            </a:r>
            <a:endParaRPr b="0" lang="en-US" sz="2000" strike="noStrike" u="none">
              <a:solidFill>
                <a:srgbClr val="000000"/>
              </a:solidFill>
              <a:effectLst/>
              <a:uFillTx/>
              <a:latin typeface="Arial"/>
            </a:endParaRPr>
          </a:p>
          <a:p>
            <a:pPr indent="0">
              <a:lnSpc>
                <a:spcPct val="100000"/>
              </a:lnSpc>
              <a:buNone/>
            </a:pPr>
            <a:r>
              <a:rPr b="0" lang="en-US" sz="2000" strike="noStrike" u="none">
                <a:solidFill>
                  <a:srgbClr val="000000"/>
                </a:solidFill>
                <a:effectLst/>
                <a:uFillTx/>
                <a:latin typeface="Arial"/>
              </a:rPr>
              <a:t>BayanSimplify v0.1 trained on SAMER. It returned sixty-five percent of sentences untouched, where editors leave forty-nine. Bold strategy: change nothing.</a:t>
            </a:r>
            <a:endParaRPr b="0" lang="en-US" sz="2000" strike="noStrike" u="none">
              <a:solidFill>
                <a:srgbClr val="000000"/>
              </a:solidFill>
              <a:effectLst/>
              <a:uFillTx/>
              <a:latin typeface="Arial"/>
            </a:endParaRPr>
          </a:p>
          <a:p>
            <a:pPr indent="0">
              <a:lnSpc>
                <a:spcPct val="100000"/>
              </a:lnSpc>
              <a:buNone/>
            </a:pPr>
            <a:endParaRPr b="0" lang="en-US" sz="2000" strike="noStrike" u="none">
              <a:solidFill>
                <a:srgbClr val="000000"/>
              </a:solidFill>
              <a:effectLst/>
              <a:uFillTx/>
              <a:latin typeface="Arial"/>
            </a:endParaRPr>
          </a:p>
          <a:p>
            <a:pPr indent="0">
              <a:lnSpc>
                <a:spcPct val="100000"/>
              </a:lnSpc>
              <a:buNone/>
            </a:pPr>
            <a:r>
              <a:rPr b="0" lang="en-US" sz="2000" strike="noStrike" u="none">
                <a:solidFill>
                  <a:srgbClr val="000000"/>
                </a:solidFill>
                <a:effectLst/>
                <a:uFillTx/>
                <a:latin typeface="Arial"/>
              </a:rPr>
              <a:t>▶ Step 2 (step 2 (auto); Lane v0.2: two models, AraT5v2 (v0.2) and AraBART (v0.2-Fast); meaning kept 60% / 40%; the tag costs meaning)</a:t>
            </a:r>
            <a:endParaRPr b="0" lang="en-US" sz="2000" strike="noStrike" u="none">
              <a:solidFill>
                <a:srgbClr val="000000"/>
              </a:solidFill>
              <a:effectLst/>
              <a:uFillTx/>
              <a:latin typeface="Arial"/>
            </a:endParaRPr>
          </a:p>
          <a:p>
            <a:pPr indent="0">
              <a:lnSpc>
                <a:spcPct val="100000"/>
              </a:lnSpc>
              <a:buNone/>
            </a:pPr>
            <a:r>
              <a:rPr b="0" lang="en-US" sz="2000" strike="noStrike" u="none">
                <a:solidFill>
                  <a:srgbClr val="000000"/>
                </a:solidFill>
                <a:effectLst/>
                <a:uFillTx/>
                <a:latin typeface="Arial"/>
              </a:rPr>
              <a:t>v0.2 is two models, AraT5v2 and AraBART, trained with everyday text and strength tags. They kept the meaning in sixty and forty percent of outputs. The tag costs meaning, so the app sends none.</a:t>
            </a:r>
            <a:endParaRPr b="0" lang="en-US" sz="2000" strike="noStrike" u="none">
              <a:solidFill>
                <a:srgbClr val="000000"/>
              </a:solidFill>
              <a:effectLst/>
              <a:uFillTx/>
              <a:latin typeface="Arial"/>
            </a:endParaRPr>
          </a:p>
          <a:p>
            <a:pPr indent="0">
              <a:lnSpc>
                <a:spcPct val="100000"/>
              </a:lnSpc>
              <a:buNone/>
            </a:pPr>
            <a:endParaRPr b="0" lang="en-US" sz="2000" strike="noStrike" u="none">
              <a:solidFill>
                <a:srgbClr val="000000"/>
              </a:solidFill>
              <a:effectLst/>
              <a:uFillTx/>
              <a:latin typeface="Arial"/>
            </a:endParaRPr>
          </a:p>
          <a:p>
            <a:pPr indent="0">
              <a:lnSpc>
                <a:spcPct val="100000"/>
              </a:lnSpc>
              <a:buNone/>
            </a:pPr>
            <a:r>
              <a:rPr b="0" lang="en-US" sz="2000" strike="noStrike" u="none">
                <a:solidFill>
                  <a:srgbClr val="000000"/>
                </a:solidFill>
                <a:effectLst/>
                <a:uFillTx/>
                <a:latin typeface="Arial"/>
              </a:rPr>
              <a:t>▶ Step 3 (step 3 (auto); Lane v0.3: AraT5v2 on corpus v1, our best: cuts 9.5 words vs 4.5, about the same meaning (vs v0.2, no tag))</a:t>
            </a:r>
            <a:endParaRPr b="0" lang="en-US" sz="2000" strike="noStrike" u="none">
              <a:solidFill>
                <a:srgbClr val="000000"/>
              </a:solidFill>
              <a:effectLst/>
              <a:uFillTx/>
              <a:latin typeface="Arial"/>
            </a:endParaRPr>
          </a:p>
          <a:p>
            <a:pPr indent="0">
              <a:lnSpc>
                <a:spcPct val="100000"/>
              </a:lnSpc>
              <a:buNone/>
            </a:pPr>
            <a:r>
              <a:rPr b="0" lang="en-US" sz="2000" strike="noStrike" u="none">
                <a:solidFill>
                  <a:srgbClr val="000000"/>
                </a:solidFill>
                <a:effectLst/>
                <a:uFillTx/>
                <a:latin typeface="Arial"/>
              </a:rPr>
              <a:t>v0.3 is AraT5v2 on corpus v1, no tag. As trained, it cuts twice the words of v0.2 and keeps about the same meaning.</a:t>
            </a:r>
            <a:endParaRPr b="0" lang="en-US" sz="2000" strike="noStrike" u="none">
              <a:solidFill>
                <a:srgbClr val="000000"/>
              </a:solidFill>
              <a:effectLst/>
              <a:uFillTx/>
              <a:latin typeface="Arial"/>
            </a:endParaRPr>
          </a:p>
        </p:txBody>
      </p:sp>
      <p:sp>
        <p:nvSpPr>
          <p:cNvPr id="496" name="PlaceHolder 3"/>
          <p:cNvSpPr>
            <a:spLocks noGrp="1"/>
          </p:cNvSpPr>
          <p:nvPr>
            <p:ph type="sldNum" idx="12"/>
          </p:nvPr>
        </p:nvSpPr>
        <p:spPr>
          <a:xfrm>
            <a:off x="3884760" y="8685360"/>
            <a:ext cx="2971440" cy="458280"/>
          </a:xfrm>
          <a:prstGeom prst="rect">
            <a:avLst/>
          </a:prstGeom>
          <a:noFill/>
          <a:ln w="0">
            <a:noFill/>
          </a:ln>
        </p:spPr>
        <p:txBody>
          <a:bodyPr lIns="91440" rIns="91440" tIns="45720" bIns="45720" anchor="b">
            <a:noAutofit/>
          </a:bodyPr>
          <a:lstStyle>
            <a:lvl1pPr indent="0" algn="r">
              <a:lnSpc>
                <a:spcPct val="100000"/>
              </a:lnSpc>
              <a:buNone/>
              <a:defRPr b="0" lang="en-US" sz="1200" strike="noStrike" u="none">
                <a:solidFill>
                  <a:srgbClr val="000000"/>
                </a:solidFill>
                <a:effectLst/>
                <a:uFillTx/>
                <a:latin typeface="Times New Roman"/>
              </a:defRPr>
            </a:lvl1pPr>
          </a:lstStyle>
          <a:p>
            <a:pPr indent="0" algn="r">
              <a:lnSpc>
                <a:spcPct val="100000"/>
              </a:lnSpc>
              <a:buNone/>
            </a:pPr>
            <a:fld id="{00BEE753-D0AD-4D02-A455-B614337F6CEA}" type="slidenum">
              <a:rPr b="0" lang="en-US" sz="1200" strike="noStrike" u="none">
                <a:solidFill>
                  <a:srgbClr val="000000"/>
                </a:solidFill>
                <a:effectLst/>
                <a:uFillTx/>
                <a:latin typeface="Times New Roman"/>
              </a:rPr>
              <a:t>&lt;number&gt;</a:t>
            </a:fld>
            <a:endParaRPr b="0" lang="en-US" sz="1200" strike="noStrike" u="none">
              <a:solidFill>
                <a:srgbClr val="000000"/>
              </a:solidFill>
              <a:effectLst/>
              <a:uFillTx/>
              <a:latin typeface="Times New Roman"/>
            </a:endParaRPr>
          </a:p>
        </p:txBody>
      </p:sp>
    </p:spTree>
  </p:cSld>
</p:notes>
</file>

<file path=ppt/notesSlides/notesSlide1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97" name="PlaceHolder 1"/>
          <p:cNvSpPr>
            <a:spLocks noGrp="1"/>
          </p:cNvSpPr>
          <p:nvPr>
            <p:ph type="sldImg"/>
          </p:nvPr>
        </p:nvSpPr>
        <p:spPr>
          <a:xfrm>
            <a:off x="1200240" y="1143000"/>
            <a:ext cx="4457520" cy="3085920"/>
          </a:xfrm>
          <a:prstGeom prst="rect">
            <a:avLst/>
          </a:prstGeom>
          <a:ln w="0">
            <a:noFill/>
          </a:ln>
        </p:spPr>
      </p:sp>
      <p:sp>
        <p:nvSpPr>
          <p:cNvPr id="498"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pPr>
            <a:r>
              <a:rPr b="0" lang="en-US" sz="2000" strike="noStrike" u="none">
                <a:solidFill>
                  <a:srgbClr val="000000"/>
                </a:solidFill>
                <a:effectLst/>
                <a:uFillTx/>
                <a:latin typeface="Arial"/>
              </a:rPr>
              <a:t>[Sanad]</a:t>
            </a:r>
            <a:endParaRPr b="0" lang="en-US" sz="2000" strike="noStrike" u="none">
              <a:solidFill>
                <a:srgbClr val="000000"/>
              </a:solidFill>
              <a:effectLst/>
              <a:uFillTx/>
              <a:latin typeface="Arial"/>
            </a:endParaRPr>
          </a:p>
          <a:p>
            <a:pPr indent="0">
              <a:lnSpc>
                <a:spcPct val="100000"/>
              </a:lnSpc>
              <a:buNone/>
            </a:pPr>
            <a:endParaRPr b="0" lang="en-US" sz="2000" strike="noStrike" u="none">
              <a:solidFill>
                <a:srgbClr val="000000"/>
              </a:solidFill>
              <a:effectLst/>
              <a:uFillTx/>
              <a:latin typeface="Arial"/>
            </a:endParaRPr>
          </a:p>
          <a:p>
            <a:pPr indent="0">
              <a:lnSpc>
                <a:spcPct val="100000"/>
              </a:lnSpc>
              <a:buNone/>
            </a:pPr>
            <a:r>
              <a:rPr b="0" lang="en-US" sz="2000" strike="noStrike" u="none">
                <a:solidFill>
                  <a:srgbClr val="000000"/>
                </a:solidFill>
                <a:effectLst/>
                <a:uFillTx/>
                <a:latin typeface="Arial"/>
              </a:rPr>
              <a:t>▶ Step 1 (on arrival; Lane v0.1: AraT5v2 on SAMER. Found: returned 65% of rows unchanged, swapped single words)</a:t>
            </a:r>
            <a:endParaRPr b="0" lang="en-US" sz="2000" strike="noStrike" u="none">
              <a:solidFill>
                <a:srgbClr val="000000"/>
              </a:solidFill>
              <a:effectLst/>
              <a:uFillTx/>
              <a:latin typeface="Arial"/>
            </a:endParaRPr>
          </a:p>
          <a:p>
            <a:pPr indent="0">
              <a:lnSpc>
                <a:spcPct val="100000"/>
              </a:lnSpc>
              <a:buNone/>
            </a:pPr>
            <a:r>
              <a:rPr b="0" lang="en-US" sz="2000" strike="noStrike" u="none">
                <a:solidFill>
                  <a:srgbClr val="000000"/>
                </a:solidFill>
                <a:effectLst/>
                <a:uFillTx/>
                <a:latin typeface="Arial"/>
              </a:rPr>
              <a:t>BayanSimplify v0.1 trained on SAMER. It returned sixty-five percent of sentences untouched, where editors leave forty-nine. Bold strategy: change nothing.</a:t>
            </a:r>
            <a:endParaRPr b="0" lang="en-US" sz="2000" strike="noStrike" u="none">
              <a:solidFill>
                <a:srgbClr val="000000"/>
              </a:solidFill>
              <a:effectLst/>
              <a:uFillTx/>
              <a:latin typeface="Arial"/>
            </a:endParaRPr>
          </a:p>
          <a:p>
            <a:pPr indent="0">
              <a:lnSpc>
                <a:spcPct val="100000"/>
              </a:lnSpc>
              <a:buNone/>
            </a:pPr>
            <a:endParaRPr b="0" lang="en-US" sz="2000" strike="noStrike" u="none">
              <a:solidFill>
                <a:srgbClr val="000000"/>
              </a:solidFill>
              <a:effectLst/>
              <a:uFillTx/>
              <a:latin typeface="Arial"/>
            </a:endParaRPr>
          </a:p>
          <a:p>
            <a:pPr indent="0">
              <a:lnSpc>
                <a:spcPct val="100000"/>
              </a:lnSpc>
              <a:buNone/>
            </a:pPr>
            <a:r>
              <a:rPr b="0" lang="en-US" sz="2000" strike="noStrike" u="none">
                <a:solidFill>
                  <a:srgbClr val="000000"/>
                </a:solidFill>
                <a:effectLst/>
                <a:uFillTx/>
                <a:latin typeface="Arial"/>
              </a:rPr>
              <a:t>▶ Step 2 (step 2 (auto); Lane v0.2: two models, AraT5v2 (v0.2) and AraBART (v0.2-Fast); meaning kept 60% / 40%; the tag costs meaning)</a:t>
            </a:r>
            <a:endParaRPr b="0" lang="en-US" sz="2000" strike="noStrike" u="none">
              <a:solidFill>
                <a:srgbClr val="000000"/>
              </a:solidFill>
              <a:effectLst/>
              <a:uFillTx/>
              <a:latin typeface="Arial"/>
            </a:endParaRPr>
          </a:p>
          <a:p>
            <a:pPr indent="0">
              <a:lnSpc>
                <a:spcPct val="100000"/>
              </a:lnSpc>
              <a:buNone/>
            </a:pPr>
            <a:r>
              <a:rPr b="0" lang="en-US" sz="2000" strike="noStrike" u="none">
                <a:solidFill>
                  <a:srgbClr val="000000"/>
                </a:solidFill>
                <a:effectLst/>
                <a:uFillTx/>
                <a:latin typeface="Arial"/>
              </a:rPr>
              <a:t>v0.2 is two models, AraT5v2 and AraBART, trained with everyday text and strength tags. They kept the meaning in sixty and forty percent of outputs. The tag costs meaning, so the app sends none.</a:t>
            </a:r>
            <a:endParaRPr b="0" lang="en-US" sz="2000" strike="noStrike" u="none">
              <a:solidFill>
                <a:srgbClr val="000000"/>
              </a:solidFill>
              <a:effectLst/>
              <a:uFillTx/>
              <a:latin typeface="Arial"/>
            </a:endParaRPr>
          </a:p>
          <a:p>
            <a:pPr indent="0">
              <a:lnSpc>
                <a:spcPct val="100000"/>
              </a:lnSpc>
              <a:buNone/>
            </a:pPr>
            <a:endParaRPr b="0" lang="en-US" sz="2000" strike="noStrike" u="none">
              <a:solidFill>
                <a:srgbClr val="000000"/>
              </a:solidFill>
              <a:effectLst/>
              <a:uFillTx/>
              <a:latin typeface="Arial"/>
            </a:endParaRPr>
          </a:p>
          <a:p>
            <a:pPr indent="0">
              <a:lnSpc>
                <a:spcPct val="100000"/>
              </a:lnSpc>
              <a:buNone/>
            </a:pPr>
            <a:r>
              <a:rPr b="0" lang="en-US" sz="2000" strike="noStrike" u="none">
                <a:solidFill>
                  <a:srgbClr val="000000"/>
                </a:solidFill>
                <a:effectLst/>
                <a:uFillTx/>
                <a:latin typeface="Arial"/>
              </a:rPr>
              <a:t>▶ Step 3 (step 3 (auto); Lane v0.3: AraT5v2 on corpus v1, our best: cuts 9.5 words vs 4.5, about the same meaning (vs v0.2, no tag))</a:t>
            </a:r>
            <a:endParaRPr b="0" lang="en-US" sz="2000" strike="noStrike" u="none">
              <a:solidFill>
                <a:srgbClr val="000000"/>
              </a:solidFill>
              <a:effectLst/>
              <a:uFillTx/>
              <a:latin typeface="Arial"/>
            </a:endParaRPr>
          </a:p>
          <a:p>
            <a:pPr indent="0">
              <a:lnSpc>
                <a:spcPct val="100000"/>
              </a:lnSpc>
              <a:buNone/>
            </a:pPr>
            <a:r>
              <a:rPr b="0" lang="en-US" sz="2000" strike="noStrike" u="none">
                <a:solidFill>
                  <a:srgbClr val="000000"/>
                </a:solidFill>
                <a:effectLst/>
                <a:uFillTx/>
                <a:latin typeface="Arial"/>
              </a:rPr>
              <a:t>v0.3 is AraT5v2 on corpus v1, no tag. As trained, it cuts twice the words of v0.2 and keeps about the same meaning.</a:t>
            </a:r>
            <a:endParaRPr b="0" lang="en-US" sz="2000" strike="noStrike" u="none">
              <a:solidFill>
                <a:srgbClr val="000000"/>
              </a:solidFill>
              <a:effectLst/>
              <a:uFillTx/>
              <a:latin typeface="Arial"/>
            </a:endParaRPr>
          </a:p>
        </p:txBody>
      </p:sp>
      <p:sp>
        <p:nvSpPr>
          <p:cNvPr id="499" name="PlaceHolder 3"/>
          <p:cNvSpPr>
            <a:spLocks noGrp="1"/>
          </p:cNvSpPr>
          <p:nvPr>
            <p:ph type="sldNum" idx="13"/>
          </p:nvPr>
        </p:nvSpPr>
        <p:spPr>
          <a:xfrm>
            <a:off x="3884760" y="8685360"/>
            <a:ext cx="2971440" cy="458280"/>
          </a:xfrm>
          <a:prstGeom prst="rect">
            <a:avLst/>
          </a:prstGeom>
          <a:noFill/>
          <a:ln w="0">
            <a:noFill/>
          </a:ln>
        </p:spPr>
        <p:txBody>
          <a:bodyPr lIns="91440" rIns="91440" tIns="45720" bIns="45720" anchor="b">
            <a:noAutofit/>
          </a:bodyPr>
          <a:lstStyle>
            <a:lvl1pPr indent="0" algn="r">
              <a:lnSpc>
                <a:spcPct val="100000"/>
              </a:lnSpc>
              <a:buNone/>
              <a:defRPr b="0" lang="en-US" sz="1200" strike="noStrike" u="none">
                <a:solidFill>
                  <a:srgbClr val="000000"/>
                </a:solidFill>
                <a:effectLst/>
                <a:uFillTx/>
                <a:latin typeface="Times New Roman"/>
              </a:defRPr>
            </a:lvl1pPr>
          </a:lstStyle>
          <a:p>
            <a:pPr indent="0" algn="r">
              <a:lnSpc>
                <a:spcPct val="100000"/>
              </a:lnSpc>
              <a:buNone/>
            </a:pPr>
            <a:fld id="{1F164996-8401-4C55-BE30-65C9074B6283}" type="slidenum">
              <a:rPr b="0" lang="en-US" sz="1200" strike="noStrike" u="none">
                <a:solidFill>
                  <a:srgbClr val="000000"/>
                </a:solidFill>
                <a:effectLst/>
                <a:uFillTx/>
                <a:latin typeface="Times New Roman"/>
              </a:rPr>
              <a:t>&lt;number&gt;</a:t>
            </a:fld>
            <a:endParaRPr b="0" lang="en-US" sz="1200" strike="noStrike" u="none">
              <a:solidFill>
                <a:srgbClr val="000000"/>
              </a:solidFill>
              <a:effectLst/>
              <a:uFillTx/>
              <a:latin typeface="Times New Roman"/>
            </a:endParaRPr>
          </a:p>
        </p:txBody>
      </p:sp>
    </p:spTree>
  </p:cSld>
</p:notes>
</file>

<file path=ppt/notesSlides/notesSlide1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00" name="PlaceHolder 1"/>
          <p:cNvSpPr>
            <a:spLocks noGrp="1"/>
          </p:cNvSpPr>
          <p:nvPr>
            <p:ph type="sldImg"/>
          </p:nvPr>
        </p:nvSpPr>
        <p:spPr>
          <a:xfrm>
            <a:off x="1200240" y="1143000"/>
            <a:ext cx="4457520" cy="3085920"/>
          </a:xfrm>
          <a:prstGeom prst="rect">
            <a:avLst/>
          </a:prstGeom>
          <a:ln w="0">
            <a:noFill/>
          </a:ln>
        </p:spPr>
      </p:sp>
      <p:sp>
        <p:nvSpPr>
          <p:cNvPr id="501"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pPr>
            <a:r>
              <a:rPr b="0" lang="en-US" sz="2000" strike="noStrike" u="none">
                <a:solidFill>
                  <a:srgbClr val="000000"/>
                </a:solidFill>
                <a:effectLst/>
                <a:uFillTx/>
                <a:latin typeface="Arial"/>
              </a:rPr>
              <a:t>[Sanad]</a:t>
            </a:r>
            <a:endParaRPr b="0" lang="en-US" sz="2000" strike="noStrike" u="none">
              <a:solidFill>
                <a:srgbClr val="000000"/>
              </a:solidFill>
              <a:effectLst/>
              <a:uFillTx/>
              <a:latin typeface="Arial"/>
            </a:endParaRPr>
          </a:p>
          <a:p>
            <a:pPr indent="0">
              <a:lnSpc>
                <a:spcPct val="100000"/>
              </a:lnSpc>
              <a:buNone/>
            </a:pPr>
            <a:endParaRPr b="0" lang="en-US" sz="2000" strike="noStrike" u="none">
              <a:solidFill>
                <a:srgbClr val="000000"/>
              </a:solidFill>
              <a:effectLst/>
              <a:uFillTx/>
              <a:latin typeface="Arial"/>
            </a:endParaRPr>
          </a:p>
          <a:p>
            <a:pPr indent="0">
              <a:lnSpc>
                <a:spcPct val="100000"/>
              </a:lnSpc>
              <a:buNone/>
            </a:pPr>
            <a:r>
              <a:rPr b="0" lang="en-US" sz="2000" strike="noStrike" u="none">
                <a:solidFill>
                  <a:srgbClr val="000000"/>
                </a:solidFill>
                <a:effectLst/>
                <a:uFillTx/>
                <a:latin typeface="Arial"/>
              </a:rPr>
              <a:t>▶ Step 1 (on arrival; Copy baseline table: copy 100% / 0; v0.1 76% / 0; v0.2 68% / 4.5 and v0.2-Fast 51% / 4.9; v0.3 69% / 9.5)</a:t>
            </a:r>
            <a:endParaRPr b="0" lang="en-US" sz="2000" strike="noStrike" u="none">
              <a:solidFill>
                <a:srgbClr val="000000"/>
              </a:solidFill>
              <a:effectLst/>
              <a:uFillTx/>
              <a:latin typeface="Arial"/>
            </a:endParaRPr>
          </a:p>
          <a:p>
            <a:pPr indent="0">
              <a:lnSpc>
                <a:spcPct val="100000"/>
              </a:lnSpc>
              <a:buNone/>
            </a:pPr>
            <a:r>
              <a:rPr b="0" lang="en-US" sz="2000" strike="noStrike" u="none">
                <a:solidFill>
                  <a:srgbClr val="000000"/>
                </a:solidFill>
                <a:effectLst/>
                <a:uFillTx/>
                <a:latin typeface="Arial"/>
              </a:rPr>
              <a:t>How do we know a rewrite is good? Copying keeps all the meaning and simplifies nothing, which is how a lazy model would win. v0.1 nearly managed it: seventy-six percent kept, no words cut from the longest clause. So we built BayanBench.</a:t>
            </a:r>
            <a:endParaRPr b="0" lang="en-US" sz="2000" strike="noStrike" u="none">
              <a:solidFill>
                <a:srgbClr val="000000"/>
              </a:solidFill>
              <a:effectLst/>
              <a:uFillTx/>
              <a:latin typeface="Arial"/>
            </a:endParaRPr>
          </a:p>
          <a:p>
            <a:pPr indent="0">
              <a:lnSpc>
                <a:spcPct val="100000"/>
              </a:lnSpc>
              <a:buNone/>
            </a:pPr>
            <a:endParaRPr b="0" lang="en-US" sz="2000" strike="noStrike" u="none">
              <a:solidFill>
                <a:srgbClr val="000000"/>
              </a:solidFill>
              <a:effectLst/>
              <a:uFillTx/>
              <a:latin typeface="Arial"/>
            </a:endParaRPr>
          </a:p>
          <a:p>
            <a:pPr indent="0">
              <a:lnSpc>
                <a:spcPct val="100000"/>
              </a:lnSpc>
              <a:buNone/>
            </a:pPr>
            <a:r>
              <a:rPr b="0" lang="en-US" sz="2000" strike="noStrike" u="none">
                <a:solidFill>
                  <a:srgbClr val="000000"/>
                </a:solidFill>
                <a:effectLst/>
                <a:uFillTx/>
                <a:latin typeface="Arial"/>
              </a:rPr>
              <a:t>▶ Step 2 (step 2 (auto); Gemma 4 31B reads original + rewrite and answers 7 yes/no questions: 4 on meaning, 3 on quality)</a:t>
            </a:r>
            <a:endParaRPr b="0" lang="en-US" sz="2000" strike="noStrike" u="none">
              <a:solidFill>
                <a:srgbClr val="000000"/>
              </a:solidFill>
              <a:effectLst/>
              <a:uFillTx/>
              <a:latin typeface="Arial"/>
            </a:endParaRPr>
          </a:p>
          <a:p>
            <a:pPr indent="0">
              <a:lnSpc>
                <a:spcPct val="100000"/>
              </a:lnSpc>
              <a:buNone/>
            </a:pPr>
            <a:r>
              <a:rPr b="0" lang="en-US" sz="2000" strike="noStrike" u="none">
                <a:solidFill>
                  <a:srgbClr val="000000"/>
                </a:solidFill>
                <a:effectLst/>
                <a:uFillTx/>
                <a:latin typeface="Arial"/>
              </a:rPr>
              <a:t>Meaning comes from Gemma 4 31B, an open model. It reads the original and the rewrite and answers seven yes-or-no questions: four about meaning, three about quality.</a:t>
            </a:r>
            <a:endParaRPr b="0" lang="en-US" sz="2000" strike="noStrike" u="none">
              <a:solidFill>
                <a:srgbClr val="000000"/>
              </a:solidFill>
              <a:effectLst/>
              <a:uFillTx/>
              <a:latin typeface="Arial"/>
            </a:endParaRPr>
          </a:p>
          <a:p>
            <a:pPr indent="0">
              <a:lnSpc>
                <a:spcPct val="100000"/>
              </a:lnSpc>
              <a:buNone/>
            </a:pPr>
            <a:endParaRPr b="0" lang="en-US" sz="2000" strike="noStrike" u="none">
              <a:solidFill>
                <a:srgbClr val="000000"/>
              </a:solidFill>
              <a:effectLst/>
              <a:uFillTx/>
              <a:latin typeface="Arial"/>
            </a:endParaRPr>
          </a:p>
          <a:p>
            <a:pPr indent="0">
              <a:lnSpc>
                <a:spcPct val="100000"/>
              </a:lnSpc>
              <a:buNone/>
            </a:pPr>
            <a:r>
              <a:rPr b="0" lang="en-US" sz="2000" strike="noStrike" u="none">
                <a:solidFill>
                  <a:srgbClr val="000000"/>
                </a:solidFill>
                <a:effectLst/>
                <a:uFillTx/>
                <a:latin typeface="Arial"/>
              </a:rPr>
              <a:t>▶ Step 3 (step 3 (auto); Four measures in a square: meaning, simpler, restraint, copying rate)</a:t>
            </a:r>
            <a:endParaRPr b="0" lang="en-US" sz="2000" strike="noStrike" u="none">
              <a:solidFill>
                <a:srgbClr val="000000"/>
              </a:solidFill>
              <a:effectLst/>
              <a:uFillTx/>
              <a:latin typeface="Arial"/>
            </a:endParaRPr>
          </a:p>
          <a:p>
            <a:pPr indent="0">
              <a:lnSpc>
                <a:spcPct val="100000"/>
              </a:lnSpc>
              <a:buNone/>
            </a:pPr>
            <a:r>
              <a:rPr b="0" lang="en-US" sz="2000" strike="noStrike" u="none">
                <a:solidFill>
                  <a:srgbClr val="000000"/>
                </a:solidFill>
                <a:effectLst/>
                <a:uFillTx/>
                <a:latin typeface="Arial"/>
              </a:rPr>
              <a:t>Four measures, scored separately. Kept means the same meaning and every number intact.</a:t>
            </a:r>
            <a:endParaRPr b="0" lang="en-US" sz="2000" strike="noStrike" u="none">
              <a:solidFill>
                <a:srgbClr val="000000"/>
              </a:solidFill>
              <a:effectLst/>
              <a:uFillTx/>
              <a:latin typeface="Arial"/>
            </a:endParaRPr>
          </a:p>
          <a:p>
            <a:pPr indent="0">
              <a:lnSpc>
                <a:spcPct val="100000"/>
              </a:lnSpc>
              <a:buNone/>
            </a:pPr>
            <a:endParaRPr b="0" lang="en-US" sz="2000" strike="noStrike" u="none">
              <a:solidFill>
                <a:srgbClr val="000000"/>
              </a:solidFill>
              <a:effectLst/>
              <a:uFillTx/>
              <a:latin typeface="Arial"/>
            </a:endParaRPr>
          </a:p>
          <a:p>
            <a:pPr indent="0">
              <a:lnSpc>
                <a:spcPct val="100000"/>
              </a:lnSpc>
              <a:buNone/>
            </a:pPr>
            <a:r>
              <a:rPr b="0" lang="en-US" sz="2000" strike="noStrike" u="none">
                <a:solidFill>
                  <a:srgbClr val="000000"/>
                </a:solidFill>
                <a:effectLst/>
                <a:uFillTx/>
                <a:latin typeface="Arial"/>
              </a:rPr>
              <a:t>▶ Step 4 (step 4 (auto); People check: one reader with dyslexia rated 30 outputs (17 easier, 9 same, 4 harder); scorer AUC 0.85)</a:t>
            </a:r>
            <a:endParaRPr b="0" lang="en-US" sz="2000" strike="noStrike" u="none">
              <a:solidFill>
                <a:srgbClr val="000000"/>
              </a:solidFill>
              <a:effectLst/>
              <a:uFillTx/>
              <a:latin typeface="Arial"/>
            </a:endParaRPr>
          </a:p>
          <a:p>
            <a:pPr indent="0">
              <a:lnSpc>
                <a:spcPct val="100000"/>
              </a:lnSpc>
              <a:buNone/>
            </a:pPr>
            <a:r>
              <a:rPr b="0" lang="en-US" sz="2000" strike="noStrike" u="none">
                <a:solidFill>
                  <a:srgbClr val="000000"/>
                </a:solidFill>
                <a:effectLst/>
                <a:uFillTx/>
                <a:latin typeface="Arial"/>
              </a:rPr>
              <a:t>Do people agree with the scorer? Six raters, two hundred ninety tasks: zero point eight five. One reader with dyslexia rated thirty outputs too: seventeen easier, four harder.</a:t>
            </a:r>
            <a:endParaRPr b="0" lang="en-US" sz="2000" strike="noStrike" u="none">
              <a:solidFill>
                <a:srgbClr val="000000"/>
              </a:solidFill>
              <a:effectLst/>
              <a:uFillTx/>
              <a:latin typeface="Arial"/>
            </a:endParaRPr>
          </a:p>
        </p:txBody>
      </p:sp>
      <p:sp>
        <p:nvSpPr>
          <p:cNvPr id="502" name="PlaceHolder 3"/>
          <p:cNvSpPr>
            <a:spLocks noGrp="1"/>
          </p:cNvSpPr>
          <p:nvPr>
            <p:ph type="sldNum" idx="14"/>
          </p:nvPr>
        </p:nvSpPr>
        <p:spPr>
          <a:xfrm>
            <a:off x="3884760" y="8685360"/>
            <a:ext cx="2971440" cy="458280"/>
          </a:xfrm>
          <a:prstGeom prst="rect">
            <a:avLst/>
          </a:prstGeom>
          <a:noFill/>
          <a:ln w="0">
            <a:noFill/>
          </a:ln>
        </p:spPr>
        <p:txBody>
          <a:bodyPr lIns="91440" rIns="91440" tIns="45720" bIns="45720" anchor="b">
            <a:noAutofit/>
          </a:bodyPr>
          <a:lstStyle>
            <a:lvl1pPr indent="0" algn="r">
              <a:lnSpc>
                <a:spcPct val="100000"/>
              </a:lnSpc>
              <a:buNone/>
              <a:defRPr b="0" lang="en-US" sz="1200" strike="noStrike" u="none">
                <a:solidFill>
                  <a:srgbClr val="000000"/>
                </a:solidFill>
                <a:effectLst/>
                <a:uFillTx/>
                <a:latin typeface="Times New Roman"/>
              </a:defRPr>
            </a:lvl1pPr>
          </a:lstStyle>
          <a:p>
            <a:pPr indent="0" algn="r">
              <a:lnSpc>
                <a:spcPct val="100000"/>
              </a:lnSpc>
              <a:buNone/>
            </a:pPr>
            <a:fld id="{EF9B0EF3-5947-406D-AEFE-DE2E4CF96BC8}" type="slidenum">
              <a:rPr b="0" lang="en-US" sz="1200" strike="noStrike" u="none">
                <a:solidFill>
                  <a:srgbClr val="000000"/>
                </a:solidFill>
                <a:effectLst/>
                <a:uFillTx/>
                <a:latin typeface="Times New Roman"/>
              </a:rPr>
              <a:t>&lt;number&gt;</a:t>
            </a:fld>
            <a:endParaRPr b="0" lang="en-US" sz="1200" strike="noStrike" u="none">
              <a:solidFill>
                <a:srgbClr val="000000"/>
              </a:solidFill>
              <a:effectLst/>
              <a:uFillTx/>
              <a:latin typeface="Times New Roman"/>
            </a:endParaRPr>
          </a:p>
        </p:txBody>
      </p:sp>
    </p:spTree>
  </p:cSld>
</p:notes>
</file>

<file path=ppt/notesSlides/notesSlide1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03" name="PlaceHolder 1"/>
          <p:cNvSpPr>
            <a:spLocks noGrp="1"/>
          </p:cNvSpPr>
          <p:nvPr>
            <p:ph type="sldImg"/>
          </p:nvPr>
        </p:nvSpPr>
        <p:spPr>
          <a:xfrm>
            <a:off x="1200240" y="1143000"/>
            <a:ext cx="4457520" cy="3085920"/>
          </a:xfrm>
          <a:prstGeom prst="rect">
            <a:avLst/>
          </a:prstGeom>
          <a:ln w="0">
            <a:noFill/>
          </a:ln>
        </p:spPr>
      </p:sp>
      <p:sp>
        <p:nvSpPr>
          <p:cNvPr id="504"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pPr>
            <a:r>
              <a:rPr b="0" lang="en-US" sz="2000" strike="noStrike" u="none">
                <a:solidFill>
                  <a:srgbClr val="000000"/>
                </a:solidFill>
                <a:effectLst/>
                <a:uFillTx/>
                <a:latin typeface="Arial"/>
              </a:rPr>
              <a:t>[Sanad]</a:t>
            </a:r>
            <a:endParaRPr b="0" lang="en-US" sz="2000" strike="noStrike" u="none">
              <a:solidFill>
                <a:srgbClr val="000000"/>
              </a:solidFill>
              <a:effectLst/>
              <a:uFillTx/>
              <a:latin typeface="Arial"/>
            </a:endParaRPr>
          </a:p>
          <a:p>
            <a:pPr indent="0">
              <a:lnSpc>
                <a:spcPct val="100000"/>
              </a:lnSpc>
              <a:buNone/>
            </a:pPr>
            <a:endParaRPr b="0" lang="en-US" sz="2000" strike="noStrike" u="none">
              <a:solidFill>
                <a:srgbClr val="000000"/>
              </a:solidFill>
              <a:effectLst/>
              <a:uFillTx/>
              <a:latin typeface="Arial"/>
            </a:endParaRPr>
          </a:p>
          <a:p>
            <a:pPr indent="0">
              <a:lnSpc>
                <a:spcPct val="100000"/>
              </a:lnSpc>
              <a:buNone/>
            </a:pPr>
            <a:r>
              <a:rPr b="0" lang="en-US" sz="2000" strike="noStrike" u="none">
                <a:solidFill>
                  <a:srgbClr val="000000"/>
                </a:solidFill>
                <a:effectLst/>
                <a:uFillTx/>
                <a:latin typeface="Arial"/>
              </a:rPr>
              <a:t>▶ Step 1 (on arrival; Copy baseline table: copy 100% / 0; v0.1 76% / 0; v0.2 68% / 4.5 and v0.2-Fast 51% / 4.9; v0.3 69% / 9.5)</a:t>
            </a:r>
            <a:endParaRPr b="0" lang="en-US" sz="2000" strike="noStrike" u="none">
              <a:solidFill>
                <a:srgbClr val="000000"/>
              </a:solidFill>
              <a:effectLst/>
              <a:uFillTx/>
              <a:latin typeface="Arial"/>
            </a:endParaRPr>
          </a:p>
          <a:p>
            <a:pPr indent="0">
              <a:lnSpc>
                <a:spcPct val="100000"/>
              </a:lnSpc>
              <a:buNone/>
            </a:pPr>
            <a:r>
              <a:rPr b="0" lang="en-US" sz="2000" strike="noStrike" u="none">
                <a:solidFill>
                  <a:srgbClr val="000000"/>
                </a:solidFill>
                <a:effectLst/>
                <a:uFillTx/>
                <a:latin typeface="Arial"/>
              </a:rPr>
              <a:t>How do we know a rewrite is good? Copying keeps all the meaning and simplifies nothing, which is how a lazy model would win. v0.1 nearly managed it: seventy-six percent kept, no words cut from the longest clause. So we built BayanBench.</a:t>
            </a:r>
            <a:endParaRPr b="0" lang="en-US" sz="2000" strike="noStrike" u="none">
              <a:solidFill>
                <a:srgbClr val="000000"/>
              </a:solidFill>
              <a:effectLst/>
              <a:uFillTx/>
              <a:latin typeface="Arial"/>
            </a:endParaRPr>
          </a:p>
          <a:p>
            <a:pPr indent="0">
              <a:lnSpc>
                <a:spcPct val="100000"/>
              </a:lnSpc>
              <a:buNone/>
            </a:pPr>
            <a:endParaRPr b="0" lang="en-US" sz="2000" strike="noStrike" u="none">
              <a:solidFill>
                <a:srgbClr val="000000"/>
              </a:solidFill>
              <a:effectLst/>
              <a:uFillTx/>
              <a:latin typeface="Arial"/>
            </a:endParaRPr>
          </a:p>
          <a:p>
            <a:pPr indent="0">
              <a:lnSpc>
                <a:spcPct val="100000"/>
              </a:lnSpc>
              <a:buNone/>
            </a:pPr>
            <a:r>
              <a:rPr b="0" lang="en-US" sz="2000" strike="noStrike" u="none">
                <a:solidFill>
                  <a:srgbClr val="000000"/>
                </a:solidFill>
                <a:effectLst/>
                <a:uFillTx/>
                <a:latin typeface="Arial"/>
              </a:rPr>
              <a:t>▶ Step 2 (step 2 (auto); Gemma 4 31B reads original + rewrite and answers 7 yes/no questions: 4 on meaning, 3 on quality)</a:t>
            </a:r>
            <a:endParaRPr b="0" lang="en-US" sz="2000" strike="noStrike" u="none">
              <a:solidFill>
                <a:srgbClr val="000000"/>
              </a:solidFill>
              <a:effectLst/>
              <a:uFillTx/>
              <a:latin typeface="Arial"/>
            </a:endParaRPr>
          </a:p>
          <a:p>
            <a:pPr indent="0">
              <a:lnSpc>
                <a:spcPct val="100000"/>
              </a:lnSpc>
              <a:buNone/>
            </a:pPr>
            <a:r>
              <a:rPr b="0" lang="en-US" sz="2000" strike="noStrike" u="none">
                <a:solidFill>
                  <a:srgbClr val="000000"/>
                </a:solidFill>
                <a:effectLst/>
                <a:uFillTx/>
                <a:latin typeface="Arial"/>
              </a:rPr>
              <a:t>Meaning comes from Gemma 4 31B, an open model. It reads the original and the rewrite and answers seven yes-or-no questions: four about meaning, three about quality.</a:t>
            </a:r>
            <a:endParaRPr b="0" lang="en-US" sz="2000" strike="noStrike" u="none">
              <a:solidFill>
                <a:srgbClr val="000000"/>
              </a:solidFill>
              <a:effectLst/>
              <a:uFillTx/>
              <a:latin typeface="Arial"/>
            </a:endParaRPr>
          </a:p>
          <a:p>
            <a:pPr indent="0">
              <a:lnSpc>
                <a:spcPct val="100000"/>
              </a:lnSpc>
              <a:buNone/>
            </a:pPr>
            <a:endParaRPr b="0" lang="en-US" sz="2000" strike="noStrike" u="none">
              <a:solidFill>
                <a:srgbClr val="000000"/>
              </a:solidFill>
              <a:effectLst/>
              <a:uFillTx/>
              <a:latin typeface="Arial"/>
            </a:endParaRPr>
          </a:p>
          <a:p>
            <a:pPr indent="0">
              <a:lnSpc>
                <a:spcPct val="100000"/>
              </a:lnSpc>
              <a:buNone/>
            </a:pPr>
            <a:r>
              <a:rPr b="0" lang="en-US" sz="2000" strike="noStrike" u="none">
                <a:solidFill>
                  <a:srgbClr val="000000"/>
                </a:solidFill>
                <a:effectLst/>
                <a:uFillTx/>
                <a:latin typeface="Arial"/>
              </a:rPr>
              <a:t>▶ Step 3 (step 3 (auto); Four measures in a square: meaning, simpler, restraint, copying rate)</a:t>
            </a:r>
            <a:endParaRPr b="0" lang="en-US" sz="2000" strike="noStrike" u="none">
              <a:solidFill>
                <a:srgbClr val="000000"/>
              </a:solidFill>
              <a:effectLst/>
              <a:uFillTx/>
              <a:latin typeface="Arial"/>
            </a:endParaRPr>
          </a:p>
          <a:p>
            <a:pPr indent="0">
              <a:lnSpc>
                <a:spcPct val="100000"/>
              </a:lnSpc>
              <a:buNone/>
            </a:pPr>
            <a:r>
              <a:rPr b="0" lang="en-US" sz="2000" strike="noStrike" u="none">
                <a:solidFill>
                  <a:srgbClr val="000000"/>
                </a:solidFill>
                <a:effectLst/>
                <a:uFillTx/>
                <a:latin typeface="Arial"/>
              </a:rPr>
              <a:t>Four measures, scored separately. Kept means the same meaning and every number intact.</a:t>
            </a:r>
            <a:endParaRPr b="0" lang="en-US" sz="2000" strike="noStrike" u="none">
              <a:solidFill>
                <a:srgbClr val="000000"/>
              </a:solidFill>
              <a:effectLst/>
              <a:uFillTx/>
              <a:latin typeface="Arial"/>
            </a:endParaRPr>
          </a:p>
          <a:p>
            <a:pPr indent="0">
              <a:lnSpc>
                <a:spcPct val="100000"/>
              </a:lnSpc>
              <a:buNone/>
            </a:pPr>
            <a:endParaRPr b="0" lang="en-US" sz="2000" strike="noStrike" u="none">
              <a:solidFill>
                <a:srgbClr val="000000"/>
              </a:solidFill>
              <a:effectLst/>
              <a:uFillTx/>
              <a:latin typeface="Arial"/>
            </a:endParaRPr>
          </a:p>
          <a:p>
            <a:pPr indent="0">
              <a:lnSpc>
                <a:spcPct val="100000"/>
              </a:lnSpc>
              <a:buNone/>
            </a:pPr>
            <a:r>
              <a:rPr b="0" lang="en-US" sz="2000" strike="noStrike" u="none">
                <a:solidFill>
                  <a:srgbClr val="000000"/>
                </a:solidFill>
                <a:effectLst/>
                <a:uFillTx/>
                <a:latin typeface="Arial"/>
              </a:rPr>
              <a:t>▶ Step 4 (step 4 (auto); People check: one reader with dyslexia rated 30 outputs (17 easier, 9 same, 4 harder); scorer AUC 0.85)</a:t>
            </a:r>
            <a:endParaRPr b="0" lang="en-US" sz="2000" strike="noStrike" u="none">
              <a:solidFill>
                <a:srgbClr val="000000"/>
              </a:solidFill>
              <a:effectLst/>
              <a:uFillTx/>
              <a:latin typeface="Arial"/>
            </a:endParaRPr>
          </a:p>
          <a:p>
            <a:pPr indent="0">
              <a:lnSpc>
                <a:spcPct val="100000"/>
              </a:lnSpc>
              <a:buNone/>
            </a:pPr>
            <a:r>
              <a:rPr b="0" lang="en-US" sz="2000" strike="noStrike" u="none">
                <a:solidFill>
                  <a:srgbClr val="000000"/>
                </a:solidFill>
                <a:effectLst/>
                <a:uFillTx/>
                <a:latin typeface="Arial"/>
              </a:rPr>
              <a:t>Do people agree with the scorer? Six raters, two hundred ninety tasks: zero point eight five. One reader with dyslexia rated thirty outputs too: seventeen easier, four harder.</a:t>
            </a:r>
            <a:endParaRPr b="0" lang="en-US" sz="2000" strike="noStrike" u="none">
              <a:solidFill>
                <a:srgbClr val="000000"/>
              </a:solidFill>
              <a:effectLst/>
              <a:uFillTx/>
              <a:latin typeface="Arial"/>
            </a:endParaRPr>
          </a:p>
        </p:txBody>
      </p:sp>
      <p:sp>
        <p:nvSpPr>
          <p:cNvPr id="505" name="PlaceHolder 3"/>
          <p:cNvSpPr>
            <a:spLocks noGrp="1"/>
          </p:cNvSpPr>
          <p:nvPr>
            <p:ph type="sldNum" idx="15"/>
          </p:nvPr>
        </p:nvSpPr>
        <p:spPr>
          <a:xfrm>
            <a:off x="3884760" y="8685360"/>
            <a:ext cx="2971440" cy="458280"/>
          </a:xfrm>
          <a:prstGeom prst="rect">
            <a:avLst/>
          </a:prstGeom>
          <a:noFill/>
          <a:ln w="0">
            <a:noFill/>
          </a:ln>
        </p:spPr>
        <p:txBody>
          <a:bodyPr lIns="91440" rIns="91440" tIns="45720" bIns="45720" anchor="b">
            <a:noAutofit/>
          </a:bodyPr>
          <a:lstStyle>
            <a:lvl1pPr indent="0" algn="r">
              <a:lnSpc>
                <a:spcPct val="100000"/>
              </a:lnSpc>
              <a:buNone/>
              <a:defRPr b="0" lang="en-US" sz="1200" strike="noStrike" u="none">
                <a:solidFill>
                  <a:srgbClr val="000000"/>
                </a:solidFill>
                <a:effectLst/>
                <a:uFillTx/>
                <a:latin typeface="Times New Roman"/>
              </a:defRPr>
            </a:lvl1pPr>
          </a:lstStyle>
          <a:p>
            <a:pPr indent="0" algn="r">
              <a:lnSpc>
                <a:spcPct val="100000"/>
              </a:lnSpc>
              <a:buNone/>
            </a:pPr>
            <a:fld id="{E22427BE-FD82-42A7-B39F-99D18B38F384}" type="slidenum">
              <a:rPr b="0" lang="en-US" sz="1200" strike="noStrike" u="none">
                <a:solidFill>
                  <a:srgbClr val="000000"/>
                </a:solidFill>
                <a:effectLst/>
                <a:uFillTx/>
                <a:latin typeface="Times New Roman"/>
              </a:rPr>
              <a:t>&lt;number&gt;</a:t>
            </a:fld>
            <a:endParaRPr b="0" lang="en-US" sz="1200" strike="noStrike" u="none">
              <a:solidFill>
                <a:srgbClr val="000000"/>
              </a:solidFill>
              <a:effectLst/>
              <a:uFillTx/>
              <a:latin typeface="Times New Roman"/>
            </a:endParaRPr>
          </a:p>
        </p:txBody>
      </p:sp>
    </p:spTree>
  </p:cSld>
</p:notes>
</file>

<file path=ppt/notesSlides/notesSlide1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06" name="PlaceHolder 1"/>
          <p:cNvSpPr>
            <a:spLocks noGrp="1"/>
          </p:cNvSpPr>
          <p:nvPr>
            <p:ph type="sldImg"/>
          </p:nvPr>
        </p:nvSpPr>
        <p:spPr>
          <a:xfrm>
            <a:off x="1200240" y="1143000"/>
            <a:ext cx="4457520" cy="3085920"/>
          </a:xfrm>
          <a:prstGeom prst="rect">
            <a:avLst/>
          </a:prstGeom>
          <a:ln w="0">
            <a:noFill/>
          </a:ln>
        </p:spPr>
      </p:sp>
      <p:sp>
        <p:nvSpPr>
          <p:cNvPr id="507"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pPr>
            <a:r>
              <a:rPr b="0" lang="en-US" sz="2000" strike="noStrike" u="none">
                <a:solidFill>
                  <a:srgbClr val="000000"/>
                </a:solidFill>
                <a:effectLst/>
                <a:uFillTx/>
                <a:latin typeface="Arial"/>
              </a:rPr>
              <a:t>[Sanad]</a:t>
            </a:r>
            <a:endParaRPr b="0" lang="en-US" sz="2000" strike="noStrike" u="none">
              <a:solidFill>
                <a:srgbClr val="000000"/>
              </a:solidFill>
              <a:effectLst/>
              <a:uFillTx/>
              <a:latin typeface="Arial"/>
            </a:endParaRPr>
          </a:p>
          <a:p>
            <a:pPr indent="0">
              <a:lnSpc>
                <a:spcPct val="100000"/>
              </a:lnSpc>
              <a:buNone/>
            </a:pPr>
            <a:endParaRPr b="0" lang="en-US" sz="2000" strike="noStrike" u="none">
              <a:solidFill>
                <a:srgbClr val="000000"/>
              </a:solidFill>
              <a:effectLst/>
              <a:uFillTx/>
              <a:latin typeface="Arial"/>
            </a:endParaRPr>
          </a:p>
          <a:p>
            <a:pPr indent="0">
              <a:lnSpc>
                <a:spcPct val="100000"/>
              </a:lnSpc>
              <a:buNone/>
            </a:pPr>
            <a:r>
              <a:rPr b="0" lang="en-US" sz="2000" strike="noStrike" u="none">
                <a:solidFill>
                  <a:srgbClr val="000000"/>
                </a:solidFill>
                <a:effectLst/>
                <a:uFillTx/>
                <a:latin typeface="Arial"/>
              </a:rPr>
              <a:t>▶ Step 1 (on arrival; Copy baseline table: copy 100% / 0; v0.1 76% / 0; v0.2 68% / 4.5 and v0.2-Fast 51% / 4.9; v0.3 69% / 9.5)</a:t>
            </a:r>
            <a:endParaRPr b="0" lang="en-US" sz="2000" strike="noStrike" u="none">
              <a:solidFill>
                <a:srgbClr val="000000"/>
              </a:solidFill>
              <a:effectLst/>
              <a:uFillTx/>
              <a:latin typeface="Arial"/>
            </a:endParaRPr>
          </a:p>
          <a:p>
            <a:pPr indent="0">
              <a:lnSpc>
                <a:spcPct val="100000"/>
              </a:lnSpc>
              <a:buNone/>
            </a:pPr>
            <a:r>
              <a:rPr b="0" lang="en-US" sz="2000" strike="noStrike" u="none">
                <a:solidFill>
                  <a:srgbClr val="000000"/>
                </a:solidFill>
                <a:effectLst/>
                <a:uFillTx/>
                <a:latin typeface="Arial"/>
              </a:rPr>
              <a:t>How do we know a rewrite is good? Copying keeps all the meaning and simplifies nothing, which is how a lazy model would win. v0.1 nearly managed it: seventy-six percent kept, no words cut from the longest clause. So we built BayanBench.</a:t>
            </a:r>
            <a:endParaRPr b="0" lang="en-US" sz="2000" strike="noStrike" u="none">
              <a:solidFill>
                <a:srgbClr val="000000"/>
              </a:solidFill>
              <a:effectLst/>
              <a:uFillTx/>
              <a:latin typeface="Arial"/>
            </a:endParaRPr>
          </a:p>
          <a:p>
            <a:pPr indent="0">
              <a:lnSpc>
                <a:spcPct val="100000"/>
              </a:lnSpc>
              <a:buNone/>
            </a:pPr>
            <a:endParaRPr b="0" lang="en-US" sz="2000" strike="noStrike" u="none">
              <a:solidFill>
                <a:srgbClr val="000000"/>
              </a:solidFill>
              <a:effectLst/>
              <a:uFillTx/>
              <a:latin typeface="Arial"/>
            </a:endParaRPr>
          </a:p>
          <a:p>
            <a:pPr indent="0">
              <a:lnSpc>
                <a:spcPct val="100000"/>
              </a:lnSpc>
              <a:buNone/>
            </a:pPr>
            <a:r>
              <a:rPr b="0" lang="en-US" sz="2000" strike="noStrike" u="none">
                <a:solidFill>
                  <a:srgbClr val="000000"/>
                </a:solidFill>
                <a:effectLst/>
                <a:uFillTx/>
                <a:latin typeface="Arial"/>
              </a:rPr>
              <a:t>▶ Step 2 (step 2 (auto); Gemma 4 31B reads original + rewrite and answers 7 yes/no questions: 4 on meaning, 3 on quality)</a:t>
            </a:r>
            <a:endParaRPr b="0" lang="en-US" sz="2000" strike="noStrike" u="none">
              <a:solidFill>
                <a:srgbClr val="000000"/>
              </a:solidFill>
              <a:effectLst/>
              <a:uFillTx/>
              <a:latin typeface="Arial"/>
            </a:endParaRPr>
          </a:p>
          <a:p>
            <a:pPr indent="0">
              <a:lnSpc>
                <a:spcPct val="100000"/>
              </a:lnSpc>
              <a:buNone/>
            </a:pPr>
            <a:r>
              <a:rPr b="0" lang="en-US" sz="2000" strike="noStrike" u="none">
                <a:solidFill>
                  <a:srgbClr val="000000"/>
                </a:solidFill>
                <a:effectLst/>
                <a:uFillTx/>
                <a:latin typeface="Arial"/>
              </a:rPr>
              <a:t>Meaning comes from Gemma 4 31B, an open model. It reads the original and the rewrite and answers seven yes-or-no questions: four about meaning, three about quality.</a:t>
            </a:r>
            <a:endParaRPr b="0" lang="en-US" sz="2000" strike="noStrike" u="none">
              <a:solidFill>
                <a:srgbClr val="000000"/>
              </a:solidFill>
              <a:effectLst/>
              <a:uFillTx/>
              <a:latin typeface="Arial"/>
            </a:endParaRPr>
          </a:p>
          <a:p>
            <a:pPr indent="0">
              <a:lnSpc>
                <a:spcPct val="100000"/>
              </a:lnSpc>
              <a:buNone/>
            </a:pPr>
            <a:endParaRPr b="0" lang="en-US" sz="2000" strike="noStrike" u="none">
              <a:solidFill>
                <a:srgbClr val="000000"/>
              </a:solidFill>
              <a:effectLst/>
              <a:uFillTx/>
              <a:latin typeface="Arial"/>
            </a:endParaRPr>
          </a:p>
          <a:p>
            <a:pPr indent="0">
              <a:lnSpc>
                <a:spcPct val="100000"/>
              </a:lnSpc>
              <a:buNone/>
            </a:pPr>
            <a:r>
              <a:rPr b="0" lang="en-US" sz="2000" strike="noStrike" u="none">
                <a:solidFill>
                  <a:srgbClr val="000000"/>
                </a:solidFill>
                <a:effectLst/>
                <a:uFillTx/>
                <a:latin typeface="Arial"/>
              </a:rPr>
              <a:t>▶ Step 3 (step 3 (auto); Four measures in a square: meaning, simpler, restraint, copying rate)</a:t>
            </a:r>
            <a:endParaRPr b="0" lang="en-US" sz="2000" strike="noStrike" u="none">
              <a:solidFill>
                <a:srgbClr val="000000"/>
              </a:solidFill>
              <a:effectLst/>
              <a:uFillTx/>
              <a:latin typeface="Arial"/>
            </a:endParaRPr>
          </a:p>
          <a:p>
            <a:pPr indent="0">
              <a:lnSpc>
                <a:spcPct val="100000"/>
              </a:lnSpc>
              <a:buNone/>
            </a:pPr>
            <a:r>
              <a:rPr b="0" lang="en-US" sz="2000" strike="noStrike" u="none">
                <a:solidFill>
                  <a:srgbClr val="000000"/>
                </a:solidFill>
                <a:effectLst/>
                <a:uFillTx/>
                <a:latin typeface="Arial"/>
              </a:rPr>
              <a:t>Four measures, scored separately. Kept means the same meaning and every number intact.</a:t>
            </a:r>
            <a:endParaRPr b="0" lang="en-US" sz="2000" strike="noStrike" u="none">
              <a:solidFill>
                <a:srgbClr val="000000"/>
              </a:solidFill>
              <a:effectLst/>
              <a:uFillTx/>
              <a:latin typeface="Arial"/>
            </a:endParaRPr>
          </a:p>
          <a:p>
            <a:pPr indent="0">
              <a:lnSpc>
                <a:spcPct val="100000"/>
              </a:lnSpc>
              <a:buNone/>
            </a:pPr>
            <a:endParaRPr b="0" lang="en-US" sz="2000" strike="noStrike" u="none">
              <a:solidFill>
                <a:srgbClr val="000000"/>
              </a:solidFill>
              <a:effectLst/>
              <a:uFillTx/>
              <a:latin typeface="Arial"/>
            </a:endParaRPr>
          </a:p>
          <a:p>
            <a:pPr indent="0">
              <a:lnSpc>
                <a:spcPct val="100000"/>
              </a:lnSpc>
              <a:buNone/>
            </a:pPr>
            <a:r>
              <a:rPr b="0" lang="en-US" sz="2000" strike="noStrike" u="none">
                <a:solidFill>
                  <a:srgbClr val="000000"/>
                </a:solidFill>
                <a:effectLst/>
                <a:uFillTx/>
                <a:latin typeface="Arial"/>
              </a:rPr>
              <a:t>▶ Step 4 (step 4 (auto); People check: one reader with dyslexia rated 30 outputs (17 easier, 9 same, 4 harder); scorer AUC 0.85)</a:t>
            </a:r>
            <a:endParaRPr b="0" lang="en-US" sz="2000" strike="noStrike" u="none">
              <a:solidFill>
                <a:srgbClr val="000000"/>
              </a:solidFill>
              <a:effectLst/>
              <a:uFillTx/>
              <a:latin typeface="Arial"/>
            </a:endParaRPr>
          </a:p>
          <a:p>
            <a:pPr indent="0">
              <a:lnSpc>
                <a:spcPct val="100000"/>
              </a:lnSpc>
              <a:buNone/>
            </a:pPr>
            <a:r>
              <a:rPr b="0" lang="en-US" sz="2000" strike="noStrike" u="none">
                <a:solidFill>
                  <a:srgbClr val="000000"/>
                </a:solidFill>
                <a:effectLst/>
                <a:uFillTx/>
                <a:latin typeface="Arial"/>
              </a:rPr>
              <a:t>Do people agree with the scorer? Six raters, two hundred ninety tasks: zero point eight five. One reader with dyslexia rated thirty outputs too: seventeen easier, four harder.</a:t>
            </a:r>
            <a:endParaRPr b="0" lang="en-US" sz="2000" strike="noStrike" u="none">
              <a:solidFill>
                <a:srgbClr val="000000"/>
              </a:solidFill>
              <a:effectLst/>
              <a:uFillTx/>
              <a:latin typeface="Arial"/>
            </a:endParaRPr>
          </a:p>
        </p:txBody>
      </p:sp>
      <p:sp>
        <p:nvSpPr>
          <p:cNvPr id="508" name="PlaceHolder 3"/>
          <p:cNvSpPr>
            <a:spLocks noGrp="1"/>
          </p:cNvSpPr>
          <p:nvPr>
            <p:ph type="sldNum" idx="16"/>
          </p:nvPr>
        </p:nvSpPr>
        <p:spPr>
          <a:xfrm>
            <a:off x="3884760" y="8685360"/>
            <a:ext cx="2971440" cy="458280"/>
          </a:xfrm>
          <a:prstGeom prst="rect">
            <a:avLst/>
          </a:prstGeom>
          <a:noFill/>
          <a:ln w="0">
            <a:noFill/>
          </a:ln>
        </p:spPr>
        <p:txBody>
          <a:bodyPr lIns="91440" rIns="91440" tIns="45720" bIns="45720" anchor="b">
            <a:noAutofit/>
          </a:bodyPr>
          <a:lstStyle>
            <a:lvl1pPr indent="0" algn="r">
              <a:lnSpc>
                <a:spcPct val="100000"/>
              </a:lnSpc>
              <a:buNone/>
              <a:defRPr b="0" lang="en-US" sz="1200" strike="noStrike" u="none">
                <a:solidFill>
                  <a:srgbClr val="000000"/>
                </a:solidFill>
                <a:effectLst/>
                <a:uFillTx/>
                <a:latin typeface="Times New Roman"/>
              </a:defRPr>
            </a:lvl1pPr>
          </a:lstStyle>
          <a:p>
            <a:pPr indent="0" algn="r">
              <a:lnSpc>
                <a:spcPct val="100000"/>
              </a:lnSpc>
              <a:buNone/>
            </a:pPr>
            <a:fld id="{03D86E6C-D0E2-4D49-851A-94C949E78930}" type="slidenum">
              <a:rPr b="0" lang="en-US" sz="1200" strike="noStrike" u="none">
                <a:solidFill>
                  <a:srgbClr val="000000"/>
                </a:solidFill>
                <a:effectLst/>
                <a:uFillTx/>
                <a:latin typeface="Times New Roman"/>
              </a:rPr>
              <a:t>&lt;number&gt;</a:t>
            </a:fld>
            <a:endParaRPr b="0" lang="en-US" sz="1200" strike="noStrike" u="none">
              <a:solidFill>
                <a:srgbClr val="000000"/>
              </a:solidFill>
              <a:effectLst/>
              <a:uFillTx/>
              <a:latin typeface="Times New Roman"/>
            </a:endParaRPr>
          </a:p>
        </p:txBody>
      </p:sp>
    </p:spTree>
  </p:cSld>
</p:notes>
</file>

<file path=ppt/notesSlides/notesSlide1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09" name="PlaceHolder 1"/>
          <p:cNvSpPr>
            <a:spLocks noGrp="1"/>
          </p:cNvSpPr>
          <p:nvPr>
            <p:ph type="sldImg"/>
          </p:nvPr>
        </p:nvSpPr>
        <p:spPr>
          <a:xfrm>
            <a:off x="1200240" y="1143000"/>
            <a:ext cx="4457520" cy="3085920"/>
          </a:xfrm>
          <a:prstGeom prst="rect">
            <a:avLst/>
          </a:prstGeom>
          <a:ln w="0">
            <a:noFill/>
          </a:ln>
        </p:spPr>
      </p:sp>
      <p:sp>
        <p:nvSpPr>
          <p:cNvPr id="510"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pPr>
            <a:r>
              <a:rPr b="0" lang="en-US" sz="2000" strike="noStrike" u="none">
                <a:solidFill>
                  <a:srgbClr val="000000"/>
                </a:solidFill>
                <a:effectLst/>
                <a:uFillTx/>
                <a:latin typeface="Arial"/>
              </a:rPr>
              <a:t>[Sanad]</a:t>
            </a:r>
            <a:endParaRPr b="0" lang="en-US" sz="2000" strike="noStrike" u="none">
              <a:solidFill>
                <a:srgbClr val="000000"/>
              </a:solidFill>
              <a:effectLst/>
              <a:uFillTx/>
              <a:latin typeface="Arial"/>
            </a:endParaRPr>
          </a:p>
          <a:p>
            <a:pPr indent="0">
              <a:lnSpc>
                <a:spcPct val="100000"/>
              </a:lnSpc>
              <a:buNone/>
            </a:pPr>
            <a:endParaRPr b="0" lang="en-US" sz="2000" strike="noStrike" u="none">
              <a:solidFill>
                <a:srgbClr val="000000"/>
              </a:solidFill>
              <a:effectLst/>
              <a:uFillTx/>
              <a:latin typeface="Arial"/>
            </a:endParaRPr>
          </a:p>
          <a:p>
            <a:pPr indent="0">
              <a:lnSpc>
                <a:spcPct val="100000"/>
              </a:lnSpc>
              <a:buNone/>
            </a:pPr>
            <a:r>
              <a:rPr b="0" lang="en-US" sz="2000" strike="noStrike" u="none">
                <a:solidFill>
                  <a:srgbClr val="000000"/>
                </a:solidFill>
                <a:effectLst/>
                <a:uFillTx/>
                <a:latin typeface="Arial"/>
              </a:rPr>
              <a:t>▶ Step 1 (on arrival; Copy baseline table: copy 100% / 0; v0.1 76% / 0; v0.2 68% / 4.5 and v0.2-Fast 51% / 4.9; v0.3 69% / 9.5)</a:t>
            </a:r>
            <a:endParaRPr b="0" lang="en-US" sz="2000" strike="noStrike" u="none">
              <a:solidFill>
                <a:srgbClr val="000000"/>
              </a:solidFill>
              <a:effectLst/>
              <a:uFillTx/>
              <a:latin typeface="Arial"/>
            </a:endParaRPr>
          </a:p>
          <a:p>
            <a:pPr indent="0">
              <a:lnSpc>
                <a:spcPct val="100000"/>
              </a:lnSpc>
              <a:buNone/>
            </a:pPr>
            <a:r>
              <a:rPr b="0" lang="en-US" sz="2000" strike="noStrike" u="none">
                <a:solidFill>
                  <a:srgbClr val="000000"/>
                </a:solidFill>
                <a:effectLst/>
                <a:uFillTx/>
                <a:latin typeface="Arial"/>
              </a:rPr>
              <a:t>How do we know a rewrite is good? Copying keeps all the meaning and simplifies nothing, which is how a lazy model would win. v0.1 nearly managed it: seventy-six percent kept, no words cut from the longest clause. So we built BayanBench.</a:t>
            </a:r>
            <a:endParaRPr b="0" lang="en-US" sz="2000" strike="noStrike" u="none">
              <a:solidFill>
                <a:srgbClr val="000000"/>
              </a:solidFill>
              <a:effectLst/>
              <a:uFillTx/>
              <a:latin typeface="Arial"/>
            </a:endParaRPr>
          </a:p>
          <a:p>
            <a:pPr indent="0">
              <a:lnSpc>
                <a:spcPct val="100000"/>
              </a:lnSpc>
              <a:buNone/>
            </a:pPr>
            <a:endParaRPr b="0" lang="en-US" sz="2000" strike="noStrike" u="none">
              <a:solidFill>
                <a:srgbClr val="000000"/>
              </a:solidFill>
              <a:effectLst/>
              <a:uFillTx/>
              <a:latin typeface="Arial"/>
            </a:endParaRPr>
          </a:p>
          <a:p>
            <a:pPr indent="0">
              <a:lnSpc>
                <a:spcPct val="100000"/>
              </a:lnSpc>
              <a:buNone/>
            </a:pPr>
            <a:r>
              <a:rPr b="0" lang="en-US" sz="2000" strike="noStrike" u="none">
                <a:solidFill>
                  <a:srgbClr val="000000"/>
                </a:solidFill>
                <a:effectLst/>
                <a:uFillTx/>
                <a:latin typeface="Arial"/>
              </a:rPr>
              <a:t>▶ Step 2 (step 2 (auto); Gemma 4 31B reads original + rewrite and answers 7 yes/no questions: 4 on meaning, 3 on quality)</a:t>
            </a:r>
            <a:endParaRPr b="0" lang="en-US" sz="2000" strike="noStrike" u="none">
              <a:solidFill>
                <a:srgbClr val="000000"/>
              </a:solidFill>
              <a:effectLst/>
              <a:uFillTx/>
              <a:latin typeface="Arial"/>
            </a:endParaRPr>
          </a:p>
          <a:p>
            <a:pPr indent="0">
              <a:lnSpc>
                <a:spcPct val="100000"/>
              </a:lnSpc>
              <a:buNone/>
            </a:pPr>
            <a:r>
              <a:rPr b="0" lang="en-US" sz="2000" strike="noStrike" u="none">
                <a:solidFill>
                  <a:srgbClr val="000000"/>
                </a:solidFill>
                <a:effectLst/>
                <a:uFillTx/>
                <a:latin typeface="Arial"/>
              </a:rPr>
              <a:t>Meaning comes from Gemma 4 31B, an open model. It reads the original and the rewrite and answers seven yes-or-no questions: four about meaning, three about quality.</a:t>
            </a:r>
            <a:endParaRPr b="0" lang="en-US" sz="2000" strike="noStrike" u="none">
              <a:solidFill>
                <a:srgbClr val="000000"/>
              </a:solidFill>
              <a:effectLst/>
              <a:uFillTx/>
              <a:latin typeface="Arial"/>
            </a:endParaRPr>
          </a:p>
          <a:p>
            <a:pPr indent="0">
              <a:lnSpc>
                <a:spcPct val="100000"/>
              </a:lnSpc>
              <a:buNone/>
            </a:pPr>
            <a:endParaRPr b="0" lang="en-US" sz="2000" strike="noStrike" u="none">
              <a:solidFill>
                <a:srgbClr val="000000"/>
              </a:solidFill>
              <a:effectLst/>
              <a:uFillTx/>
              <a:latin typeface="Arial"/>
            </a:endParaRPr>
          </a:p>
          <a:p>
            <a:pPr indent="0">
              <a:lnSpc>
                <a:spcPct val="100000"/>
              </a:lnSpc>
              <a:buNone/>
            </a:pPr>
            <a:r>
              <a:rPr b="0" lang="en-US" sz="2000" strike="noStrike" u="none">
                <a:solidFill>
                  <a:srgbClr val="000000"/>
                </a:solidFill>
                <a:effectLst/>
                <a:uFillTx/>
                <a:latin typeface="Arial"/>
              </a:rPr>
              <a:t>▶ Step 3 (step 3 (auto); Four measures in a square: meaning, simpler, restraint, copying rate)</a:t>
            </a:r>
            <a:endParaRPr b="0" lang="en-US" sz="2000" strike="noStrike" u="none">
              <a:solidFill>
                <a:srgbClr val="000000"/>
              </a:solidFill>
              <a:effectLst/>
              <a:uFillTx/>
              <a:latin typeface="Arial"/>
            </a:endParaRPr>
          </a:p>
          <a:p>
            <a:pPr indent="0">
              <a:lnSpc>
                <a:spcPct val="100000"/>
              </a:lnSpc>
              <a:buNone/>
            </a:pPr>
            <a:r>
              <a:rPr b="0" lang="en-US" sz="2000" strike="noStrike" u="none">
                <a:solidFill>
                  <a:srgbClr val="000000"/>
                </a:solidFill>
                <a:effectLst/>
                <a:uFillTx/>
                <a:latin typeface="Arial"/>
              </a:rPr>
              <a:t>Four measures, scored separately. Kept means the same meaning and every number intact.</a:t>
            </a:r>
            <a:endParaRPr b="0" lang="en-US" sz="2000" strike="noStrike" u="none">
              <a:solidFill>
                <a:srgbClr val="000000"/>
              </a:solidFill>
              <a:effectLst/>
              <a:uFillTx/>
              <a:latin typeface="Arial"/>
            </a:endParaRPr>
          </a:p>
          <a:p>
            <a:pPr indent="0">
              <a:lnSpc>
                <a:spcPct val="100000"/>
              </a:lnSpc>
              <a:buNone/>
            </a:pPr>
            <a:endParaRPr b="0" lang="en-US" sz="2000" strike="noStrike" u="none">
              <a:solidFill>
                <a:srgbClr val="000000"/>
              </a:solidFill>
              <a:effectLst/>
              <a:uFillTx/>
              <a:latin typeface="Arial"/>
            </a:endParaRPr>
          </a:p>
          <a:p>
            <a:pPr indent="0">
              <a:lnSpc>
                <a:spcPct val="100000"/>
              </a:lnSpc>
              <a:buNone/>
            </a:pPr>
            <a:r>
              <a:rPr b="0" lang="en-US" sz="2000" strike="noStrike" u="none">
                <a:solidFill>
                  <a:srgbClr val="000000"/>
                </a:solidFill>
                <a:effectLst/>
                <a:uFillTx/>
                <a:latin typeface="Arial"/>
              </a:rPr>
              <a:t>▶ Step 4 (step 4 (auto); People check: one reader with dyslexia rated 30 outputs (17 easier, 9 same, 4 harder); scorer AUC 0.85)</a:t>
            </a:r>
            <a:endParaRPr b="0" lang="en-US" sz="2000" strike="noStrike" u="none">
              <a:solidFill>
                <a:srgbClr val="000000"/>
              </a:solidFill>
              <a:effectLst/>
              <a:uFillTx/>
              <a:latin typeface="Arial"/>
            </a:endParaRPr>
          </a:p>
          <a:p>
            <a:pPr indent="0">
              <a:lnSpc>
                <a:spcPct val="100000"/>
              </a:lnSpc>
              <a:buNone/>
            </a:pPr>
            <a:r>
              <a:rPr b="0" lang="en-US" sz="2000" strike="noStrike" u="none">
                <a:solidFill>
                  <a:srgbClr val="000000"/>
                </a:solidFill>
                <a:effectLst/>
                <a:uFillTx/>
                <a:latin typeface="Arial"/>
              </a:rPr>
              <a:t>Do people agree with the scorer? Six raters, two hundred ninety tasks: zero point eight five. One reader with dyslexia rated thirty outputs too: seventeen easier, four harder.</a:t>
            </a:r>
            <a:endParaRPr b="0" lang="en-US" sz="2000" strike="noStrike" u="none">
              <a:solidFill>
                <a:srgbClr val="000000"/>
              </a:solidFill>
              <a:effectLst/>
              <a:uFillTx/>
              <a:latin typeface="Arial"/>
            </a:endParaRPr>
          </a:p>
        </p:txBody>
      </p:sp>
      <p:sp>
        <p:nvSpPr>
          <p:cNvPr id="511" name="PlaceHolder 3"/>
          <p:cNvSpPr>
            <a:spLocks noGrp="1"/>
          </p:cNvSpPr>
          <p:nvPr>
            <p:ph type="sldNum" idx="17"/>
          </p:nvPr>
        </p:nvSpPr>
        <p:spPr>
          <a:xfrm>
            <a:off x="3884760" y="8685360"/>
            <a:ext cx="2971440" cy="458280"/>
          </a:xfrm>
          <a:prstGeom prst="rect">
            <a:avLst/>
          </a:prstGeom>
          <a:noFill/>
          <a:ln w="0">
            <a:noFill/>
          </a:ln>
        </p:spPr>
        <p:txBody>
          <a:bodyPr lIns="91440" rIns="91440" tIns="45720" bIns="45720" anchor="b">
            <a:noAutofit/>
          </a:bodyPr>
          <a:lstStyle>
            <a:lvl1pPr indent="0" algn="r">
              <a:lnSpc>
                <a:spcPct val="100000"/>
              </a:lnSpc>
              <a:buNone/>
              <a:defRPr b="0" lang="en-US" sz="1200" strike="noStrike" u="none">
                <a:solidFill>
                  <a:srgbClr val="000000"/>
                </a:solidFill>
                <a:effectLst/>
                <a:uFillTx/>
                <a:latin typeface="Times New Roman"/>
              </a:defRPr>
            </a:lvl1pPr>
          </a:lstStyle>
          <a:p>
            <a:pPr indent="0" algn="r">
              <a:lnSpc>
                <a:spcPct val="100000"/>
              </a:lnSpc>
              <a:buNone/>
            </a:pPr>
            <a:fld id="{E267743A-15EB-4CC9-A9C1-C977FE8FAF10}" type="slidenum">
              <a:rPr b="0" lang="en-US" sz="1200" strike="noStrike" u="none">
                <a:solidFill>
                  <a:srgbClr val="000000"/>
                </a:solidFill>
                <a:effectLst/>
                <a:uFillTx/>
                <a:latin typeface="Times New Roman"/>
              </a:rPr>
              <a:t>&lt;number&gt;</a:t>
            </a:fld>
            <a:endParaRPr b="0" lang="en-US" sz="1200" strike="noStrike" u="none">
              <a:solidFill>
                <a:srgbClr val="000000"/>
              </a:solidFill>
              <a:effectLst/>
              <a:uFillTx/>
              <a:latin typeface="Times New Roman"/>
            </a:endParaRPr>
          </a:p>
        </p:txBody>
      </p:sp>
    </p:spTree>
  </p:cSld>
</p:notes>
</file>

<file path=ppt/notesSlides/notesSlide1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12" name="PlaceHolder 1"/>
          <p:cNvSpPr>
            <a:spLocks noGrp="1"/>
          </p:cNvSpPr>
          <p:nvPr>
            <p:ph type="sldImg"/>
          </p:nvPr>
        </p:nvSpPr>
        <p:spPr>
          <a:xfrm>
            <a:off x="1200240" y="1143000"/>
            <a:ext cx="4457520" cy="3085920"/>
          </a:xfrm>
          <a:prstGeom prst="rect">
            <a:avLst/>
          </a:prstGeom>
          <a:ln w="0">
            <a:noFill/>
          </a:ln>
        </p:spPr>
      </p:sp>
      <p:sp>
        <p:nvSpPr>
          <p:cNvPr id="513"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pPr>
            <a:r>
              <a:rPr b="0" lang="en-US" sz="2000" strike="noStrike" u="none">
                <a:solidFill>
                  <a:srgbClr val="000000"/>
                </a:solidFill>
                <a:effectLst/>
                <a:uFillTx/>
                <a:latin typeface="Arial"/>
              </a:rPr>
              <a:t>[Sanad]</a:t>
            </a:r>
            <a:endParaRPr b="0" lang="en-US" sz="2000" strike="noStrike" u="none">
              <a:solidFill>
                <a:srgbClr val="000000"/>
              </a:solidFill>
              <a:effectLst/>
              <a:uFillTx/>
              <a:latin typeface="Arial"/>
            </a:endParaRPr>
          </a:p>
          <a:p>
            <a:pPr indent="0">
              <a:lnSpc>
                <a:spcPct val="100000"/>
              </a:lnSpc>
              <a:buNone/>
            </a:pPr>
            <a:endParaRPr b="0" lang="en-US" sz="2000" strike="noStrike" u="none">
              <a:solidFill>
                <a:srgbClr val="000000"/>
              </a:solidFill>
              <a:effectLst/>
              <a:uFillTx/>
              <a:latin typeface="Arial"/>
            </a:endParaRPr>
          </a:p>
          <a:p>
            <a:pPr indent="0">
              <a:lnSpc>
                <a:spcPct val="100000"/>
              </a:lnSpc>
              <a:buNone/>
            </a:pPr>
            <a:r>
              <a:rPr b="0" lang="en-US" sz="2000" strike="noStrike" u="none">
                <a:solidFill>
                  <a:srgbClr val="000000"/>
                </a:solidFill>
                <a:effectLst/>
                <a:uFillTx/>
                <a:latin typeface="Arial"/>
              </a:rPr>
              <a:t>▶ Step 1 (on arrival; Scatter: v0.3 in the app keeps the most meaning (82%) and cuts 5.2 words)</a:t>
            </a:r>
            <a:endParaRPr b="0" lang="en-US" sz="2000" strike="noStrike" u="none">
              <a:solidFill>
                <a:srgbClr val="000000"/>
              </a:solidFill>
              <a:effectLst/>
              <a:uFillTx/>
              <a:latin typeface="Arial"/>
            </a:endParaRPr>
          </a:p>
          <a:p>
            <a:pPr indent="0">
              <a:lnSpc>
                <a:spcPct val="100000"/>
              </a:lnSpc>
              <a:buNone/>
            </a:pPr>
            <a:r>
              <a:rPr b="0" lang="en-US" sz="2000" strike="noStrike" u="none">
                <a:solidFill>
                  <a:srgbClr val="000000"/>
                </a:solidFill>
                <a:effectLst/>
                <a:uFillTx/>
                <a:latin typeface="Arial"/>
              </a:rPr>
              <a:t>More simplification usually means less meaning. v0.3 breaks the pattern: in the app it keeps the most meaning, eighty-two percent, and still cuts five words off the longest clause.</a:t>
            </a:r>
            <a:endParaRPr b="0" lang="en-US" sz="2000" strike="noStrike" u="none">
              <a:solidFill>
                <a:srgbClr val="000000"/>
              </a:solidFill>
              <a:effectLst/>
              <a:uFillTx/>
              <a:latin typeface="Arial"/>
            </a:endParaRPr>
          </a:p>
          <a:p>
            <a:pPr indent="0">
              <a:lnSpc>
                <a:spcPct val="100000"/>
              </a:lnSpc>
              <a:buNone/>
            </a:pPr>
            <a:endParaRPr b="0" lang="en-US" sz="2000" strike="noStrike" u="none">
              <a:solidFill>
                <a:srgbClr val="000000"/>
              </a:solidFill>
              <a:effectLst/>
              <a:uFillTx/>
              <a:latin typeface="Arial"/>
            </a:endParaRPr>
          </a:p>
          <a:p>
            <a:pPr indent="0">
              <a:lnSpc>
                <a:spcPct val="100000"/>
              </a:lnSpc>
              <a:buNone/>
            </a:pPr>
            <a:r>
              <a:rPr b="0" lang="en-US" sz="2000" strike="noStrike" u="none">
                <a:solidFill>
                  <a:srgbClr val="000000"/>
                </a:solidFill>
                <a:effectLst/>
                <a:uFillTx/>
                <a:latin typeface="Arial"/>
              </a:rPr>
              <a:t>▶ Step 2 (step 2 (auto); In the app: v0.3 minus v0.2 behind the same checks: +3.4 words, harder words out, meaning kept as well (not significant))</a:t>
            </a:r>
            <a:endParaRPr b="0" lang="en-US" sz="2000" strike="noStrike" u="none">
              <a:solidFill>
                <a:srgbClr val="000000"/>
              </a:solidFill>
              <a:effectLst/>
              <a:uFillTx/>
              <a:latin typeface="Arial"/>
            </a:endParaRPr>
          </a:p>
          <a:p>
            <a:pPr indent="0">
              <a:lnSpc>
                <a:spcPct val="100000"/>
              </a:lnSpc>
              <a:buNone/>
            </a:pPr>
            <a:r>
              <a:rPr b="0" lang="en-US" sz="2000" strike="noStrike" u="none">
                <a:solidFill>
                  <a:srgbClr val="000000"/>
                </a:solidFill>
                <a:effectLst/>
                <a:uFillTx/>
                <a:latin typeface="Arial"/>
              </a:rPr>
              <a:t>Against v0.2 behind the same checks, it cuts three and a half more words off the longest clause, removes more hard words, and keeps the meaning as well. Not significantly different.</a:t>
            </a:r>
            <a:endParaRPr b="0" lang="en-US" sz="2000" strike="noStrike" u="none">
              <a:solidFill>
                <a:srgbClr val="000000"/>
              </a:solidFill>
              <a:effectLst/>
              <a:uFillTx/>
              <a:latin typeface="Arial"/>
            </a:endParaRPr>
          </a:p>
          <a:p>
            <a:pPr indent="0">
              <a:lnSpc>
                <a:spcPct val="100000"/>
              </a:lnSpc>
              <a:buNone/>
            </a:pPr>
            <a:endParaRPr b="0" lang="en-US" sz="2000" strike="noStrike" u="none">
              <a:solidFill>
                <a:srgbClr val="000000"/>
              </a:solidFill>
              <a:effectLst/>
              <a:uFillTx/>
              <a:latin typeface="Arial"/>
            </a:endParaRPr>
          </a:p>
          <a:p>
            <a:pPr indent="0">
              <a:lnSpc>
                <a:spcPct val="100000"/>
              </a:lnSpc>
              <a:buNone/>
            </a:pPr>
            <a:r>
              <a:rPr b="0" lang="en-US" sz="2000" strike="noStrike" u="none">
                <a:solidFill>
                  <a:srgbClr val="000000"/>
                </a:solidFill>
                <a:effectLst/>
                <a:uFillTx/>
                <a:latin typeface="Arial"/>
              </a:rPr>
              <a:t>▶ Step 3 (step 3 (auto); Blind rating, 18 sentences: v0.3 easier on 86% of changed outputs vs 60%; 8 of 8 votes)</a:t>
            </a:r>
            <a:endParaRPr b="0" lang="en-US" sz="2000" strike="noStrike" u="none">
              <a:solidFill>
                <a:srgbClr val="000000"/>
              </a:solidFill>
              <a:effectLst/>
              <a:uFillTx/>
              <a:latin typeface="Arial"/>
            </a:endParaRPr>
          </a:p>
          <a:p>
            <a:pPr indent="0">
              <a:lnSpc>
                <a:spcPct val="100000"/>
              </a:lnSpc>
              <a:buNone/>
            </a:pPr>
            <a:r>
              <a:rPr b="0" lang="en-US" sz="2000" strike="noStrike" u="none">
                <a:solidFill>
                  <a:srgbClr val="000000"/>
                </a:solidFill>
                <a:effectLst/>
                <a:uFillTx/>
                <a:latin typeface="Arial"/>
              </a:rPr>
              <a:t>People agree. In a blind rating, the team found v0.3's changed outputs easier eighty-six percent of the time, against sixty for v0.2, and the reader with dyslexia chose v0.3 in every comparison it was in.</a:t>
            </a:r>
            <a:endParaRPr b="0" lang="en-US" sz="2000" strike="noStrike" u="none">
              <a:solidFill>
                <a:srgbClr val="000000"/>
              </a:solidFill>
              <a:effectLst/>
              <a:uFillTx/>
              <a:latin typeface="Arial"/>
            </a:endParaRPr>
          </a:p>
        </p:txBody>
      </p:sp>
      <p:sp>
        <p:nvSpPr>
          <p:cNvPr id="514" name="PlaceHolder 3"/>
          <p:cNvSpPr>
            <a:spLocks noGrp="1"/>
          </p:cNvSpPr>
          <p:nvPr>
            <p:ph type="sldNum" idx="18"/>
          </p:nvPr>
        </p:nvSpPr>
        <p:spPr>
          <a:xfrm>
            <a:off x="3884760" y="8685360"/>
            <a:ext cx="2971440" cy="458280"/>
          </a:xfrm>
          <a:prstGeom prst="rect">
            <a:avLst/>
          </a:prstGeom>
          <a:noFill/>
          <a:ln w="0">
            <a:noFill/>
          </a:ln>
        </p:spPr>
        <p:txBody>
          <a:bodyPr lIns="91440" rIns="91440" tIns="45720" bIns="45720" anchor="b">
            <a:noAutofit/>
          </a:bodyPr>
          <a:lstStyle>
            <a:lvl1pPr indent="0" algn="r">
              <a:lnSpc>
                <a:spcPct val="100000"/>
              </a:lnSpc>
              <a:buNone/>
              <a:defRPr b="0" lang="en-US" sz="1200" strike="noStrike" u="none">
                <a:solidFill>
                  <a:srgbClr val="000000"/>
                </a:solidFill>
                <a:effectLst/>
                <a:uFillTx/>
                <a:latin typeface="Times New Roman"/>
              </a:defRPr>
            </a:lvl1pPr>
          </a:lstStyle>
          <a:p>
            <a:pPr indent="0" algn="r">
              <a:lnSpc>
                <a:spcPct val="100000"/>
              </a:lnSpc>
              <a:buNone/>
            </a:pPr>
            <a:fld id="{33E9BCDA-48A3-46CA-8464-5C1C42A65959}" type="slidenum">
              <a:rPr b="0" lang="en-US" sz="1200" strike="noStrike" u="none">
                <a:solidFill>
                  <a:srgbClr val="000000"/>
                </a:solidFill>
                <a:effectLst/>
                <a:uFillTx/>
                <a:latin typeface="Times New Roman"/>
              </a:rPr>
              <a:t>&lt;number&gt;</a:t>
            </a:fld>
            <a:endParaRPr b="0" lang="en-US" sz="1200" strike="noStrike" u="none">
              <a:solidFill>
                <a:srgbClr val="000000"/>
              </a:solidFill>
              <a:effectLst/>
              <a:uFillTx/>
              <a:latin typeface="Times New Roman"/>
            </a:endParaRPr>
          </a:p>
        </p:txBody>
      </p:sp>
    </p:spTree>
  </p:cSld>
</p:notes>
</file>

<file path=ppt/notesSlides/notesSlide1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15" name="PlaceHolder 1"/>
          <p:cNvSpPr>
            <a:spLocks noGrp="1"/>
          </p:cNvSpPr>
          <p:nvPr>
            <p:ph type="sldImg"/>
          </p:nvPr>
        </p:nvSpPr>
        <p:spPr>
          <a:xfrm>
            <a:off x="1200240" y="1143000"/>
            <a:ext cx="4457520" cy="3085920"/>
          </a:xfrm>
          <a:prstGeom prst="rect">
            <a:avLst/>
          </a:prstGeom>
          <a:ln w="0">
            <a:noFill/>
          </a:ln>
        </p:spPr>
      </p:sp>
      <p:sp>
        <p:nvSpPr>
          <p:cNvPr id="516"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pPr>
            <a:r>
              <a:rPr b="0" lang="en-US" sz="2000" strike="noStrike" u="none">
                <a:solidFill>
                  <a:srgbClr val="000000"/>
                </a:solidFill>
                <a:effectLst/>
                <a:uFillTx/>
                <a:latin typeface="Arial"/>
              </a:rPr>
              <a:t>[Sanad]</a:t>
            </a:r>
            <a:endParaRPr b="0" lang="en-US" sz="2000" strike="noStrike" u="none">
              <a:solidFill>
                <a:srgbClr val="000000"/>
              </a:solidFill>
              <a:effectLst/>
              <a:uFillTx/>
              <a:latin typeface="Arial"/>
            </a:endParaRPr>
          </a:p>
          <a:p>
            <a:pPr indent="0">
              <a:lnSpc>
                <a:spcPct val="100000"/>
              </a:lnSpc>
              <a:buNone/>
            </a:pPr>
            <a:endParaRPr b="0" lang="en-US" sz="2000" strike="noStrike" u="none">
              <a:solidFill>
                <a:srgbClr val="000000"/>
              </a:solidFill>
              <a:effectLst/>
              <a:uFillTx/>
              <a:latin typeface="Arial"/>
            </a:endParaRPr>
          </a:p>
          <a:p>
            <a:pPr indent="0">
              <a:lnSpc>
                <a:spcPct val="100000"/>
              </a:lnSpc>
              <a:buNone/>
            </a:pPr>
            <a:r>
              <a:rPr b="0" lang="en-US" sz="2000" strike="noStrike" u="none">
                <a:solidFill>
                  <a:srgbClr val="000000"/>
                </a:solidFill>
                <a:effectLst/>
                <a:uFillTx/>
                <a:latin typeface="Arial"/>
              </a:rPr>
              <a:t>▶ Step 1 (on arrival; Scatter: v0.3 in the app keeps the most meaning (82%) and cuts 5.2 words)</a:t>
            </a:r>
            <a:endParaRPr b="0" lang="en-US" sz="2000" strike="noStrike" u="none">
              <a:solidFill>
                <a:srgbClr val="000000"/>
              </a:solidFill>
              <a:effectLst/>
              <a:uFillTx/>
              <a:latin typeface="Arial"/>
            </a:endParaRPr>
          </a:p>
          <a:p>
            <a:pPr indent="0">
              <a:lnSpc>
                <a:spcPct val="100000"/>
              </a:lnSpc>
              <a:buNone/>
            </a:pPr>
            <a:r>
              <a:rPr b="0" lang="en-US" sz="2000" strike="noStrike" u="none">
                <a:solidFill>
                  <a:srgbClr val="000000"/>
                </a:solidFill>
                <a:effectLst/>
                <a:uFillTx/>
                <a:latin typeface="Arial"/>
              </a:rPr>
              <a:t>More simplification usually means less meaning. v0.3 breaks the pattern: in the app it keeps the most meaning, eighty-two percent, and still cuts five words off the longest clause.</a:t>
            </a:r>
            <a:endParaRPr b="0" lang="en-US" sz="2000" strike="noStrike" u="none">
              <a:solidFill>
                <a:srgbClr val="000000"/>
              </a:solidFill>
              <a:effectLst/>
              <a:uFillTx/>
              <a:latin typeface="Arial"/>
            </a:endParaRPr>
          </a:p>
          <a:p>
            <a:pPr indent="0">
              <a:lnSpc>
                <a:spcPct val="100000"/>
              </a:lnSpc>
              <a:buNone/>
            </a:pPr>
            <a:endParaRPr b="0" lang="en-US" sz="2000" strike="noStrike" u="none">
              <a:solidFill>
                <a:srgbClr val="000000"/>
              </a:solidFill>
              <a:effectLst/>
              <a:uFillTx/>
              <a:latin typeface="Arial"/>
            </a:endParaRPr>
          </a:p>
          <a:p>
            <a:pPr indent="0">
              <a:lnSpc>
                <a:spcPct val="100000"/>
              </a:lnSpc>
              <a:buNone/>
            </a:pPr>
            <a:r>
              <a:rPr b="0" lang="en-US" sz="2000" strike="noStrike" u="none">
                <a:solidFill>
                  <a:srgbClr val="000000"/>
                </a:solidFill>
                <a:effectLst/>
                <a:uFillTx/>
                <a:latin typeface="Arial"/>
              </a:rPr>
              <a:t>▶ Step 2 (step 2 (auto); In the app: v0.3 minus v0.2 behind the same checks: +3.4 words, harder words out, meaning kept as well (not significant))</a:t>
            </a:r>
            <a:endParaRPr b="0" lang="en-US" sz="2000" strike="noStrike" u="none">
              <a:solidFill>
                <a:srgbClr val="000000"/>
              </a:solidFill>
              <a:effectLst/>
              <a:uFillTx/>
              <a:latin typeface="Arial"/>
            </a:endParaRPr>
          </a:p>
          <a:p>
            <a:pPr indent="0">
              <a:lnSpc>
                <a:spcPct val="100000"/>
              </a:lnSpc>
              <a:buNone/>
            </a:pPr>
            <a:r>
              <a:rPr b="0" lang="en-US" sz="2000" strike="noStrike" u="none">
                <a:solidFill>
                  <a:srgbClr val="000000"/>
                </a:solidFill>
                <a:effectLst/>
                <a:uFillTx/>
                <a:latin typeface="Arial"/>
              </a:rPr>
              <a:t>Against v0.2 behind the same checks, it cuts three and a half more words off the longest clause, removes more hard words, and keeps the meaning as well. Not significantly different.</a:t>
            </a:r>
            <a:endParaRPr b="0" lang="en-US" sz="2000" strike="noStrike" u="none">
              <a:solidFill>
                <a:srgbClr val="000000"/>
              </a:solidFill>
              <a:effectLst/>
              <a:uFillTx/>
              <a:latin typeface="Arial"/>
            </a:endParaRPr>
          </a:p>
          <a:p>
            <a:pPr indent="0">
              <a:lnSpc>
                <a:spcPct val="100000"/>
              </a:lnSpc>
              <a:buNone/>
            </a:pPr>
            <a:endParaRPr b="0" lang="en-US" sz="2000" strike="noStrike" u="none">
              <a:solidFill>
                <a:srgbClr val="000000"/>
              </a:solidFill>
              <a:effectLst/>
              <a:uFillTx/>
              <a:latin typeface="Arial"/>
            </a:endParaRPr>
          </a:p>
          <a:p>
            <a:pPr indent="0">
              <a:lnSpc>
                <a:spcPct val="100000"/>
              </a:lnSpc>
              <a:buNone/>
            </a:pPr>
            <a:r>
              <a:rPr b="0" lang="en-US" sz="2000" strike="noStrike" u="none">
                <a:solidFill>
                  <a:srgbClr val="000000"/>
                </a:solidFill>
                <a:effectLst/>
                <a:uFillTx/>
                <a:latin typeface="Arial"/>
              </a:rPr>
              <a:t>▶ Step 3 (step 3 (auto); Blind rating, 18 sentences: v0.3 easier on 86% of changed outputs vs 60%; 8 of 8 votes)</a:t>
            </a:r>
            <a:endParaRPr b="0" lang="en-US" sz="2000" strike="noStrike" u="none">
              <a:solidFill>
                <a:srgbClr val="000000"/>
              </a:solidFill>
              <a:effectLst/>
              <a:uFillTx/>
              <a:latin typeface="Arial"/>
            </a:endParaRPr>
          </a:p>
          <a:p>
            <a:pPr indent="0">
              <a:lnSpc>
                <a:spcPct val="100000"/>
              </a:lnSpc>
              <a:buNone/>
            </a:pPr>
            <a:r>
              <a:rPr b="0" lang="en-US" sz="2000" strike="noStrike" u="none">
                <a:solidFill>
                  <a:srgbClr val="000000"/>
                </a:solidFill>
                <a:effectLst/>
                <a:uFillTx/>
                <a:latin typeface="Arial"/>
              </a:rPr>
              <a:t>People agree. In a blind rating, the team found v0.3's changed outputs easier eighty-six percent of the time, against sixty for v0.2, and the reader with dyslexia chose v0.3 in every comparison it was in.</a:t>
            </a:r>
            <a:endParaRPr b="0" lang="en-US" sz="2000" strike="noStrike" u="none">
              <a:solidFill>
                <a:srgbClr val="000000"/>
              </a:solidFill>
              <a:effectLst/>
              <a:uFillTx/>
              <a:latin typeface="Arial"/>
            </a:endParaRPr>
          </a:p>
        </p:txBody>
      </p:sp>
      <p:sp>
        <p:nvSpPr>
          <p:cNvPr id="517" name="PlaceHolder 3"/>
          <p:cNvSpPr>
            <a:spLocks noGrp="1"/>
          </p:cNvSpPr>
          <p:nvPr>
            <p:ph type="sldNum" idx="19"/>
          </p:nvPr>
        </p:nvSpPr>
        <p:spPr>
          <a:xfrm>
            <a:off x="3884760" y="8685360"/>
            <a:ext cx="2971440" cy="458280"/>
          </a:xfrm>
          <a:prstGeom prst="rect">
            <a:avLst/>
          </a:prstGeom>
          <a:noFill/>
          <a:ln w="0">
            <a:noFill/>
          </a:ln>
        </p:spPr>
        <p:txBody>
          <a:bodyPr lIns="91440" rIns="91440" tIns="45720" bIns="45720" anchor="b">
            <a:noAutofit/>
          </a:bodyPr>
          <a:lstStyle>
            <a:lvl1pPr indent="0" algn="r">
              <a:lnSpc>
                <a:spcPct val="100000"/>
              </a:lnSpc>
              <a:buNone/>
              <a:defRPr b="0" lang="en-US" sz="1200" strike="noStrike" u="none">
                <a:solidFill>
                  <a:srgbClr val="000000"/>
                </a:solidFill>
                <a:effectLst/>
                <a:uFillTx/>
                <a:latin typeface="Times New Roman"/>
              </a:defRPr>
            </a:lvl1pPr>
          </a:lstStyle>
          <a:p>
            <a:pPr indent="0" algn="r">
              <a:lnSpc>
                <a:spcPct val="100000"/>
              </a:lnSpc>
              <a:buNone/>
            </a:pPr>
            <a:fld id="{84877321-FB67-4DC3-96D4-FC25E4B602E4}" type="slidenum">
              <a:rPr b="0" lang="en-US" sz="1200" strike="noStrike" u="none">
                <a:solidFill>
                  <a:srgbClr val="000000"/>
                </a:solidFill>
                <a:effectLst/>
                <a:uFillTx/>
                <a:latin typeface="Times New Roman"/>
              </a:rPr>
              <a:t>&lt;number&gt;</a:t>
            </a:fld>
            <a:endParaRPr b="0" lang="en-US" sz="1200" strike="noStrike" u="none">
              <a:solidFill>
                <a:srgbClr val="000000"/>
              </a:solidFill>
              <a:effectLst/>
              <a:uFillTx/>
              <a:latin typeface="Times New Roman"/>
            </a:endParaRPr>
          </a:p>
        </p:txBody>
      </p:sp>
    </p:spTree>
  </p:cSld>
</p:notes>
</file>

<file path=ppt/notesSlides/notesSlide1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18" name="PlaceHolder 1"/>
          <p:cNvSpPr>
            <a:spLocks noGrp="1"/>
          </p:cNvSpPr>
          <p:nvPr>
            <p:ph type="sldImg"/>
          </p:nvPr>
        </p:nvSpPr>
        <p:spPr>
          <a:xfrm>
            <a:off x="1200240" y="1143000"/>
            <a:ext cx="4457520" cy="3085920"/>
          </a:xfrm>
          <a:prstGeom prst="rect">
            <a:avLst/>
          </a:prstGeom>
          <a:ln w="0">
            <a:noFill/>
          </a:ln>
        </p:spPr>
      </p:sp>
      <p:sp>
        <p:nvSpPr>
          <p:cNvPr id="519"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pPr>
            <a:r>
              <a:rPr b="0" lang="en-US" sz="2000" strike="noStrike" u="none">
                <a:solidFill>
                  <a:srgbClr val="000000"/>
                </a:solidFill>
                <a:effectLst/>
                <a:uFillTx/>
                <a:latin typeface="Arial"/>
              </a:rPr>
              <a:t>[Sanad]</a:t>
            </a:r>
            <a:endParaRPr b="0" lang="en-US" sz="2000" strike="noStrike" u="none">
              <a:solidFill>
                <a:srgbClr val="000000"/>
              </a:solidFill>
              <a:effectLst/>
              <a:uFillTx/>
              <a:latin typeface="Arial"/>
            </a:endParaRPr>
          </a:p>
          <a:p>
            <a:pPr indent="0">
              <a:lnSpc>
                <a:spcPct val="100000"/>
              </a:lnSpc>
              <a:buNone/>
            </a:pPr>
            <a:endParaRPr b="0" lang="en-US" sz="2000" strike="noStrike" u="none">
              <a:solidFill>
                <a:srgbClr val="000000"/>
              </a:solidFill>
              <a:effectLst/>
              <a:uFillTx/>
              <a:latin typeface="Arial"/>
            </a:endParaRPr>
          </a:p>
          <a:p>
            <a:pPr indent="0">
              <a:lnSpc>
                <a:spcPct val="100000"/>
              </a:lnSpc>
              <a:buNone/>
            </a:pPr>
            <a:r>
              <a:rPr b="0" lang="en-US" sz="2000" strike="noStrike" u="none">
                <a:solidFill>
                  <a:srgbClr val="000000"/>
                </a:solidFill>
                <a:effectLst/>
                <a:uFillTx/>
                <a:latin typeface="Arial"/>
              </a:rPr>
              <a:t>▶ Step 1 (on arrival; Scatter: v0.3 in the app keeps the most meaning (82%) and cuts 5.2 words)</a:t>
            </a:r>
            <a:endParaRPr b="0" lang="en-US" sz="2000" strike="noStrike" u="none">
              <a:solidFill>
                <a:srgbClr val="000000"/>
              </a:solidFill>
              <a:effectLst/>
              <a:uFillTx/>
              <a:latin typeface="Arial"/>
            </a:endParaRPr>
          </a:p>
          <a:p>
            <a:pPr indent="0">
              <a:lnSpc>
                <a:spcPct val="100000"/>
              </a:lnSpc>
              <a:buNone/>
            </a:pPr>
            <a:r>
              <a:rPr b="0" lang="en-US" sz="2000" strike="noStrike" u="none">
                <a:solidFill>
                  <a:srgbClr val="000000"/>
                </a:solidFill>
                <a:effectLst/>
                <a:uFillTx/>
                <a:latin typeface="Arial"/>
              </a:rPr>
              <a:t>More simplification usually means less meaning. v0.3 breaks the pattern: in the app it keeps the most meaning, eighty-two percent, and still cuts five words off the longest clause.</a:t>
            </a:r>
            <a:endParaRPr b="0" lang="en-US" sz="2000" strike="noStrike" u="none">
              <a:solidFill>
                <a:srgbClr val="000000"/>
              </a:solidFill>
              <a:effectLst/>
              <a:uFillTx/>
              <a:latin typeface="Arial"/>
            </a:endParaRPr>
          </a:p>
          <a:p>
            <a:pPr indent="0">
              <a:lnSpc>
                <a:spcPct val="100000"/>
              </a:lnSpc>
              <a:buNone/>
            </a:pPr>
            <a:endParaRPr b="0" lang="en-US" sz="2000" strike="noStrike" u="none">
              <a:solidFill>
                <a:srgbClr val="000000"/>
              </a:solidFill>
              <a:effectLst/>
              <a:uFillTx/>
              <a:latin typeface="Arial"/>
            </a:endParaRPr>
          </a:p>
          <a:p>
            <a:pPr indent="0">
              <a:lnSpc>
                <a:spcPct val="100000"/>
              </a:lnSpc>
              <a:buNone/>
            </a:pPr>
            <a:r>
              <a:rPr b="0" lang="en-US" sz="2000" strike="noStrike" u="none">
                <a:solidFill>
                  <a:srgbClr val="000000"/>
                </a:solidFill>
                <a:effectLst/>
                <a:uFillTx/>
                <a:latin typeface="Arial"/>
              </a:rPr>
              <a:t>▶ Step 2 (step 2 (auto); In the app: v0.3 minus v0.2 behind the same checks: +3.4 words, harder words out, meaning kept as well (not significant))</a:t>
            </a:r>
            <a:endParaRPr b="0" lang="en-US" sz="2000" strike="noStrike" u="none">
              <a:solidFill>
                <a:srgbClr val="000000"/>
              </a:solidFill>
              <a:effectLst/>
              <a:uFillTx/>
              <a:latin typeface="Arial"/>
            </a:endParaRPr>
          </a:p>
          <a:p>
            <a:pPr indent="0">
              <a:lnSpc>
                <a:spcPct val="100000"/>
              </a:lnSpc>
              <a:buNone/>
            </a:pPr>
            <a:r>
              <a:rPr b="0" lang="en-US" sz="2000" strike="noStrike" u="none">
                <a:solidFill>
                  <a:srgbClr val="000000"/>
                </a:solidFill>
                <a:effectLst/>
                <a:uFillTx/>
                <a:latin typeface="Arial"/>
              </a:rPr>
              <a:t>Against v0.2 behind the same checks, it cuts three and a half more words off the longest clause, removes more hard words, and keeps the meaning as well. Not significantly different.</a:t>
            </a:r>
            <a:endParaRPr b="0" lang="en-US" sz="2000" strike="noStrike" u="none">
              <a:solidFill>
                <a:srgbClr val="000000"/>
              </a:solidFill>
              <a:effectLst/>
              <a:uFillTx/>
              <a:latin typeface="Arial"/>
            </a:endParaRPr>
          </a:p>
          <a:p>
            <a:pPr indent="0">
              <a:lnSpc>
                <a:spcPct val="100000"/>
              </a:lnSpc>
              <a:buNone/>
            </a:pPr>
            <a:endParaRPr b="0" lang="en-US" sz="2000" strike="noStrike" u="none">
              <a:solidFill>
                <a:srgbClr val="000000"/>
              </a:solidFill>
              <a:effectLst/>
              <a:uFillTx/>
              <a:latin typeface="Arial"/>
            </a:endParaRPr>
          </a:p>
          <a:p>
            <a:pPr indent="0">
              <a:lnSpc>
                <a:spcPct val="100000"/>
              </a:lnSpc>
              <a:buNone/>
            </a:pPr>
            <a:r>
              <a:rPr b="0" lang="en-US" sz="2000" strike="noStrike" u="none">
                <a:solidFill>
                  <a:srgbClr val="000000"/>
                </a:solidFill>
                <a:effectLst/>
                <a:uFillTx/>
                <a:latin typeface="Arial"/>
              </a:rPr>
              <a:t>▶ Step 3 (step 3 (auto); Blind rating, 18 sentences: v0.3 easier on 86% of changed outputs vs 60%; 8 of 8 votes)</a:t>
            </a:r>
            <a:endParaRPr b="0" lang="en-US" sz="2000" strike="noStrike" u="none">
              <a:solidFill>
                <a:srgbClr val="000000"/>
              </a:solidFill>
              <a:effectLst/>
              <a:uFillTx/>
              <a:latin typeface="Arial"/>
            </a:endParaRPr>
          </a:p>
          <a:p>
            <a:pPr indent="0">
              <a:lnSpc>
                <a:spcPct val="100000"/>
              </a:lnSpc>
              <a:buNone/>
            </a:pPr>
            <a:r>
              <a:rPr b="0" lang="en-US" sz="2000" strike="noStrike" u="none">
                <a:solidFill>
                  <a:srgbClr val="000000"/>
                </a:solidFill>
                <a:effectLst/>
                <a:uFillTx/>
                <a:latin typeface="Arial"/>
              </a:rPr>
              <a:t>People agree. In a blind rating, the team found v0.3's changed outputs easier eighty-six percent of the time, against sixty for v0.2, and the reader with dyslexia chose v0.3 in every comparison it was in.</a:t>
            </a:r>
            <a:endParaRPr b="0" lang="en-US" sz="2000" strike="noStrike" u="none">
              <a:solidFill>
                <a:srgbClr val="000000"/>
              </a:solidFill>
              <a:effectLst/>
              <a:uFillTx/>
              <a:latin typeface="Arial"/>
            </a:endParaRPr>
          </a:p>
        </p:txBody>
      </p:sp>
      <p:sp>
        <p:nvSpPr>
          <p:cNvPr id="520" name="PlaceHolder 3"/>
          <p:cNvSpPr>
            <a:spLocks noGrp="1"/>
          </p:cNvSpPr>
          <p:nvPr>
            <p:ph type="sldNum" idx="20"/>
          </p:nvPr>
        </p:nvSpPr>
        <p:spPr>
          <a:xfrm>
            <a:off x="3884760" y="8685360"/>
            <a:ext cx="2971440" cy="458280"/>
          </a:xfrm>
          <a:prstGeom prst="rect">
            <a:avLst/>
          </a:prstGeom>
          <a:noFill/>
          <a:ln w="0">
            <a:noFill/>
          </a:ln>
        </p:spPr>
        <p:txBody>
          <a:bodyPr lIns="91440" rIns="91440" tIns="45720" bIns="45720" anchor="b">
            <a:noAutofit/>
          </a:bodyPr>
          <a:lstStyle>
            <a:lvl1pPr indent="0" algn="r">
              <a:lnSpc>
                <a:spcPct val="100000"/>
              </a:lnSpc>
              <a:buNone/>
              <a:defRPr b="0" lang="en-US" sz="1200" strike="noStrike" u="none">
                <a:solidFill>
                  <a:srgbClr val="000000"/>
                </a:solidFill>
                <a:effectLst/>
                <a:uFillTx/>
                <a:latin typeface="Times New Roman"/>
              </a:defRPr>
            </a:lvl1pPr>
          </a:lstStyle>
          <a:p>
            <a:pPr indent="0" algn="r">
              <a:lnSpc>
                <a:spcPct val="100000"/>
              </a:lnSpc>
              <a:buNone/>
            </a:pPr>
            <a:fld id="{8A197B3E-5B58-4F26-8F53-BFD18B15491D}" type="slidenum">
              <a:rPr b="0" lang="en-US" sz="1200" strike="noStrike" u="none">
                <a:solidFill>
                  <a:srgbClr val="000000"/>
                </a:solidFill>
                <a:effectLst/>
                <a:uFillTx/>
                <a:latin typeface="Times New Roman"/>
              </a:rPr>
              <a:t>&lt;number&gt;</a:t>
            </a:fld>
            <a:endParaRPr b="0" lang="en-US" sz="1200" strike="noStrike" u="none">
              <a:solidFill>
                <a:srgbClr val="000000"/>
              </a:solidFill>
              <a:effectLst/>
              <a:uFillTx/>
              <a:latin typeface="Times New Roman"/>
            </a:endParaRPr>
          </a:p>
        </p:txBody>
      </p:sp>
    </p:spTree>
  </p:cSld>
</p:notes>
</file>

<file path=ppt/notesSlides/notesSlide1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21" name="PlaceHolder 1"/>
          <p:cNvSpPr>
            <a:spLocks noGrp="1"/>
          </p:cNvSpPr>
          <p:nvPr>
            <p:ph type="sldImg"/>
          </p:nvPr>
        </p:nvSpPr>
        <p:spPr>
          <a:xfrm>
            <a:off x="1200240" y="1143000"/>
            <a:ext cx="4457520" cy="3085920"/>
          </a:xfrm>
          <a:prstGeom prst="rect">
            <a:avLst/>
          </a:prstGeom>
          <a:ln w="0">
            <a:noFill/>
          </a:ln>
        </p:spPr>
      </p:sp>
      <p:sp>
        <p:nvSpPr>
          <p:cNvPr id="522"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pPr>
            <a:r>
              <a:rPr b="0" lang="en-US" sz="2000" strike="noStrike" u="none">
                <a:solidFill>
                  <a:srgbClr val="000000"/>
                </a:solidFill>
                <a:effectLst/>
                <a:uFillTx/>
                <a:latin typeface="Arial"/>
              </a:rPr>
              <a:t>[Sanad]</a:t>
            </a:r>
            <a:endParaRPr b="0" lang="en-US" sz="2000" strike="noStrike" u="none">
              <a:solidFill>
                <a:srgbClr val="000000"/>
              </a:solidFill>
              <a:effectLst/>
              <a:uFillTx/>
              <a:latin typeface="Arial"/>
            </a:endParaRPr>
          </a:p>
          <a:p>
            <a:pPr indent="0">
              <a:lnSpc>
                <a:spcPct val="100000"/>
              </a:lnSpc>
              <a:buNone/>
            </a:pPr>
            <a:endParaRPr b="0" lang="en-US" sz="2000" strike="noStrike" u="none">
              <a:solidFill>
                <a:srgbClr val="000000"/>
              </a:solidFill>
              <a:effectLst/>
              <a:uFillTx/>
              <a:latin typeface="Arial"/>
            </a:endParaRPr>
          </a:p>
          <a:p>
            <a:pPr indent="0">
              <a:lnSpc>
                <a:spcPct val="100000"/>
              </a:lnSpc>
              <a:buNone/>
            </a:pPr>
            <a:r>
              <a:rPr b="0" lang="en-US" sz="2000" strike="noStrike" u="none">
                <a:solidFill>
                  <a:srgbClr val="000000"/>
                </a:solidFill>
                <a:effectLst/>
                <a:uFillTx/>
                <a:latin typeface="Arial"/>
              </a:rPr>
              <a:t>▶ Step 1 (on arrival; Heading 'What the app does' and the video recording under it)</a:t>
            </a:r>
            <a:endParaRPr b="0" lang="en-US" sz="2000" strike="noStrike" u="none">
              <a:solidFill>
                <a:srgbClr val="000000"/>
              </a:solidFill>
              <a:effectLst/>
              <a:uFillTx/>
              <a:latin typeface="Arial"/>
            </a:endParaRPr>
          </a:p>
          <a:p>
            <a:pPr indent="0">
              <a:lnSpc>
                <a:spcPct val="100000"/>
              </a:lnSpc>
              <a:buNone/>
            </a:pPr>
            <a:r>
              <a:rPr b="0" lang="en-US" sz="2000" strike="noStrike" u="none">
                <a:solidFill>
                  <a:srgbClr val="000000"/>
                </a:solidFill>
                <a:effectLst/>
                <a:uFillTx/>
                <a:latin typeface="Arial"/>
              </a:rPr>
              <a:t>On a phone: select, tap tabseet, and it reads aloud. Scripture never reaches the model, and code checks that numbers survive.</a:t>
            </a:r>
            <a:endParaRPr b="0" lang="en-US" sz="2000" strike="noStrike" u="none">
              <a:solidFill>
                <a:srgbClr val="000000"/>
              </a:solidFill>
              <a:effectLst/>
              <a:uFillTx/>
              <a:latin typeface="Arial"/>
            </a:endParaRPr>
          </a:p>
        </p:txBody>
      </p:sp>
      <p:sp>
        <p:nvSpPr>
          <p:cNvPr id="523" name="PlaceHolder 3"/>
          <p:cNvSpPr>
            <a:spLocks noGrp="1"/>
          </p:cNvSpPr>
          <p:nvPr>
            <p:ph type="sldNum" idx="21"/>
          </p:nvPr>
        </p:nvSpPr>
        <p:spPr>
          <a:xfrm>
            <a:off x="3884760" y="8685360"/>
            <a:ext cx="2971440" cy="458280"/>
          </a:xfrm>
          <a:prstGeom prst="rect">
            <a:avLst/>
          </a:prstGeom>
          <a:noFill/>
          <a:ln w="0">
            <a:noFill/>
          </a:ln>
        </p:spPr>
        <p:txBody>
          <a:bodyPr lIns="91440" rIns="91440" tIns="45720" bIns="45720" anchor="b">
            <a:noAutofit/>
          </a:bodyPr>
          <a:lstStyle>
            <a:lvl1pPr indent="0" algn="r">
              <a:lnSpc>
                <a:spcPct val="100000"/>
              </a:lnSpc>
              <a:buNone/>
              <a:defRPr b="0" lang="en-US" sz="1200" strike="noStrike" u="none">
                <a:solidFill>
                  <a:srgbClr val="000000"/>
                </a:solidFill>
                <a:effectLst/>
                <a:uFillTx/>
                <a:latin typeface="Times New Roman"/>
              </a:defRPr>
            </a:lvl1pPr>
          </a:lstStyle>
          <a:p>
            <a:pPr indent="0" algn="r">
              <a:lnSpc>
                <a:spcPct val="100000"/>
              </a:lnSpc>
              <a:buNone/>
            </a:pPr>
            <a:fld id="{5FB52420-3DFD-4915-BBAC-8734083FCB3A}" type="slidenum">
              <a:rPr b="0" lang="en-US" sz="1200" strike="noStrike" u="none">
                <a:solidFill>
                  <a:srgbClr val="000000"/>
                </a:solidFill>
                <a:effectLst/>
                <a:uFillTx/>
                <a:latin typeface="Times New Roman"/>
              </a:rPr>
              <a:t>&lt;number&gt;</a:t>
            </a:fld>
            <a:endParaRPr b="0" lang="en-US" sz="1200" strike="noStrike" u="none">
              <a:solidFill>
                <a:srgbClr val="000000"/>
              </a:solidFill>
              <a:effectLst/>
              <a:uFillTx/>
              <a:latin typeface="Times New Roman"/>
            </a:endParaRPr>
          </a:p>
        </p:txBody>
      </p:sp>
    </p:spTree>
  </p:cSld>
</p:notes>
</file>

<file path=ppt/notesSlides/notesSlide1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24" name="PlaceHolder 1"/>
          <p:cNvSpPr>
            <a:spLocks noGrp="1"/>
          </p:cNvSpPr>
          <p:nvPr>
            <p:ph type="sldImg"/>
          </p:nvPr>
        </p:nvSpPr>
        <p:spPr>
          <a:xfrm>
            <a:off x="1200240" y="1143000"/>
            <a:ext cx="4457520" cy="3085920"/>
          </a:xfrm>
          <a:prstGeom prst="rect">
            <a:avLst/>
          </a:prstGeom>
          <a:ln w="0">
            <a:noFill/>
          </a:ln>
        </p:spPr>
      </p:sp>
      <p:sp>
        <p:nvSpPr>
          <p:cNvPr id="525"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pPr>
            <a:r>
              <a:rPr b="0" lang="en-US" sz="2000" strike="noStrike" u="none">
                <a:solidFill>
                  <a:srgbClr val="000000"/>
                </a:solidFill>
                <a:effectLst/>
                <a:uFillTx/>
                <a:latin typeface="Arial"/>
              </a:rPr>
              <a:t>[Sanad]</a:t>
            </a:r>
            <a:endParaRPr b="0" lang="en-US" sz="2000" strike="noStrike" u="none">
              <a:solidFill>
                <a:srgbClr val="000000"/>
              </a:solidFill>
              <a:effectLst/>
              <a:uFillTx/>
              <a:latin typeface="Arial"/>
            </a:endParaRPr>
          </a:p>
          <a:p>
            <a:pPr indent="0">
              <a:lnSpc>
                <a:spcPct val="100000"/>
              </a:lnSpc>
              <a:buNone/>
            </a:pPr>
            <a:endParaRPr b="0" lang="en-US" sz="2000" strike="noStrike" u="none">
              <a:solidFill>
                <a:srgbClr val="000000"/>
              </a:solidFill>
              <a:effectLst/>
              <a:uFillTx/>
              <a:latin typeface="Arial"/>
            </a:endParaRPr>
          </a:p>
          <a:p>
            <a:pPr indent="0">
              <a:lnSpc>
                <a:spcPct val="100000"/>
              </a:lnSpc>
              <a:buNone/>
            </a:pPr>
            <a:r>
              <a:rPr b="0" lang="en-US" sz="2000" strike="noStrike" u="none">
                <a:solidFill>
                  <a:srgbClr val="000000"/>
                </a:solidFill>
                <a:effectLst/>
                <a:uFillTx/>
                <a:latin typeface="Arial"/>
              </a:rPr>
              <a:t>▶ Step 1 (on arrival; Logo and 'Simplify where you read.')</a:t>
            </a:r>
            <a:endParaRPr b="0" lang="en-US" sz="2000" strike="noStrike" u="none">
              <a:solidFill>
                <a:srgbClr val="000000"/>
              </a:solidFill>
              <a:effectLst/>
              <a:uFillTx/>
              <a:latin typeface="Arial"/>
            </a:endParaRPr>
          </a:p>
          <a:p>
            <a:pPr indent="0">
              <a:lnSpc>
                <a:spcPct val="100000"/>
              </a:lnSpc>
              <a:buNone/>
            </a:pPr>
            <a:r>
              <a:rPr b="0" lang="en-US" sz="2000" strike="noStrike" u="none">
                <a:solidFill>
                  <a:srgbClr val="000000"/>
                </a:solidFill>
                <a:effectLst/>
                <a:uFillTx/>
                <a:latin typeface="Arial"/>
              </a:rPr>
              <a:t>Bayan: simplify where you read.</a:t>
            </a:r>
            <a:endParaRPr b="0" lang="en-US" sz="2000" strike="noStrike" u="none">
              <a:solidFill>
                <a:srgbClr val="000000"/>
              </a:solidFill>
              <a:effectLst/>
              <a:uFillTx/>
              <a:latin typeface="Arial"/>
            </a:endParaRPr>
          </a:p>
          <a:p>
            <a:pPr indent="0">
              <a:lnSpc>
                <a:spcPct val="100000"/>
              </a:lnSpc>
              <a:buNone/>
            </a:pPr>
            <a:endParaRPr b="0" lang="en-US" sz="2000" strike="noStrike" u="none">
              <a:solidFill>
                <a:srgbClr val="000000"/>
              </a:solidFill>
              <a:effectLst/>
              <a:uFillTx/>
              <a:latin typeface="Arial"/>
            </a:endParaRPr>
          </a:p>
          <a:p>
            <a:pPr indent="0">
              <a:lnSpc>
                <a:spcPct val="100000"/>
              </a:lnSpc>
              <a:buNone/>
            </a:pPr>
            <a:r>
              <a:rPr b="0" lang="en-US" sz="2000" strike="noStrike" u="none">
                <a:solidFill>
                  <a:srgbClr val="000000"/>
                </a:solidFill>
                <a:effectLst/>
                <a:uFillTx/>
                <a:latin typeface="Arial"/>
              </a:rPr>
              <a:t>▶ Step 2 (step 2 (auto); Three limit chips and the next step)</a:t>
            </a:r>
            <a:endParaRPr b="0" lang="en-US" sz="2000" strike="noStrike" u="none">
              <a:solidFill>
                <a:srgbClr val="000000"/>
              </a:solidFill>
              <a:effectLst/>
              <a:uFillTx/>
              <a:latin typeface="Arial"/>
            </a:endParaRPr>
          </a:p>
          <a:p>
            <a:pPr indent="0">
              <a:lnSpc>
                <a:spcPct val="100000"/>
              </a:lnSpc>
              <a:buNone/>
            </a:pPr>
            <a:r>
              <a:rPr b="0" lang="en-US" sz="2000" strike="noStrike" u="none">
                <a:solidFill>
                  <a:srgbClr val="000000"/>
                </a:solidFill>
                <a:effectLst/>
                <a:uFillTx/>
                <a:latin typeface="Arial"/>
              </a:rPr>
              <a:t>What we can't claim: no reader has used it, our scorer is stricter than people, and our human comparison is eighteen sentences. Next, a reading study. Thank you!</a:t>
            </a:r>
            <a:endParaRPr b="0" lang="en-US" sz="2000" strike="noStrike" u="none">
              <a:solidFill>
                <a:srgbClr val="000000"/>
              </a:solidFill>
              <a:effectLst/>
              <a:uFillTx/>
              <a:latin typeface="Arial"/>
            </a:endParaRPr>
          </a:p>
        </p:txBody>
      </p:sp>
      <p:sp>
        <p:nvSpPr>
          <p:cNvPr id="526" name="PlaceHolder 3"/>
          <p:cNvSpPr>
            <a:spLocks noGrp="1"/>
          </p:cNvSpPr>
          <p:nvPr>
            <p:ph type="sldNum" idx="22"/>
          </p:nvPr>
        </p:nvSpPr>
        <p:spPr>
          <a:xfrm>
            <a:off x="3884760" y="8685360"/>
            <a:ext cx="2971440" cy="458280"/>
          </a:xfrm>
          <a:prstGeom prst="rect">
            <a:avLst/>
          </a:prstGeom>
          <a:noFill/>
          <a:ln w="0">
            <a:noFill/>
          </a:ln>
        </p:spPr>
        <p:txBody>
          <a:bodyPr lIns="91440" rIns="91440" tIns="45720" bIns="45720" anchor="b">
            <a:noAutofit/>
          </a:bodyPr>
          <a:lstStyle>
            <a:lvl1pPr indent="0" algn="r">
              <a:lnSpc>
                <a:spcPct val="100000"/>
              </a:lnSpc>
              <a:buNone/>
              <a:defRPr b="0" lang="en-US" sz="1200" strike="noStrike" u="none">
                <a:solidFill>
                  <a:srgbClr val="000000"/>
                </a:solidFill>
                <a:effectLst/>
                <a:uFillTx/>
                <a:latin typeface="Times New Roman"/>
              </a:defRPr>
            </a:lvl1pPr>
          </a:lstStyle>
          <a:p>
            <a:pPr indent="0" algn="r">
              <a:lnSpc>
                <a:spcPct val="100000"/>
              </a:lnSpc>
              <a:buNone/>
            </a:pPr>
            <a:fld id="{7BAA554D-0BCB-4BA7-A75F-DE35AF109253}" type="slidenum">
              <a:rPr b="0" lang="en-US" sz="1200" strike="noStrike" u="none">
                <a:solidFill>
                  <a:srgbClr val="000000"/>
                </a:solidFill>
                <a:effectLst/>
                <a:uFillTx/>
                <a:latin typeface="Times New Roman"/>
              </a:rPr>
              <a:t>&lt;number&gt;</a:t>
            </a:fld>
            <a:endParaRPr b="0" lang="en-US" sz="1200" strike="noStrike" u="none">
              <a:solidFill>
                <a:srgbClr val="000000"/>
              </a:solidFill>
              <a:effectLst/>
              <a:uFillTx/>
              <a:latin typeface="Times New Roman"/>
            </a:endParaRPr>
          </a:p>
        </p:txBody>
      </p:sp>
    </p:spTree>
  </p:cSld>
</p:notes>
</file>

<file path=ppt/notesSlides/notesSlide2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27" name="PlaceHolder 1"/>
          <p:cNvSpPr>
            <a:spLocks noGrp="1"/>
          </p:cNvSpPr>
          <p:nvPr>
            <p:ph type="sldImg"/>
          </p:nvPr>
        </p:nvSpPr>
        <p:spPr>
          <a:xfrm>
            <a:off x="1200240" y="1143000"/>
            <a:ext cx="4457520" cy="3085920"/>
          </a:xfrm>
          <a:prstGeom prst="rect">
            <a:avLst/>
          </a:prstGeom>
          <a:ln w="0">
            <a:noFill/>
          </a:ln>
        </p:spPr>
      </p:sp>
      <p:sp>
        <p:nvSpPr>
          <p:cNvPr id="528"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pPr>
            <a:r>
              <a:rPr b="0" lang="en-US" sz="2000" strike="noStrike" u="none">
                <a:solidFill>
                  <a:srgbClr val="000000"/>
                </a:solidFill>
                <a:effectLst/>
                <a:uFillTx/>
                <a:latin typeface="Arial"/>
              </a:rPr>
              <a:t>[Sanad]</a:t>
            </a:r>
            <a:endParaRPr b="0" lang="en-US" sz="2000" strike="noStrike" u="none">
              <a:solidFill>
                <a:srgbClr val="000000"/>
              </a:solidFill>
              <a:effectLst/>
              <a:uFillTx/>
              <a:latin typeface="Arial"/>
            </a:endParaRPr>
          </a:p>
          <a:p>
            <a:pPr indent="0">
              <a:lnSpc>
                <a:spcPct val="100000"/>
              </a:lnSpc>
              <a:buNone/>
            </a:pPr>
            <a:endParaRPr b="0" lang="en-US" sz="2000" strike="noStrike" u="none">
              <a:solidFill>
                <a:srgbClr val="000000"/>
              </a:solidFill>
              <a:effectLst/>
              <a:uFillTx/>
              <a:latin typeface="Arial"/>
            </a:endParaRPr>
          </a:p>
          <a:p>
            <a:pPr indent="0">
              <a:lnSpc>
                <a:spcPct val="100000"/>
              </a:lnSpc>
              <a:buNone/>
            </a:pPr>
            <a:r>
              <a:rPr b="0" lang="en-US" sz="2000" strike="noStrike" u="none">
                <a:solidFill>
                  <a:srgbClr val="000000"/>
                </a:solidFill>
                <a:effectLst/>
                <a:uFillTx/>
                <a:latin typeface="Arial"/>
              </a:rPr>
              <a:t>▶ Step 1 (on arrival; Logo and 'Simplify where you read.')</a:t>
            </a:r>
            <a:endParaRPr b="0" lang="en-US" sz="2000" strike="noStrike" u="none">
              <a:solidFill>
                <a:srgbClr val="000000"/>
              </a:solidFill>
              <a:effectLst/>
              <a:uFillTx/>
              <a:latin typeface="Arial"/>
            </a:endParaRPr>
          </a:p>
          <a:p>
            <a:pPr indent="0">
              <a:lnSpc>
                <a:spcPct val="100000"/>
              </a:lnSpc>
              <a:buNone/>
            </a:pPr>
            <a:r>
              <a:rPr b="0" lang="en-US" sz="2000" strike="noStrike" u="none">
                <a:solidFill>
                  <a:srgbClr val="000000"/>
                </a:solidFill>
                <a:effectLst/>
                <a:uFillTx/>
                <a:latin typeface="Arial"/>
              </a:rPr>
              <a:t>Bayan: simplify where you read.</a:t>
            </a:r>
            <a:endParaRPr b="0" lang="en-US" sz="2000" strike="noStrike" u="none">
              <a:solidFill>
                <a:srgbClr val="000000"/>
              </a:solidFill>
              <a:effectLst/>
              <a:uFillTx/>
              <a:latin typeface="Arial"/>
            </a:endParaRPr>
          </a:p>
          <a:p>
            <a:pPr indent="0">
              <a:lnSpc>
                <a:spcPct val="100000"/>
              </a:lnSpc>
              <a:buNone/>
            </a:pPr>
            <a:endParaRPr b="0" lang="en-US" sz="2000" strike="noStrike" u="none">
              <a:solidFill>
                <a:srgbClr val="000000"/>
              </a:solidFill>
              <a:effectLst/>
              <a:uFillTx/>
              <a:latin typeface="Arial"/>
            </a:endParaRPr>
          </a:p>
          <a:p>
            <a:pPr indent="0">
              <a:lnSpc>
                <a:spcPct val="100000"/>
              </a:lnSpc>
              <a:buNone/>
            </a:pPr>
            <a:r>
              <a:rPr b="0" lang="en-US" sz="2000" strike="noStrike" u="none">
                <a:solidFill>
                  <a:srgbClr val="000000"/>
                </a:solidFill>
                <a:effectLst/>
                <a:uFillTx/>
                <a:latin typeface="Arial"/>
              </a:rPr>
              <a:t>▶ Step 2 (step 2 (auto); Three limit chips and the next step)</a:t>
            </a:r>
            <a:endParaRPr b="0" lang="en-US" sz="2000" strike="noStrike" u="none">
              <a:solidFill>
                <a:srgbClr val="000000"/>
              </a:solidFill>
              <a:effectLst/>
              <a:uFillTx/>
              <a:latin typeface="Arial"/>
            </a:endParaRPr>
          </a:p>
          <a:p>
            <a:pPr indent="0">
              <a:lnSpc>
                <a:spcPct val="100000"/>
              </a:lnSpc>
              <a:buNone/>
            </a:pPr>
            <a:r>
              <a:rPr b="0" lang="en-US" sz="2000" strike="noStrike" u="none">
                <a:solidFill>
                  <a:srgbClr val="000000"/>
                </a:solidFill>
                <a:effectLst/>
                <a:uFillTx/>
                <a:latin typeface="Arial"/>
              </a:rPr>
              <a:t>What we can't claim: no reader has used it, our scorer is stricter than people, and our human comparison is eighteen sentences. Next, a reading study. Thank you!</a:t>
            </a:r>
            <a:endParaRPr b="0" lang="en-US" sz="2000" strike="noStrike" u="none">
              <a:solidFill>
                <a:srgbClr val="000000"/>
              </a:solidFill>
              <a:effectLst/>
              <a:uFillTx/>
              <a:latin typeface="Arial"/>
            </a:endParaRPr>
          </a:p>
        </p:txBody>
      </p:sp>
      <p:sp>
        <p:nvSpPr>
          <p:cNvPr id="529" name="PlaceHolder 3"/>
          <p:cNvSpPr>
            <a:spLocks noGrp="1"/>
          </p:cNvSpPr>
          <p:nvPr>
            <p:ph type="sldNum" idx="23"/>
          </p:nvPr>
        </p:nvSpPr>
        <p:spPr>
          <a:xfrm>
            <a:off x="3884760" y="8685360"/>
            <a:ext cx="2971440" cy="458280"/>
          </a:xfrm>
          <a:prstGeom prst="rect">
            <a:avLst/>
          </a:prstGeom>
          <a:noFill/>
          <a:ln w="0">
            <a:noFill/>
          </a:ln>
        </p:spPr>
        <p:txBody>
          <a:bodyPr lIns="91440" rIns="91440" tIns="45720" bIns="45720" anchor="b">
            <a:noAutofit/>
          </a:bodyPr>
          <a:lstStyle>
            <a:lvl1pPr indent="0" algn="r">
              <a:lnSpc>
                <a:spcPct val="100000"/>
              </a:lnSpc>
              <a:buNone/>
              <a:defRPr b="0" lang="en-US" sz="1200" strike="noStrike" u="none">
                <a:solidFill>
                  <a:srgbClr val="000000"/>
                </a:solidFill>
                <a:effectLst/>
                <a:uFillTx/>
                <a:latin typeface="Times New Roman"/>
              </a:defRPr>
            </a:lvl1pPr>
          </a:lstStyle>
          <a:p>
            <a:pPr indent="0" algn="r">
              <a:lnSpc>
                <a:spcPct val="100000"/>
              </a:lnSpc>
              <a:buNone/>
            </a:pPr>
            <a:fld id="{D1672780-691E-4EBE-8AA2-0E580CB26AEC}" type="slidenum">
              <a:rPr b="0" lang="en-US" sz="1200" strike="noStrike" u="none">
                <a:solidFill>
                  <a:srgbClr val="000000"/>
                </a:solidFill>
                <a:effectLst/>
                <a:uFillTx/>
                <a:latin typeface="Times New Roman"/>
              </a:rPr>
              <a:t>&lt;number&gt;</a:t>
            </a:fld>
            <a:endParaRPr b="0" lang="en-US" sz="1200" strike="noStrike" u="none">
              <a:solidFill>
                <a:srgbClr val="000000"/>
              </a:solidFill>
              <a:effectLst/>
              <a:uFillTx/>
              <a:latin typeface="Times New Roman"/>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 Id="rId3" Type="http://schemas.openxmlformats.org/officeDocument/2006/relationships/image" Target="../media/image2.png"/>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2.png"/>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eg"/>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 Id="rId3" Type="http://schemas.openxmlformats.org/officeDocument/2006/relationships/image" Target="../media/image6.png"/><Relationship Id="rId4" Type="http://schemas.openxmlformats.org/officeDocument/2006/relationships/image" Target="../media/image7.png"/>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eg"/>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jpeg"/>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jpeg"/><Relationship Id="rId3" Type="http://schemas.openxmlformats.org/officeDocument/2006/relationships/image" Target="../media/image10.png"/>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able of Contents">
    <p:bg>
      <p:bgPr>
        <a:solidFill>
          <a:srgbClr val="ffffff"/>
        </a:solidFill>
      </p:bgPr>
    </p:bg>
    <p:spTree>
      <p:nvGrpSpPr>
        <p:cNvPr id="1" name=""/>
        <p:cNvGrpSpPr/>
        <p:nvPr/>
      </p:nvGrpSpPr>
      <p:grpSpPr>
        <a:xfrm>
          <a:off x="0" y="0"/>
          <a:ext cx="0" cy="0"/>
          <a:chOff x="0" y="0"/>
          <a:chExt cx="0" cy="0"/>
        </a:xfrm>
      </p:grpSpPr>
      <p:cxnSp>
        <p:nvCxnSpPr>
          <p:cNvPr id="0" name="직선 연결선 11"/>
          <p:cNvCxnSpPr/>
          <p:nvPr/>
        </p:nvCxnSpPr>
        <p:spPr>
          <a:xfrm>
            <a:off x="449280" y="6424920"/>
            <a:ext cx="9001080" cy="360"/>
          </a:xfrm>
          <a:prstGeom prst="straightConnector1">
            <a:avLst/>
          </a:prstGeom>
          <a:ln>
            <a:solidFill>
              <a:srgbClr val="ffffff">
                <a:lumMod val="75000"/>
              </a:srgbClr>
            </a:solidFill>
          </a:ln>
        </p:spPr>
      </p:cxnSp>
      <p:sp>
        <p:nvSpPr>
          <p:cNvPr id="1" name="슬라이드 번호 개체 틀 15"/>
          <p:cNvSpPr/>
          <p:nvPr/>
        </p:nvSpPr>
        <p:spPr>
          <a:xfrm>
            <a:off x="8836200" y="6498000"/>
            <a:ext cx="613440" cy="1382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0" rIns="0" tIns="0" bIns="0" anchor="ctr">
            <a:spAutoFit/>
            <a:scene3d>
              <a:camera prst="orthographicFront"/>
              <a:lightRig dir="t" rig="threePt"/>
            </a:scene3d>
            <a:sp3d>
              <a:bevelT w="0" h="6350"/>
            </a:sp3d>
          </a:bodyPr>
          <a:p>
            <a:pPr algn="r" defTabSz="914040">
              <a:lnSpc>
                <a:spcPct val="100000"/>
              </a:lnSpc>
              <a:tabLst>
                <a:tab algn="l" pos="0"/>
              </a:tabLst>
            </a:pPr>
            <a:fld id="{731A3331-40C9-485A-BD98-D4ABD03ADB0D}" type="slidenum">
              <a:rPr b="0" lang="en-US" sz="900" strike="noStrike" u="none">
                <a:solidFill>
                  <a:schemeClr val="lt1">
                    <a:lumMod val="50000"/>
                  </a:schemeClr>
                </a:solidFill>
                <a:effectLst/>
                <a:uFillTx/>
                <a:latin typeface="SamsungOne 400"/>
                <a:ea typeface="SamsungOne 400"/>
              </a:rPr>
              <a:t>&lt;number&gt;</a:t>
            </a:fld>
            <a:endParaRPr b="0" lang="en-US" sz="900" strike="noStrike" u="none">
              <a:solidFill>
                <a:srgbClr val="000000"/>
              </a:solidFill>
              <a:effectLst/>
              <a:uFillTx/>
              <a:latin typeface="Arial"/>
            </a:endParaRPr>
          </a:p>
        </p:txBody>
      </p:sp>
      <p:sp>
        <p:nvSpPr>
          <p:cNvPr id="2" name="직사각형 7"/>
          <p:cNvSpPr/>
          <p:nvPr/>
        </p:nvSpPr>
        <p:spPr>
          <a:xfrm>
            <a:off x="449640" y="6498000"/>
            <a:ext cx="2888280" cy="1688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0" rIns="0" tIns="0" bIns="0" anchor="t">
            <a:spAutoFit/>
            <a:scene3d>
              <a:camera prst="orthographicFront"/>
              <a:lightRig dir="t" rig="threePt"/>
            </a:scene3d>
            <a:sp3d>
              <a:bevelT w="0" h="6350"/>
            </a:sp3d>
          </a:bodyPr>
          <a:p>
            <a:pPr defTabSz="457200">
              <a:lnSpc>
                <a:spcPct val="100000"/>
              </a:lnSpc>
            </a:pPr>
            <a:r>
              <a:rPr b="0" lang="en-US" sz="1100" strike="noStrike" u="none">
                <a:solidFill>
                  <a:schemeClr val="lt1">
                    <a:lumMod val="50000"/>
                  </a:schemeClr>
                </a:solidFill>
                <a:effectLst/>
                <a:uFillTx/>
                <a:latin typeface="Samsung Sharp Sans Bold"/>
                <a:ea typeface="Samsung Sharp Sans Bold"/>
              </a:rPr>
              <a:t>Samsung Innovation Campus</a:t>
            </a:r>
            <a:endParaRPr b="0" lang="en-US" sz="1100" strike="noStrike" u="none">
              <a:solidFill>
                <a:srgbClr val="000000"/>
              </a:solidFill>
              <a:effectLst/>
              <a:uFillTx/>
              <a:latin typeface="Arial"/>
            </a:endParaRPr>
          </a:p>
        </p:txBody>
      </p:sp>
      <p:sp>
        <p:nvSpPr>
          <p:cNvPr id="3" name="슬라이드 번호 개체 틀 15"/>
          <p:cNvSpPr/>
          <p:nvPr/>
        </p:nvSpPr>
        <p:spPr>
          <a:xfrm>
            <a:off x="6846840" y="6498000"/>
            <a:ext cx="2349000" cy="1382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0" rIns="0" tIns="0" bIns="0" anchor="ctr">
            <a:spAutoFit/>
            <a:scene3d>
              <a:camera prst="orthographicFront"/>
              <a:lightRig dir="t" rig="threePt"/>
            </a:scene3d>
            <a:sp3d>
              <a:bevelT w="0" h="6350"/>
            </a:sp3d>
          </a:bodyPr>
          <a:p>
            <a:pPr algn="r" defTabSz="914040">
              <a:lnSpc>
                <a:spcPct val="100000"/>
              </a:lnSpc>
            </a:pPr>
            <a:r>
              <a:rPr b="0" lang="en-US" sz="900" strike="noStrike" u="none">
                <a:solidFill>
                  <a:schemeClr val="lt1">
                    <a:lumMod val="50000"/>
                  </a:schemeClr>
                </a:solidFill>
                <a:effectLst/>
                <a:uFillTx/>
                <a:latin typeface="Samsung Sharp Sans Medium"/>
                <a:ea typeface="Samsung Sharp Sans Medium"/>
              </a:rPr>
              <a:t>Project Name</a:t>
            </a:r>
            <a:endParaRPr b="0" lang="en-US" sz="900" strike="noStrike" u="none">
              <a:solidFill>
                <a:srgbClr val="000000"/>
              </a:solidFill>
              <a:effectLst/>
              <a:uFillTx/>
              <a:latin typeface="Arial"/>
            </a:endParaRP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1_Body">
    <p:bg>
      <p:bgPr>
        <a:solidFill>
          <a:schemeClr val="lt1">
            <a:lumMod val="95000"/>
          </a:schemeClr>
        </a:solidFill>
      </p:bgPr>
    </p:bg>
    <p:spTree>
      <p:nvGrpSpPr>
        <p:cNvPr id="1" name=""/>
        <p:cNvGrpSpPr/>
        <p:nvPr/>
      </p:nvGrpSpPr>
      <p:grpSpPr>
        <a:xfrm>
          <a:off x="0" y="0"/>
          <a:ext cx="0" cy="0"/>
          <a:chOff x="0" y="0"/>
          <a:chExt cx="0" cy="0"/>
        </a:xfrm>
      </p:grpSpPr>
      <p:pic>
        <p:nvPicPr>
          <p:cNvPr id="4" name="그림 2" descr=""/>
          <p:cNvPicPr/>
          <p:nvPr/>
        </p:nvPicPr>
        <p:blipFill>
          <a:blip r:embed="rId2"/>
          <a:stretch/>
        </p:blipFill>
        <p:spPr>
          <a:xfrm>
            <a:off x="0" y="0"/>
            <a:ext cx="9902520" cy="6857640"/>
          </a:xfrm>
          <a:prstGeom prst="rect">
            <a:avLst/>
          </a:prstGeom>
          <a:noFill/>
          <a:ln w="0">
            <a:noFill/>
          </a:ln>
        </p:spPr>
      </p:pic>
      <p:sp>
        <p:nvSpPr>
          <p:cNvPr id="5" name="Freeform 5"/>
          <p:cNvSpPr/>
          <p:nvPr/>
        </p:nvSpPr>
        <p:spPr>
          <a:xfrm>
            <a:off x="449640" y="450000"/>
            <a:ext cx="1281600" cy="197640"/>
          </a:xfrm>
          <a:custGeom>
            <a:avLst/>
            <a:gdLst>
              <a:gd name="textAreaLeft" fmla="*/ 0 w 1281600"/>
              <a:gd name="textAreaRight" fmla="*/ 1281960 w 1281600"/>
              <a:gd name="textAreaTop" fmla="*/ 0 h 197640"/>
              <a:gd name="textAreaBottom" fmla="*/ 198000 h 197640"/>
              <a:gd name="GluePoint1X" fmla="*/ 82 w 2179"/>
              <a:gd name="GluePoint1Y" fmla="*/ 74 h 334"/>
              <a:gd name="GluePoint2X" fmla="*/ 140 w 2179"/>
              <a:gd name="GluePoint2Y" fmla="*/ 82 h 334"/>
              <a:gd name="GluePoint3X" fmla="*/ 218 w 2179"/>
              <a:gd name="GluePoint3Y" fmla="*/ 101 h 334"/>
              <a:gd name="GluePoint4X" fmla="*/ 112 w 2179"/>
              <a:gd name="GluePoint4Y" fmla="*/ 0 h 334"/>
              <a:gd name="GluePoint5X" fmla="*/ 4 w 2179"/>
              <a:gd name="GluePoint5Y" fmla="*/ 112 h 334"/>
              <a:gd name="GluePoint6X" fmla="*/ 145 w 2179"/>
              <a:gd name="GluePoint6Y" fmla="*/ 257 h 334"/>
              <a:gd name="GluePoint7X" fmla="*/ 84 w 2179"/>
              <a:gd name="GluePoint7Y" fmla="*/ 250 h 334"/>
              <a:gd name="GluePoint8X" fmla="*/ 0 w 2179"/>
              <a:gd name="GluePoint8Y" fmla="*/ 220 h 334"/>
              <a:gd name="GluePoint9X" fmla="*/ 113 w 2179"/>
              <a:gd name="GluePoint9Y" fmla="*/ 334 h 334"/>
              <a:gd name="GluePoint10X" fmla="*/ 223 w 2179"/>
              <a:gd name="GluePoint10Y" fmla="*/ 212 h 334"/>
              <a:gd name="GluePoint11X" fmla="*/ 1096 w 2179"/>
              <a:gd name="GluePoint11Y" fmla="*/ 91 h 334"/>
              <a:gd name="GluePoint12X" fmla="*/ 1124 w 2179"/>
              <a:gd name="GluePoint12Y" fmla="*/ 54 h 334"/>
              <a:gd name="GluePoint13X" fmla="*/ 1152 w 2179"/>
              <a:gd name="GluePoint13Y" fmla="*/ 102 h 334"/>
              <a:gd name="GluePoint14X" fmla="*/ 1229 w 2179"/>
              <a:gd name="GluePoint14Y" fmla="*/ 80 h 334"/>
              <a:gd name="GluePoint15X" fmla="*/ 1017 w 2179"/>
              <a:gd name="GluePoint15Y" fmla="*/ 71 h 334"/>
              <a:gd name="GluePoint16X" fmla="*/ 1157 w 2179"/>
              <a:gd name="GluePoint16Y" fmla="*/ 233 h 334"/>
              <a:gd name="GluePoint17X" fmla="*/ 1128 w 2179"/>
              <a:gd name="GluePoint17Y" fmla="*/ 277 h 334"/>
              <a:gd name="GluePoint18X" fmla="*/ 1097 w 2179"/>
              <a:gd name="GluePoint18Y" fmla="*/ 219 h 334"/>
              <a:gd name="GluePoint19X" fmla="*/ 1014 w 2179"/>
              <a:gd name="GluePoint19Y" fmla="*/ 243 h 334"/>
              <a:gd name="GluePoint20X" fmla="*/ 1235 w 2179"/>
              <a:gd name="GluePoint20Y" fmla="*/ 262 h 334"/>
              <a:gd name="GluePoint21X" fmla="*/ 1096 w 2179"/>
              <a:gd name="GluePoint21Y" fmla="*/ 91 h 334"/>
              <a:gd name="GluePoint22X" fmla="*/ 1730 w 2179"/>
              <a:gd name="GluePoint22Y" fmla="*/ 10 h 334"/>
              <a:gd name="GluePoint23X" fmla="*/ 1614 w 2179"/>
              <a:gd name="GluePoint23Y" fmla="*/ 319 h 334"/>
              <a:gd name="GluePoint24X" fmla="*/ 1686 w 2179"/>
              <a:gd name="GluePoint24Y" fmla="*/ 60 h 334"/>
              <a:gd name="GluePoint25X" fmla="*/ 1876 w 2179"/>
              <a:gd name="GluePoint25Y" fmla="*/ 319 h 334"/>
              <a:gd name="GluePoint26X" fmla="*/ 1799 w 2179"/>
              <a:gd name="GluePoint26Y" fmla="*/ 10 h 334"/>
              <a:gd name="GluePoint27X" fmla="*/ 333 w 2179"/>
              <a:gd name="GluePoint27Y" fmla="*/ 10 h 334"/>
              <a:gd name="GluePoint28X" fmla="*/ 360 w 2179"/>
              <a:gd name="GluePoint28Y" fmla="*/ 322 h 334"/>
              <a:gd name="GluePoint29X" fmla="*/ 446 w 2179"/>
              <a:gd name="GluePoint29Y" fmla="*/ 322 h 334"/>
              <a:gd name="GluePoint30X" fmla="*/ 472 w 2179"/>
              <a:gd name="GluePoint30Y" fmla="*/ 10 h 334"/>
              <a:gd name="GluePoint31X" fmla="*/ 804 w 2179"/>
              <a:gd name="GluePoint31Y" fmla="*/ 10 h 334"/>
              <a:gd name="GluePoint32X" fmla="*/ 725 w 2179"/>
              <a:gd name="GluePoint32Y" fmla="*/ 10 h 334"/>
              <a:gd name="GluePoint33X" fmla="*/ 592 w 2179"/>
              <a:gd name="GluePoint33Y" fmla="*/ 322 h 334"/>
              <a:gd name="GluePoint34X" fmla="*/ 671 w 2179"/>
              <a:gd name="GluePoint34Y" fmla="*/ 33 h 334"/>
              <a:gd name="GluePoint35X" fmla="*/ 804 w 2179"/>
              <a:gd name="GluePoint35Y" fmla="*/ 322 h 334"/>
              <a:gd name="GluePoint36X" fmla="*/ 860 w 2179"/>
              <a:gd name="GluePoint36Y" fmla="*/ 322 h 334"/>
              <a:gd name="GluePoint37X" fmla="*/ 931 w 2179"/>
              <a:gd name="GluePoint37Y" fmla="*/ 10 h 334"/>
              <a:gd name="GluePoint38X" fmla="*/ 1528 w 2179"/>
              <a:gd name="GluePoint38Y" fmla="*/ 10 h 334"/>
              <a:gd name="GluePoint39X" fmla="*/ 1449 w 2179"/>
              <a:gd name="GluePoint39Y" fmla="*/ 241 h 334"/>
              <a:gd name="GluePoint40X" fmla="*/ 1418 w 2179"/>
              <a:gd name="GluePoint40Y" fmla="*/ 275 h 334"/>
              <a:gd name="GluePoint41X" fmla="*/ 1388 w 2179"/>
              <a:gd name="GluePoint41Y" fmla="*/ 241 h 334"/>
              <a:gd name="GluePoint42X" fmla="*/ 1309 w 2179"/>
              <a:gd name="GluePoint42Y" fmla="*/ 10 h 334"/>
              <a:gd name="GluePoint43X" fmla="*/ 1310 w 2179"/>
              <a:gd name="GluePoint43Y" fmla="*/ 254 h 334"/>
              <a:gd name="GluePoint44X" fmla="*/ 1527 w 2179"/>
              <a:gd name="GluePoint44Y" fmla="*/ 254 h 334"/>
              <a:gd name="GluePoint45X" fmla="*/ 1528 w 2179"/>
              <a:gd name="GluePoint45Y" fmla="*/ 10 h 334"/>
              <a:gd name="GluePoint46X" fmla="*/ 2069 w 2179"/>
              <a:gd name="GluePoint46Y" fmla="*/ 192 h 334"/>
              <a:gd name="GluePoint47X" fmla="*/ 2101 w 2179"/>
              <a:gd name="GluePoint47Y" fmla="*/ 237 h 334"/>
              <a:gd name="GluePoint48X" fmla="*/ 2068 w 2179"/>
              <a:gd name="GluePoint48Y" fmla="*/ 272 h 334"/>
              <a:gd name="GluePoint49X" fmla="*/ 2035 w 2179"/>
              <a:gd name="GluePoint49Y" fmla="*/ 237 h 334"/>
              <a:gd name="GluePoint50X" fmla="*/ 2037 w 2179"/>
              <a:gd name="GluePoint50Y" fmla="*/ 80 h 334"/>
              <a:gd name="GluePoint51X" fmla="*/ 2099 w 2179"/>
              <a:gd name="GluePoint51Y" fmla="*/ 80 h 334"/>
              <a:gd name="GluePoint52X" fmla="*/ 2100 w 2179"/>
              <a:gd name="GluePoint52Y" fmla="*/ 110 h 334"/>
              <a:gd name="GluePoint53X" fmla="*/ 2178 w 2179"/>
              <a:gd name="GluePoint53Y" fmla="*/ 99 h 334"/>
              <a:gd name="GluePoint54X" fmla="*/ 2068 w 2179"/>
              <a:gd name="GluePoint54Y" fmla="*/ 2 h 334"/>
              <a:gd name="GluePoint55X" fmla="*/ 1958 w 2179"/>
              <a:gd name="GluePoint55Y" fmla="*/ 99 h 334"/>
              <a:gd name="GluePoint56X" fmla="*/ 1959 w 2179"/>
              <a:gd name="GluePoint56Y" fmla="*/ 251 h 334"/>
              <a:gd name="GluePoint57X" fmla="*/ 2178 w 2179"/>
              <a:gd name="GluePoint57Y" fmla="*/ 251 h 334"/>
              <a:gd name="GluePoint58X" fmla="*/ 2179 w 2179"/>
              <a:gd name="GluePoint58Y" fmla="*/ 147 h 33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 ang="0">
                <a:pos x="GluePoint39X" y="GluePoint39Y"/>
              </a:cxn>
              <a:cxn ang="0">
                <a:pos x="GluePoint40X" y="GluePoint40Y"/>
              </a:cxn>
              <a:cxn ang="0">
                <a:pos x="GluePoint41X" y="GluePoint41Y"/>
              </a:cxn>
              <a:cxn ang="0">
                <a:pos x="GluePoint42X" y="GluePoint42Y"/>
              </a:cxn>
              <a:cxn ang="0">
                <a:pos x="GluePoint43X" y="GluePoint43Y"/>
              </a:cxn>
              <a:cxn ang="0">
                <a:pos x="GluePoint44X" y="GluePoint44Y"/>
              </a:cxn>
              <a:cxn ang="0">
                <a:pos x="GluePoint45X" y="GluePoint45Y"/>
              </a:cxn>
              <a:cxn ang="0">
                <a:pos x="GluePoint46X" y="GluePoint46Y"/>
              </a:cxn>
              <a:cxn ang="0">
                <a:pos x="GluePoint47X" y="GluePoint47Y"/>
              </a:cxn>
              <a:cxn ang="0">
                <a:pos x="GluePoint48X" y="GluePoint48Y"/>
              </a:cxn>
              <a:cxn ang="0">
                <a:pos x="GluePoint49X" y="GluePoint49Y"/>
              </a:cxn>
              <a:cxn ang="0">
                <a:pos x="GluePoint50X" y="GluePoint50Y"/>
              </a:cxn>
              <a:cxn ang="0">
                <a:pos x="GluePoint51X" y="GluePoint51Y"/>
              </a:cxn>
              <a:cxn ang="0">
                <a:pos x="GluePoint52X" y="GluePoint52Y"/>
              </a:cxn>
              <a:cxn ang="0">
                <a:pos x="GluePoint53X" y="GluePoint53Y"/>
              </a:cxn>
              <a:cxn ang="0">
                <a:pos x="GluePoint54X" y="GluePoint54Y"/>
              </a:cxn>
              <a:cxn ang="0">
                <a:pos x="GluePoint55X" y="GluePoint55Y"/>
              </a:cxn>
              <a:cxn ang="0">
                <a:pos x="GluePoint56X" y="GluePoint56Y"/>
              </a:cxn>
              <a:cxn ang="0">
                <a:pos x="GluePoint57X" y="GluePoint57Y"/>
              </a:cxn>
              <a:cxn ang="0">
                <a:pos x="GluePoint58X" y="GluePoint58Y"/>
              </a:cxn>
            </a:cxnLst>
            <a:rect l="textAreaLeft" t="textAreaTop" r="textAreaRight" b="textAreaBottom"/>
            <a:pathLst>
              <a:path w="2179" h="334">
                <a:moveTo>
                  <a:pt x="83" y="91"/>
                </a:moveTo>
                <a:cubicBezTo>
                  <a:pt x="81" y="84"/>
                  <a:pt x="82" y="78"/>
                  <a:pt x="82" y="74"/>
                </a:cubicBezTo>
                <a:cubicBezTo>
                  <a:pt x="84" y="64"/>
                  <a:pt x="91" y="53"/>
                  <a:pt x="111" y="53"/>
                </a:cubicBezTo>
                <a:cubicBezTo>
                  <a:pt x="129" y="53"/>
                  <a:pt x="140" y="65"/>
                  <a:pt x="140" y="82"/>
                </a:cubicBezTo>
                <a:cubicBezTo>
                  <a:pt x="140" y="101"/>
                  <a:pt x="140" y="101"/>
                  <a:pt x="140" y="101"/>
                </a:cubicBezTo>
                <a:cubicBezTo>
                  <a:pt x="218" y="101"/>
                  <a:pt x="218" y="101"/>
                  <a:pt x="218" y="101"/>
                </a:cubicBezTo>
                <a:cubicBezTo>
                  <a:pt x="218" y="79"/>
                  <a:pt x="218" y="79"/>
                  <a:pt x="218" y="79"/>
                </a:cubicBezTo>
                <a:cubicBezTo>
                  <a:pt x="218" y="11"/>
                  <a:pt x="156" y="0"/>
                  <a:pt x="112" y="0"/>
                </a:cubicBezTo>
                <a:cubicBezTo>
                  <a:pt x="57" y="0"/>
                  <a:pt x="12" y="19"/>
                  <a:pt x="4" y="70"/>
                </a:cubicBezTo>
                <a:cubicBezTo>
                  <a:pt x="1" y="84"/>
                  <a:pt x="1" y="96"/>
                  <a:pt x="4" y="112"/>
                </a:cubicBezTo>
                <a:cubicBezTo>
                  <a:pt x="18" y="175"/>
                  <a:pt x="128" y="194"/>
                  <a:pt x="145" y="234"/>
                </a:cubicBezTo>
                <a:cubicBezTo>
                  <a:pt x="148" y="241"/>
                  <a:pt x="147" y="251"/>
                  <a:pt x="145" y="257"/>
                </a:cubicBezTo>
                <a:cubicBezTo>
                  <a:pt x="143" y="267"/>
                  <a:pt x="136" y="278"/>
                  <a:pt x="115" y="278"/>
                </a:cubicBezTo>
                <a:cubicBezTo>
                  <a:pt x="95" y="278"/>
                  <a:pt x="84" y="267"/>
                  <a:pt x="84" y="250"/>
                </a:cubicBezTo>
                <a:cubicBezTo>
                  <a:pt x="83" y="220"/>
                  <a:pt x="83" y="220"/>
                  <a:pt x="83" y="220"/>
                </a:cubicBezTo>
                <a:cubicBezTo>
                  <a:pt x="0" y="220"/>
                  <a:pt x="0" y="220"/>
                  <a:pt x="0" y="220"/>
                </a:cubicBezTo>
                <a:cubicBezTo>
                  <a:pt x="0" y="244"/>
                  <a:pt x="0" y="244"/>
                  <a:pt x="0" y="244"/>
                </a:cubicBezTo>
                <a:cubicBezTo>
                  <a:pt x="0" y="313"/>
                  <a:pt x="55" y="334"/>
                  <a:pt x="113" y="334"/>
                </a:cubicBezTo>
                <a:cubicBezTo>
                  <a:pt x="169" y="334"/>
                  <a:pt x="216" y="315"/>
                  <a:pt x="223" y="263"/>
                </a:cubicBezTo>
                <a:cubicBezTo>
                  <a:pt x="227" y="236"/>
                  <a:pt x="224" y="218"/>
                  <a:pt x="223" y="212"/>
                </a:cubicBezTo>
                <a:cubicBezTo>
                  <a:pt x="210" y="146"/>
                  <a:pt x="92" y="127"/>
                  <a:pt x="83" y="91"/>
                </a:cubicBezTo>
                <a:moveTo>
                  <a:pt x="1096" y="91"/>
                </a:moveTo>
                <a:cubicBezTo>
                  <a:pt x="1094" y="85"/>
                  <a:pt x="1095" y="79"/>
                  <a:pt x="1096" y="75"/>
                </a:cubicBezTo>
                <a:cubicBezTo>
                  <a:pt x="1098" y="65"/>
                  <a:pt x="1104" y="54"/>
                  <a:pt x="1124" y="54"/>
                </a:cubicBezTo>
                <a:cubicBezTo>
                  <a:pt x="1142" y="54"/>
                  <a:pt x="1152" y="66"/>
                  <a:pt x="1152" y="82"/>
                </a:cubicBezTo>
                <a:cubicBezTo>
                  <a:pt x="1152" y="102"/>
                  <a:pt x="1152" y="102"/>
                  <a:pt x="1152" y="102"/>
                </a:cubicBezTo>
                <a:cubicBezTo>
                  <a:pt x="1229" y="102"/>
                  <a:pt x="1229" y="102"/>
                  <a:pt x="1229" y="102"/>
                </a:cubicBezTo>
                <a:cubicBezTo>
                  <a:pt x="1229" y="80"/>
                  <a:pt x="1229" y="80"/>
                  <a:pt x="1229" y="80"/>
                </a:cubicBezTo>
                <a:cubicBezTo>
                  <a:pt x="1229" y="13"/>
                  <a:pt x="1169" y="2"/>
                  <a:pt x="1125" y="2"/>
                </a:cubicBezTo>
                <a:cubicBezTo>
                  <a:pt x="1070" y="2"/>
                  <a:pt x="1026" y="20"/>
                  <a:pt x="1017" y="71"/>
                </a:cubicBezTo>
                <a:cubicBezTo>
                  <a:pt x="1015" y="84"/>
                  <a:pt x="1015" y="97"/>
                  <a:pt x="1018" y="112"/>
                </a:cubicBezTo>
                <a:cubicBezTo>
                  <a:pt x="1032" y="175"/>
                  <a:pt x="1141" y="193"/>
                  <a:pt x="1157" y="233"/>
                </a:cubicBezTo>
                <a:cubicBezTo>
                  <a:pt x="1160" y="241"/>
                  <a:pt x="1159" y="250"/>
                  <a:pt x="1158" y="256"/>
                </a:cubicBezTo>
                <a:cubicBezTo>
                  <a:pt x="1155" y="267"/>
                  <a:pt x="1148" y="277"/>
                  <a:pt x="1128" y="277"/>
                </a:cubicBezTo>
                <a:cubicBezTo>
                  <a:pt x="1108" y="277"/>
                  <a:pt x="1097" y="266"/>
                  <a:pt x="1097" y="249"/>
                </a:cubicBezTo>
                <a:cubicBezTo>
                  <a:pt x="1097" y="219"/>
                  <a:pt x="1097" y="219"/>
                  <a:pt x="1097" y="219"/>
                </a:cubicBezTo>
                <a:cubicBezTo>
                  <a:pt x="1014" y="219"/>
                  <a:pt x="1014" y="219"/>
                  <a:pt x="1014" y="219"/>
                </a:cubicBezTo>
                <a:cubicBezTo>
                  <a:pt x="1014" y="243"/>
                  <a:pt x="1014" y="243"/>
                  <a:pt x="1014" y="243"/>
                </a:cubicBezTo>
                <a:cubicBezTo>
                  <a:pt x="1014" y="312"/>
                  <a:pt x="1068" y="332"/>
                  <a:pt x="1126" y="332"/>
                </a:cubicBezTo>
                <a:cubicBezTo>
                  <a:pt x="1182" y="332"/>
                  <a:pt x="1228" y="313"/>
                  <a:pt x="1235" y="262"/>
                </a:cubicBezTo>
                <a:cubicBezTo>
                  <a:pt x="1238" y="235"/>
                  <a:pt x="1236" y="218"/>
                  <a:pt x="1234" y="211"/>
                </a:cubicBezTo>
                <a:cubicBezTo>
                  <a:pt x="1221" y="147"/>
                  <a:pt x="1105" y="127"/>
                  <a:pt x="1096" y="91"/>
                </a:cubicBezTo>
                <a:moveTo>
                  <a:pt x="1803" y="261"/>
                </a:moveTo>
                <a:cubicBezTo>
                  <a:pt x="1730" y="10"/>
                  <a:pt x="1730" y="10"/>
                  <a:pt x="1730" y="10"/>
                </a:cubicBezTo>
                <a:cubicBezTo>
                  <a:pt x="1614" y="10"/>
                  <a:pt x="1614" y="10"/>
                  <a:pt x="1614" y="10"/>
                </a:cubicBezTo>
                <a:cubicBezTo>
                  <a:pt x="1614" y="319"/>
                  <a:pt x="1614" y="319"/>
                  <a:pt x="1614" y="319"/>
                </a:cubicBezTo>
                <a:cubicBezTo>
                  <a:pt x="1691" y="319"/>
                  <a:pt x="1691" y="319"/>
                  <a:pt x="1691" y="319"/>
                </a:cubicBezTo>
                <a:cubicBezTo>
                  <a:pt x="1686" y="60"/>
                  <a:pt x="1686" y="60"/>
                  <a:pt x="1686" y="60"/>
                </a:cubicBezTo>
                <a:cubicBezTo>
                  <a:pt x="1765" y="319"/>
                  <a:pt x="1765" y="319"/>
                  <a:pt x="1765" y="319"/>
                </a:cubicBezTo>
                <a:cubicBezTo>
                  <a:pt x="1876" y="319"/>
                  <a:pt x="1876" y="319"/>
                  <a:pt x="1876" y="319"/>
                </a:cubicBezTo>
                <a:cubicBezTo>
                  <a:pt x="1876" y="10"/>
                  <a:pt x="1876" y="10"/>
                  <a:pt x="1876" y="10"/>
                </a:cubicBezTo>
                <a:cubicBezTo>
                  <a:pt x="1799" y="10"/>
                  <a:pt x="1799" y="10"/>
                  <a:pt x="1799" y="10"/>
                </a:cubicBezTo>
                <a:lnTo>
                  <a:pt x="1803" y="261"/>
                </a:lnTo>
                <a:close/>
                <a:moveTo>
                  <a:pt x="333" y="10"/>
                </a:moveTo>
                <a:cubicBezTo>
                  <a:pt x="276" y="322"/>
                  <a:pt x="276" y="322"/>
                  <a:pt x="276" y="322"/>
                </a:cubicBezTo>
                <a:cubicBezTo>
                  <a:pt x="360" y="322"/>
                  <a:pt x="360" y="322"/>
                  <a:pt x="360" y="322"/>
                </a:cubicBezTo>
                <a:cubicBezTo>
                  <a:pt x="403" y="33"/>
                  <a:pt x="403" y="33"/>
                  <a:pt x="403" y="33"/>
                </a:cubicBezTo>
                <a:cubicBezTo>
                  <a:pt x="446" y="322"/>
                  <a:pt x="446" y="322"/>
                  <a:pt x="446" y="322"/>
                </a:cubicBezTo>
                <a:cubicBezTo>
                  <a:pt x="529" y="322"/>
                  <a:pt x="529" y="322"/>
                  <a:pt x="529" y="322"/>
                </a:cubicBezTo>
                <a:cubicBezTo>
                  <a:pt x="472" y="10"/>
                  <a:pt x="472" y="10"/>
                  <a:pt x="472" y="10"/>
                </a:cubicBezTo>
                <a:lnTo>
                  <a:pt x="333" y="10"/>
                </a:lnTo>
                <a:close/>
                <a:moveTo>
                  <a:pt x="804" y="10"/>
                </a:moveTo>
                <a:cubicBezTo>
                  <a:pt x="765" y="254"/>
                  <a:pt x="765" y="254"/>
                  <a:pt x="765" y="254"/>
                </a:cubicBezTo>
                <a:cubicBezTo>
                  <a:pt x="725" y="10"/>
                  <a:pt x="725" y="10"/>
                  <a:pt x="725" y="10"/>
                </a:cubicBezTo>
                <a:cubicBezTo>
                  <a:pt x="598" y="10"/>
                  <a:pt x="598" y="10"/>
                  <a:pt x="598" y="10"/>
                </a:cubicBezTo>
                <a:cubicBezTo>
                  <a:pt x="592" y="322"/>
                  <a:pt x="592" y="322"/>
                  <a:pt x="592" y="322"/>
                </a:cubicBezTo>
                <a:cubicBezTo>
                  <a:pt x="669" y="322"/>
                  <a:pt x="669" y="322"/>
                  <a:pt x="669" y="322"/>
                </a:cubicBezTo>
                <a:cubicBezTo>
                  <a:pt x="671" y="33"/>
                  <a:pt x="671" y="33"/>
                  <a:pt x="671" y="33"/>
                </a:cubicBezTo>
                <a:cubicBezTo>
                  <a:pt x="725" y="322"/>
                  <a:pt x="725" y="322"/>
                  <a:pt x="725" y="322"/>
                </a:cubicBezTo>
                <a:cubicBezTo>
                  <a:pt x="804" y="322"/>
                  <a:pt x="804" y="322"/>
                  <a:pt x="804" y="322"/>
                </a:cubicBezTo>
                <a:cubicBezTo>
                  <a:pt x="858" y="33"/>
                  <a:pt x="858" y="33"/>
                  <a:pt x="858" y="33"/>
                </a:cubicBezTo>
                <a:cubicBezTo>
                  <a:pt x="860" y="322"/>
                  <a:pt x="860" y="322"/>
                  <a:pt x="860" y="322"/>
                </a:cubicBezTo>
                <a:cubicBezTo>
                  <a:pt x="938" y="322"/>
                  <a:pt x="938" y="322"/>
                  <a:pt x="938" y="322"/>
                </a:cubicBezTo>
                <a:cubicBezTo>
                  <a:pt x="931" y="10"/>
                  <a:pt x="931" y="10"/>
                  <a:pt x="931" y="10"/>
                </a:cubicBezTo>
                <a:lnTo>
                  <a:pt x="804" y="10"/>
                </a:lnTo>
                <a:close/>
                <a:moveTo>
                  <a:pt x="1528" y="10"/>
                </a:moveTo>
                <a:cubicBezTo>
                  <a:pt x="1449" y="10"/>
                  <a:pt x="1449" y="10"/>
                  <a:pt x="1449" y="10"/>
                </a:cubicBezTo>
                <a:cubicBezTo>
                  <a:pt x="1449" y="241"/>
                  <a:pt x="1449" y="241"/>
                  <a:pt x="1449" y="241"/>
                </a:cubicBezTo>
                <a:cubicBezTo>
                  <a:pt x="1449" y="245"/>
                  <a:pt x="1449" y="249"/>
                  <a:pt x="1448" y="253"/>
                </a:cubicBezTo>
                <a:cubicBezTo>
                  <a:pt x="1447" y="260"/>
                  <a:pt x="1440" y="275"/>
                  <a:pt x="1418" y="275"/>
                </a:cubicBezTo>
                <a:cubicBezTo>
                  <a:pt x="1397" y="275"/>
                  <a:pt x="1390" y="260"/>
                  <a:pt x="1389" y="253"/>
                </a:cubicBezTo>
                <a:cubicBezTo>
                  <a:pt x="1388" y="249"/>
                  <a:pt x="1388" y="245"/>
                  <a:pt x="1388" y="241"/>
                </a:cubicBezTo>
                <a:cubicBezTo>
                  <a:pt x="1388" y="10"/>
                  <a:pt x="1388" y="10"/>
                  <a:pt x="1388" y="10"/>
                </a:cubicBezTo>
                <a:cubicBezTo>
                  <a:pt x="1309" y="10"/>
                  <a:pt x="1309" y="10"/>
                  <a:pt x="1309" y="10"/>
                </a:cubicBezTo>
                <a:cubicBezTo>
                  <a:pt x="1309" y="234"/>
                  <a:pt x="1309" y="234"/>
                  <a:pt x="1309" y="234"/>
                </a:cubicBezTo>
                <a:cubicBezTo>
                  <a:pt x="1309" y="239"/>
                  <a:pt x="1309" y="251"/>
                  <a:pt x="1310" y="254"/>
                </a:cubicBezTo>
                <a:cubicBezTo>
                  <a:pt x="1315" y="312"/>
                  <a:pt x="1361" y="331"/>
                  <a:pt x="1418" y="331"/>
                </a:cubicBezTo>
                <a:cubicBezTo>
                  <a:pt x="1476" y="331"/>
                  <a:pt x="1522" y="312"/>
                  <a:pt x="1527" y="254"/>
                </a:cubicBezTo>
                <a:cubicBezTo>
                  <a:pt x="1528" y="251"/>
                  <a:pt x="1528" y="239"/>
                  <a:pt x="1528" y="234"/>
                </a:cubicBezTo>
                <a:lnTo>
                  <a:pt x="1528" y="10"/>
                </a:lnTo>
                <a:close/>
                <a:moveTo>
                  <a:pt x="2069" y="147"/>
                </a:moveTo>
                <a:cubicBezTo>
                  <a:pt x="2069" y="192"/>
                  <a:pt x="2069" y="192"/>
                  <a:pt x="2069" y="192"/>
                </a:cubicBezTo>
                <a:cubicBezTo>
                  <a:pt x="2101" y="192"/>
                  <a:pt x="2101" y="192"/>
                  <a:pt x="2101" y="192"/>
                </a:cubicBezTo>
                <a:cubicBezTo>
                  <a:pt x="2101" y="237"/>
                  <a:pt x="2101" y="237"/>
                  <a:pt x="2101" y="237"/>
                </a:cubicBezTo>
                <a:cubicBezTo>
                  <a:pt x="2101" y="241"/>
                  <a:pt x="2101" y="246"/>
                  <a:pt x="2100" y="249"/>
                </a:cubicBezTo>
                <a:cubicBezTo>
                  <a:pt x="2099" y="258"/>
                  <a:pt x="2091" y="272"/>
                  <a:pt x="2068" y="272"/>
                </a:cubicBezTo>
                <a:cubicBezTo>
                  <a:pt x="2045" y="272"/>
                  <a:pt x="2038" y="258"/>
                  <a:pt x="2036" y="249"/>
                </a:cubicBezTo>
                <a:cubicBezTo>
                  <a:pt x="2036" y="246"/>
                  <a:pt x="2035" y="241"/>
                  <a:pt x="2035" y="237"/>
                </a:cubicBezTo>
                <a:cubicBezTo>
                  <a:pt x="2035" y="95"/>
                  <a:pt x="2035" y="95"/>
                  <a:pt x="2035" y="95"/>
                </a:cubicBezTo>
                <a:cubicBezTo>
                  <a:pt x="2035" y="90"/>
                  <a:pt x="2036" y="85"/>
                  <a:pt x="2037" y="80"/>
                </a:cubicBezTo>
                <a:cubicBezTo>
                  <a:pt x="2038" y="73"/>
                  <a:pt x="2045" y="58"/>
                  <a:pt x="2068" y="58"/>
                </a:cubicBezTo>
                <a:cubicBezTo>
                  <a:pt x="2092" y="58"/>
                  <a:pt x="2098" y="74"/>
                  <a:pt x="2099" y="80"/>
                </a:cubicBezTo>
                <a:cubicBezTo>
                  <a:pt x="2100" y="85"/>
                  <a:pt x="2100" y="92"/>
                  <a:pt x="2100" y="92"/>
                </a:cubicBezTo>
                <a:cubicBezTo>
                  <a:pt x="2100" y="110"/>
                  <a:pt x="2100" y="110"/>
                  <a:pt x="2100" y="110"/>
                </a:cubicBezTo>
                <a:cubicBezTo>
                  <a:pt x="2178" y="110"/>
                  <a:pt x="2178" y="110"/>
                  <a:pt x="2178" y="110"/>
                </a:cubicBezTo>
                <a:cubicBezTo>
                  <a:pt x="2178" y="99"/>
                  <a:pt x="2178" y="99"/>
                  <a:pt x="2178" y="99"/>
                </a:cubicBezTo>
                <a:cubicBezTo>
                  <a:pt x="2178" y="99"/>
                  <a:pt x="2179" y="89"/>
                  <a:pt x="2178" y="79"/>
                </a:cubicBezTo>
                <a:cubicBezTo>
                  <a:pt x="2172" y="20"/>
                  <a:pt x="2124" y="2"/>
                  <a:pt x="2068" y="2"/>
                </a:cubicBezTo>
                <a:cubicBezTo>
                  <a:pt x="2013" y="2"/>
                  <a:pt x="1966" y="21"/>
                  <a:pt x="1959" y="79"/>
                </a:cubicBezTo>
                <a:cubicBezTo>
                  <a:pt x="1958" y="84"/>
                  <a:pt x="1958" y="94"/>
                  <a:pt x="1958" y="99"/>
                </a:cubicBezTo>
                <a:cubicBezTo>
                  <a:pt x="1958" y="230"/>
                  <a:pt x="1958" y="230"/>
                  <a:pt x="1958" y="230"/>
                </a:cubicBezTo>
                <a:cubicBezTo>
                  <a:pt x="1958" y="236"/>
                  <a:pt x="1958" y="241"/>
                  <a:pt x="1959" y="251"/>
                </a:cubicBezTo>
                <a:cubicBezTo>
                  <a:pt x="1964" y="308"/>
                  <a:pt x="2013" y="328"/>
                  <a:pt x="2068" y="328"/>
                </a:cubicBezTo>
                <a:cubicBezTo>
                  <a:pt x="2124" y="328"/>
                  <a:pt x="2173" y="308"/>
                  <a:pt x="2178" y="251"/>
                </a:cubicBezTo>
                <a:cubicBezTo>
                  <a:pt x="2179" y="241"/>
                  <a:pt x="2179" y="236"/>
                  <a:pt x="2179" y="230"/>
                </a:cubicBezTo>
                <a:cubicBezTo>
                  <a:pt x="2179" y="147"/>
                  <a:pt x="2179" y="147"/>
                  <a:pt x="2179" y="147"/>
                </a:cubicBezTo>
                <a:lnTo>
                  <a:pt x="2069" y="147"/>
                </a:lnTo>
                <a:close/>
              </a:path>
            </a:pathLst>
          </a:custGeom>
          <a:solidFill>
            <a:srgbClr val="0924a5"/>
          </a:solidFill>
          <a:ln w="0">
            <a:noFill/>
          </a:ln>
        </p:spPr>
        <p:style>
          <a:lnRef idx="0"/>
          <a:fillRef idx="0"/>
          <a:effectRef idx="0"/>
          <a:fontRef idx="minor"/>
        </p:style>
        <p:txBody>
          <a:bodyPr numCol="1" spcCol="0" anchor="t">
            <a:noAutofit/>
            <a:scene3d>
              <a:camera prst="orthographicFront"/>
              <a:lightRig dir="t" rig="threePt"/>
            </a:scene3d>
            <a:sp3d>
              <a:bevelT w="0" h="6350"/>
            </a:sp3d>
          </a:bodyPr>
          <a:p>
            <a:pPr defTabSz="914040">
              <a:lnSpc>
                <a:spcPct val="100000"/>
              </a:lnSpc>
              <a:tabLst>
                <a:tab algn="l" pos="0"/>
              </a:tabLst>
            </a:pPr>
            <a:endParaRPr b="0" lang="en-US" sz="1960" strike="noStrike" u="none">
              <a:solidFill>
                <a:schemeClr val="dk1"/>
              </a:solidFill>
              <a:effectLst/>
              <a:uFillTx/>
              <a:latin typeface="SamsungOne 400"/>
              <a:ea typeface="SamsungOneKorean 400"/>
            </a:endParaRPr>
          </a:p>
        </p:txBody>
      </p:sp>
      <p:pic>
        <p:nvPicPr>
          <p:cNvPr id="6" name="그림 7" descr=""/>
          <p:cNvPicPr/>
          <p:nvPr/>
        </p:nvPicPr>
        <p:blipFill>
          <a:blip r:embed="rId3"/>
          <a:stretch/>
        </p:blipFill>
        <p:spPr>
          <a:xfrm>
            <a:off x="4265640" y="6141240"/>
            <a:ext cx="1371240" cy="449640"/>
          </a:xfrm>
          <a:prstGeom prst="rect">
            <a:avLst/>
          </a:prstGeom>
          <a:noFill/>
          <a:ln w="0">
            <a:noFill/>
          </a:ln>
        </p:spPr>
      </p:pic>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Front Cover">
    <p:bg>
      <p:bgPr>
        <a:solidFill>
          <a:schemeClr val="lt1">
            <a:lumMod val="95000"/>
          </a:schemeClr>
        </a:solidFill>
      </p:bgPr>
    </p:bg>
    <p:spTree>
      <p:nvGrpSpPr>
        <p:cNvPr id="1" name=""/>
        <p:cNvGrpSpPr/>
        <p:nvPr/>
      </p:nvGrpSpPr>
      <p:grpSpPr>
        <a:xfrm>
          <a:off x="0" y="0"/>
          <a:ext cx="0" cy="0"/>
          <a:chOff x="0" y="0"/>
          <a:chExt cx="0" cy="0"/>
        </a:xfrm>
      </p:grpSpPr>
      <p:pic>
        <p:nvPicPr>
          <p:cNvPr id="7" name="그림 8" descr=""/>
          <p:cNvPicPr/>
          <p:nvPr/>
        </p:nvPicPr>
        <p:blipFill>
          <a:blip r:embed="rId2"/>
          <a:stretch/>
        </p:blipFill>
        <p:spPr>
          <a:xfrm>
            <a:off x="0" y="0"/>
            <a:ext cx="9902520" cy="6857640"/>
          </a:xfrm>
          <a:prstGeom prst="rect">
            <a:avLst/>
          </a:prstGeom>
          <a:noFill/>
          <a:ln w="0">
            <a:noFill/>
          </a:ln>
        </p:spPr>
      </p:pic>
      <p:sp>
        <p:nvSpPr>
          <p:cNvPr id="8" name="Freeform 5"/>
          <p:cNvSpPr/>
          <p:nvPr/>
        </p:nvSpPr>
        <p:spPr>
          <a:xfrm>
            <a:off x="449640" y="450000"/>
            <a:ext cx="1281600" cy="197640"/>
          </a:xfrm>
          <a:custGeom>
            <a:avLst/>
            <a:gdLst>
              <a:gd name="textAreaLeft" fmla="*/ 0 w 1281600"/>
              <a:gd name="textAreaRight" fmla="*/ 1281960 w 1281600"/>
              <a:gd name="textAreaTop" fmla="*/ 0 h 197640"/>
              <a:gd name="textAreaBottom" fmla="*/ 198000 h 197640"/>
              <a:gd name="GluePoint1X" fmla="*/ 82 w 2179"/>
              <a:gd name="GluePoint1Y" fmla="*/ 74 h 334"/>
              <a:gd name="GluePoint2X" fmla="*/ 140 w 2179"/>
              <a:gd name="GluePoint2Y" fmla="*/ 82 h 334"/>
              <a:gd name="GluePoint3X" fmla="*/ 218 w 2179"/>
              <a:gd name="GluePoint3Y" fmla="*/ 101 h 334"/>
              <a:gd name="GluePoint4X" fmla="*/ 112 w 2179"/>
              <a:gd name="GluePoint4Y" fmla="*/ 0 h 334"/>
              <a:gd name="GluePoint5X" fmla="*/ 4 w 2179"/>
              <a:gd name="GluePoint5Y" fmla="*/ 112 h 334"/>
              <a:gd name="GluePoint6X" fmla="*/ 145 w 2179"/>
              <a:gd name="GluePoint6Y" fmla="*/ 257 h 334"/>
              <a:gd name="GluePoint7X" fmla="*/ 84 w 2179"/>
              <a:gd name="GluePoint7Y" fmla="*/ 250 h 334"/>
              <a:gd name="GluePoint8X" fmla="*/ 0 w 2179"/>
              <a:gd name="GluePoint8Y" fmla="*/ 220 h 334"/>
              <a:gd name="GluePoint9X" fmla="*/ 113 w 2179"/>
              <a:gd name="GluePoint9Y" fmla="*/ 334 h 334"/>
              <a:gd name="GluePoint10X" fmla="*/ 223 w 2179"/>
              <a:gd name="GluePoint10Y" fmla="*/ 212 h 334"/>
              <a:gd name="GluePoint11X" fmla="*/ 1096 w 2179"/>
              <a:gd name="GluePoint11Y" fmla="*/ 91 h 334"/>
              <a:gd name="GluePoint12X" fmla="*/ 1124 w 2179"/>
              <a:gd name="GluePoint12Y" fmla="*/ 54 h 334"/>
              <a:gd name="GluePoint13X" fmla="*/ 1152 w 2179"/>
              <a:gd name="GluePoint13Y" fmla="*/ 102 h 334"/>
              <a:gd name="GluePoint14X" fmla="*/ 1229 w 2179"/>
              <a:gd name="GluePoint14Y" fmla="*/ 80 h 334"/>
              <a:gd name="GluePoint15X" fmla="*/ 1017 w 2179"/>
              <a:gd name="GluePoint15Y" fmla="*/ 71 h 334"/>
              <a:gd name="GluePoint16X" fmla="*/ 1157 w 2179"/>
              <a:gd name="GluePoint16Y" fmla="*/ 233 h 334"/>
              <a:gd name="GluePoint17X" fmla="*/ 1128 w 2179"/>
              <a:gd name="GluePoint17Y" fmla="*/ 277 h 334"/>
              <a:gd name="GluePoint18X" fmla="*/ 1097 w 2179"/>
              <a:gd name="GluePoint18Y" fmla="*/ 219 h 334"/>
              <a:gd name="GluePoint19X" fmla="*/ 1014 w 2179"/>
              <a:gd name="GluePoint19Y" fmla="*/ 243 h 334"/>
              <a:gd name="GluePoint20X" fmla="*/ 1235 w 2179"/>
              <a:gd name="GluePoint20Y" fmla="*/ 262 h 334"/>
              <a:gd name="GluePoint21X" fmla="*/ 1096 w 2179"/>
              <a:gd name="GluePoint21Y" fmla="*/ 91 h 334"/>
              <a:gd name="GluePoint22X" fmla="*/ 1730 w 2179"/>
              <a:gd name="GluePoint22Y" fmla="*/ 10 h 334"/>
              <a:gd name="GluePoint23X" fmla="*/ 1614 w 2179"/>
              <a:gd name="GluePoint23Y" fmla="*/ 319 h 334"/>
              <a:gd name="GluePoint24X" fmla="*/ 1686 w 2179"/>
              <a:gd name="GluePoint24Y" fmla="*/ 60 h 334"/>
              <a:gd name="GluePoint25X" fmla="*/ 1876 w 2179"/>
              <a:gd name="GluePoint25Y" fmla="*/ 319 h 334"/>
              <a:gd name="GluePoint26X" fmla="*/ 1799 w 2179"/>
              <a:gd name="GluePoint26Y" fmla="*/ 10 h 334"/>
              <a:gd name="GluePoint27X" fmla="*/ 333 w 2179"/>
              <a:gd name="GluePoint27Y" fmla="*/ 10 h 334"/>
              <a:gd name="GluePoint28X" fmla="*/ 360 w 2179"/>
              <a:gd name="GluePoint28Y" fmla="*/ 322 h 334"/>
              <a:gd name="GluePoint29X" fmla="*/ 446 w 2179"/>
              <a:gd name="GluePoint29Y" fmla="*/ 322 h 334"/>
              <a:gd name="GluePoint30X" fmla="*/ 472 w 2179"/>
              <a:gd name="GluePoint30Y" fmla="*/ 10 h 334"/>
              <a:gd name="GluePoint31X" fmla="*/ 804 w 2179"/>
              <a:gd name="GluePoint31Y" fmla="*/ 10 h 334"/>
              <a:gd name="GluePoint32X" fmla="*/ 725 w 2179"/>
              <a:gd name="GluePoint32Y" fmla="*/ 10 h 334"/>
              <a:gd name="GluePoint33X" fmla="*/ 592 w 2179"/>
              <a:gd name="GluePoint33Y" fmla="*/ 322 h 334"/>
              <a:gd name="GluePoint34X" fmla="*/ 671 w 2179"/>
              <a:gd name="GluePoint34Y" fmla="*/ 33 h 334"/>
              <a:gd name="GluePoint35X" fmla="*/ 804 w 2179"/>
              <a:gd name="GluePoint35Y" fmla="*/ 322 h 334"/>
              <a:gd name="GluePoint36X" fmla="*/ 860 w 2179"/>
              <a:gd name="GluePoint36Y" fmla="*/ 322 h 334"/>
              <a:gd name="GluePoint37X" fmla="*/ 931 w 2179"/>
              <a:gd name="GluePoint37Y" fmla="*/ 10 h 334"/>
              <a:gd name="GluePoint38X" fmla="*/ 1528 w 2179"/>
              <a:gd name="GluePoint38Y" fmla="*/ 10 h 334"/>
              <a:gd name="GluePoint39X" fmla="*/ 1449 w 2179"/>
              <a:gd name="GluePoint39Y" fmla="*/ 241 h 334"/>
              <a:gd name="GluePoint40X" fmla="*/ 1418 w 2179"/>
              <a:gd name="GluePoint40Y" fmla="*/ 275 h 334"/>
              <a:gd name="GluePoint41X" fmla="*/ 1388 w 2179"/>
              <a:gd name="GluePoint41Y" fmla="*/ 241 h 334"/>
              <a:gd name="GluePoint42X" fmla="*/ 1309 w 2179"/>
              <a:gd name="GluePoint42Y" fmla="*/ 10 h 334"/>
              <a:gd name="GluePoint43X" fmla="*/ 1310 w 2179"/>
              <a:gd name="GluePoint43Y" fmla="*/ 254 h 334"/>
              <a:gd name="GluePoint44X" fmla="*/ 1527 w 2179"/>
              <a:gd name="GluePoint44Y" fmla="*/ 254 h 334"/>
              <a:gd name="GluePoint45X" fmla="*/ 1528 w 2179"/>
              <a:gd name="GluePoint45Y" fmla="*/ 10 h 334"/>
              <a:gd name="GluePoint46X" fmla="*/ 2069 w 2179"/>
              <a:gd name="GluePoint46Y" fmla="*/ 192 h 334"/>
              <a:gd name="GluePoint47X" fmla="*/ 2101 w 2179"/>
              <a:gd name="GluePoint47Y" fmla="*/ 237 h 334"/>
              <a:gd name="GluePoint48X" fmla="*/ 2068 w 2179"/>
              <a:gd name="GluePoint48Y" fmla="*/ 272 h 334"/>
              <a:gd name="GluePoint49X" fmla="*/ 2035 w 2179"/>
              <a:gd name="GluePoint49Y" fmla="*/ 237 h 334"/>
              <a:gd name="GluePoint50X" fmla="*/ 2037 w 2179"/>
              <a:gd name="GluePoint50Y" fmla="*/ 80 h 334"/>
              <a:gd name="GluePoint51X" fmla="*/ 2099 w 2179"/>
              <a:gd name="GluePoint51Y" fmla="*/ 80 h 334"/>
              <a:gd name="GluePoint52X" fmla="*/ 2100 w 2179"/>
              <a:gd name="GluePoint52Y" fmla="*/ 110 h 334"/>
              <a:gd name="GluePoint53X" fmla="*/ 2178 w 2179"/>
              <a:gd name="GluePoint53Y" fmla="*/ 99 h 334"/>
              <a:gd name="GluePoint54X" fmla="*/ 2068 w 2179"/>
              <a:gd name="GluePoint54Y" fmla="*/ 2 h 334"/>
              <a:gd name="GluePoint55X" fmla="*/ 1958 w 2179"/>
              <a:gd name="GluePoint55Y" fmla="*/ 99 h 334"/>
              <a:gd name="GluePoint56X" fmla="*/ 1959 w 2179"/>
              <a:gd name="GluePoint56Y" fmla="*/ 251 h 334"/>
              <a:gd name="GluePoint57X" fmla="*/ 2178 w 2179"/>
              <a:gd name="GluePoint57Y" fmla="*/ 251 h 334"/>
              <a:gd name="GluePoint58X" fmla="*/ 2179 w 2179"/>
              <a:gd name="GluePoint58Y" fmla="*/ 147 h 33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 ang="0">
                <a:pos x="GluePoint39X" y="GluePoint39Y"/>
              </a:cxn>
              <a:cxn ang="0">
                <a:pos x="GluePoint40X" y="GluePoint40Y"/>
              </a:cxn>
              <a:cxn ang="0">
                <a:pos x="GluePoint41X" y="GluePoint41Y"/>
              </a:cxn>
              <a:cxn ang="0">
                <a:pos x="GluePoint42X" y="GluePoint42Y"/>
              </a:cxn>
              <a:cxn ang="0">
                <a:pos x="GluePoint43X" y="GluePoint43Y"/>
              </a:cxn>
              <a:cxn ang="0">
                <a:pos x="GluePoint44X" y="GluePoint44Y"/>
              </a:cxn>
              <a:cxn ang="0">
                <a:pos x="GluePoint45X" y="GluePoint45Y"/>
              </a:cxn>
              <a:cxn ang="0">
                <a:pos x="GluePoint46X" y="GluePoint46Y"/>
              </a:cxn>
              <a:cxn ang="0">
                <a:pos x="GluePoint47X" y="GluePoint47Y"/>
              </a:cxn>
              <a:cxn ang="0">
                <a:pos x="GluePoint48X" y="GluePoint48Y"/>
              </a:cxn>
              <a:cxn ang="0">
                <a:pos x="GluePoint49X" y="GluePoint49Y"/>
              </a:cxn>
              <a:cxn ang="0">
                <a:pos x="GluePoint50X" y="GluePoint50Y"/>
              </a:cxn>
              <a:cxn ang="0">
                <a:pos x="GluePoint51X" y="GluePoint51Y"/>
              </a:cxn>
              <a:cxn ang="0">
                <a:pos x="GluePoint52X" y="GluePoint52Y"/>
              </a:cxn>
              <a:cxn ang="0">
                <a:pos x="GluePoint53X" y="GluePoint53Y"/>
              </a:cxn>
              <a:cxn ang="0">
                <a:pos x="GluePoint54X" y="GluePoint54Y"/>
              </a:cxn>
              <a:cxn ang="0">
                <a:pos x="GluePoint55X" y="GluePoint55Y"/>
              </a:cxn>
              <a:cxn ang="0">
                <a:pos x="GluePoint56X" y="GluePoint56Y"/>
              </a:cxn>
              <a:cxn ang="0">
                <a:pos x="GluePoint57X" y="GluePoint57Y"/>
              </a:cxn>
              <a:cxn ang="0">
                <a:pos x="GluePoint58X" y="GluePoint58Y"/>
              </a:cxn>
            </a:cxnLst>
            <a:rect l="textAreaLeft" t="textAreaTop" r="textAreaRight" b="textAreaBottom"/>
            <a:pathLst>
              <a:path w="2179" h="334">
                <a:moveTo>
                  <a:pt x="83" y="91"/>
                </a:moveTo>
                <a:cubicBezTo>
                  <a:pt x="81" y="84"/>
                  <a:pt x="82" y="78"/>
                  <a:pt x="82" y="74"/>
                </a:cubicBezTo>
                <a:cubicBezTo>
                  <a:pt x="84" y="64"/>
                  <a:pt x="91" y="53"/>
                  <a:pt x="111" y="53"/>
                </a:cubicBezTo>
                <a:cubicBezTo>
                  <a:pt x="129" y="53"/>
                  <a:pt x="140" y="65"/>
                  <a:pt x="140" y="82"/>
                </a:cubicBezTo>
                <a:cubicBezTo>
                  <a:pt x="140" y="101"/>
                  <a:pt x="140" y="101"/>
                  <a:pt x="140" y="101"/>
                </a:cubicBezTo>
                <a:cubicBezTo>
                  <a:pt x="218" y="101"/>
                  <a:pt x="218" y="101"/>
                  <a:pt x="218" y="101"/>
                </a:cubicBezTo>
                <a:cubicBezTo>
                  <a:pt x="218" y="79"/>
                  <a:pt x="218" y="79"/>
                  <a:pt x="218" y="79"/>
                </a:cubicBezTo>
                <a:cubicBezTo>
                  <a:pt x="218" y="11"/>
                  <a:pt x="156" y="0"/>
                  <a:pt x="112" y="0"/>
                </a:cubicBezTo>
                <a:cubicBezTo>
                  <a:pt x="57" y="0"/>
                  <a:pt x="12" y="19"/>
                  <a:pt x="4" y="70"/>
                </a:cubicBezTo>
                <a:cubicBezTo>
                  <a:pt x="1" y="84"/>
                  <a:pt x="1" y="96"/>
                  <a:pt x="4" y="112"/>
                </a:cubicBezTo>
                <a:cubicBezTo>
                  <a:pt x="18" y="175"/>
                  <a:pt x="128" y="194"/>
                  <a:pt x="145" y="234"/>
                </a:cubicBezTo>
                <a:cubicBezTo>
                  <a:pt x="148" y="241"/>
                  <a:pt x="147" y="251"/>
                  <a:pt x="145" y="257"/>
                </a:cubicBezTo>
                <a:cubicBezTo>
                  <a:pt x="143" y="267"/>
                  <a:pt x="136" y="278"/>
                  <a:pt x="115" y="278"/>
                </a:cubicBezTo>
                <a:cubicBezTo>
                  <a:pt x="95" y="278"/>
                  <a:pt x="84" y="267"/>
                  <a:pt x="84" y="250"/>
                </a:cubicBezTo>
                <a:cubicBezTo>
                  <a:pt x="83" y="220"/>
                  <a:pt x="83" y="220"/>
                  <a:pt x="83" y="220"/>
                </a:cubicBezTo>
                <a:cubicBezTo>
                  <a:pt x="0" y="220"/>
                  <a:pt x="0" y="220"/>
                  <a:pt x="0" y="220"/>
                </a:cubicBezTo>
                <a:cubicBezTo>
                  <a:pt x="0" y="244"/>
                  <a:pt x="0" y="244"/>
                  <a:pt x="0" y="244"/>
                </a:cubicBezTo>
                <a:cubicBezTo>
                  <a:pt x="0" y="313"/>
                  <a:pt x="55" y="334"/>
                  <a:pt x="113" y="334"/>
                </a:cubicBezTo>
                <a:cubicBezTo>
                  <a:pt x="169" y="334"/>
                  <a:pt x="216" y="315"/>
                  <a:pt x="223" y="263"/>
                </a:cubicBezTo>
                <a:cubicBezTo>
                  <a:pt x="227" y="236"/>
                  <a:pt x="224" y="218"/>
                  <a:pt x="223" y="212"/>
                </a:cubicBezTo>
                <a:cubicBezTo>
                  <a:pt x="210" y="146"/>
                  <a:pt x="92" y="127"/>
                  <a:pt x="83" y="91"/>
                </a:cubicBezTo>
                <a:moveTo>
                  <a:pt x="1096" y="91"/>
                </a:moveTo>
                <a:cubicBezTo>
                  <a:pt x="1094" y="85"/>
                  <a:pt x="1095" y="79"/>
                  <a:pt x="1096" y="75"/>
                </a:cubicBezTo>
                <a:cubicBezTo>
                  <a:pt x="1098" y="65"/>
                  <a:pt x="1104" y="54"/>
                  <a:pt x="1124" y="54"/>
                </a:cubicBezTo>
                <a:cubicBezTo>
                  <a:pt x="1142" y="54"/>
                  <a:pt x="1152" y="66"/>
                  <a:pt x="1152" y="82"/>
                </a:cubicBezTo>
                <a:cubicBezTo>
                  <a:pt x="1152" y="102"/>
                  <a:pt x="1152" y="102"/>
                  <a:pt x="1152" y="102"/>
                </a:cubicBezTo>
                <a:cubicBezTo>
                  <a:pt x="1229" y="102"/>
                  <a:pt x="1229" y="102"/>
                  <a:pt x="1229" y="102"/>
                </a:cubicBezTo>
                <a:cubicBezTo>
                  <a:pt x="1229" y="80"/>
                  <a:pt x="1229" y="80"/>
                  <a:pt x="1229" y="80"/>
                </a:cubicBezTo>
                <a:cubicBezTo>
                  <a:pt x="1229" y="13"/>
                  <a:pt x="1169" y="2"/>
                  <a:pt x="1125" y="2"/>
                </a:cubicBezTo>
                <a:cubicBezTo>
                  <a:pt x="1070" y="2"/>
                  <a:pt x="1026" y="20"/>
                  <a:pt x="1017" y="71"/>
                </a:cubicBezTo>
                <a:cubicBezTo>
                  <a:pt x="1015" y="84"/>
                  <a:pt x="1015" y="97"/>
                  <a:pt x="1018" y="112"/>
                </a:cubicBezTo>
                <a:cubicBezTo>
                  <a:pt x="1032" y="175"/>
                  <a:pt x="1141" y="193"/>
                  <a:pt x="1157" y="233"/>
                </a:cubicBezTo>
                <a:cubicBezTo>
                  <a:pt x="1160" y="241"/>
                  <a:pt x="1159" y="250"/>
                  <a:pt x="1158" y="256"/>
                </a:cubicBezTo>
                <a:cubicBezTo>
                  <a:pt x="1155" y="267"/>
                  <a:pt x="1148" y="277"/>
                  <a:pt x="1128" y="277"/>
                </a:cubicBezTo>
                <a:cubicBezTo>
                  <a:pt x="1108" y="277"/>
                  <a:pt x="1097" y="266"/>
                  <a:pt x="1097" y="249"/>
                </a:cubicBezTo>
                <a:cubicBezTo>
                  <a:pt x="1097" y="219"/>
                  <a:pt x="1097" y="219"/>
                  <a:pt x="1097" y="219"/>
                </a:cubicBezTo>
                <a:cubicBezTo>
                  <a:pt x="1014" y="219"/>
                  <a:pt x="1014" y="219"/>
                  <a:pt x="1014" y="219"/>
                </a:cubicBezTo>
                <a:cubicBezTo>
                  <a:pt x="1014" y="243"/>
                  <a:pt x="1014" y="243"/>
                  <a:pt x="1014" y="243"/>
                </a:cubicBezTo>
                <a:cubicBezTo>
                  <a:pt x="1014" y="312"/>
                  <a:pt x="1068" y="332"/>
                  <a:pt x="1126" y="332"/>
                </a:cubicBezTo>
                <a:cubicBezTo>
                  <a:pt x="1182" y="332"/>
                  <a:pt x="1228" y="313"/>
                  <a:pt x="1235" y="262"/>
                </a:cubicBezTo>
                <a:cubicBezTo>
                  <a:pt x="1238" y="235"/>
                  <a:pt x="1236" y="218"/>
                  <a:pt x="1234" y="211"/>
                </a:cubicBezTo>
                <a:cubicBezTo>
                  <a:pt x="1221" y="147"/>
                  <a:pt x="1105" y="127"/>
                  <a:pt x="1096" y="91"/>
                </a:cubicBezTo>
                <a:moveTo>
                  <a:pt x="1803" y="261"/>
                </a:moveTo>
                <a:cubicBezTo>
                  <a:pt x="1730" y="10"/>
                  <a:pt x="1730" y="10"/>
                  <a:pt x="1730" y="10"/>
                </a:cubicBezTo>
                <a:cubicBezTo>
                  <a:pt x="1614" y="10"/>
                  <a:pt x="1614" y="10"/>
                  <a:pt x="1614" y="10"/>
                </a:cubicBezTo>
                <a:cubicBezTo>
                  <a:pt x="1614" y="319"/>
                  <a:pt x="1614" y="319"/>
                  <a:pt x="1614" y="319"/>
                </a:cubicBezTo>
                <a:cubicBezTo>
                  <a:pt x="1691" y="319"/>
                  <a:pt x="1691" y="319"/>
                  <a:pt x="1691" y="319"/>
                </a:cubicBezTo>
                <a:cubicBezTo>
                  <a:pt x="1686" y="60"/>
                  <a:pt x="1686" y="60"/>
                  <a:pt x="1686" y="60"/>
                </a:cubicBezTo>
                <a:cubicBezTo>
                  <a:pt x="1765" y="319"/>
                  <a:pt x="1765" y="319"/>
                  <a:pt x="1765" y="319"/>
                </a:cubicBezTo>
                <a:cubicBezTo>
                  <a:pt x="1876" y="319"/>
                  <a:pt x="1876" y="319"/>
                  <a:pt x="1876" y="319"/>
                </a:cubicBezTo>
                <a:cubicBezTo>
                  <a:pt x="1876" y="10"/>
                  <a:pt x="1876" y="10"/>
                  <a:pt x="1876" y="10"/>
                </a:cubicBezTo>
                <a:cubicBezTo>
                  <a:pt x="1799" y="10"/>
                  <a:pt x="1799" y="10"/>
                  <a:pt x="1799" y="10"/>
                </a:cubicBezTo>
                <a:lnTo>
                  <a:pt x="1803" y="261"/>
                </a:lnTo>
                <a:close/>
                <a:moveTo>
                  <a:pt x="333" y="10"/>
                </a:moveTo>
                <a:cubicBezTo>
                  <a:pt x="276" y="322"/>
                  <a:pt x="276" y="322"/>
                  <a:pt x="276" y="322"/>
                </a:cubicBezTo>
                <a:cubicBezTo>
                  <a:pt x="360" y="322"/>
                  <a:pt x="360" y="322"/>
                  <a:pt x="360" y="322"/>
                </a:cubicBezTo>
                <a:cubicBezTo>
                  <a:pt x="403" y="33"/>
                  <a:pt x="403" y="33"/>
                  <a:pt x="403" y="33"/>
                </a:cubicBezTo>
                <a:cubicBezTo>
                  <a:pt x="446" y="322"/>
                  <a:pt x="446" y="322"/>
                  <a:pt x="446" y="322"/>
                </a:cubicBezTo>
                <a:cubicBezTo>
                  <a:pt x="529" y="322"/>
                  <a:pt x="529" y="322"/>
                  <a:pt x="529" y="322"/>
                </a:cubicBezTo>
                <a:cubicBezTo>
                  <a:pt x="472" y="10"/>
                  <a:pt x="472" y="10"/>
                  <a:pt x="472" y="10"/>
                </a:cubicBezTo>
                <a:lnTo>
                  <a:pt x="333" y="10"/>
                </a:lnTo>
                <a:close/>
                <a:moveTo>
                  <a:pt x="804" y="10"/>
                </a:moveTo>
                <a:cubicBezTo>
                  <a:pt x="765" y="254"/>
                  <a:pt x="765" y="254"/>
                  <a:pt x="765" y="254"/>
                </a:cubicBezTo>
                <a:cubicBezTo>
                  <a:pt x="725" y="10"/>
                  <a:pt x="725" y="10"/>
                  <a:pt x="725" y="10"/>
                </a:cubicBezTo>
                <a:cubicBezTo>
                  <a:pt x="598" y="10"/>
                  <a:pt x="598" y="10"/>
                  <a:pt x="598" y="10"/>
                </a:cubicBezTo>
                <a:cubicBezTo>
                  <a:pt x="592" y="322"/>
                  <a:pt x="592" y="322"/>
                  <a:pt x="592" y="322"/>
                </a:cubicBezTo>
                <a:cubicBezTo>
                  <a:pt x="669" y="322"/>
                  <a:pt x="669" y="322"/>
                  <a:pt x="669" y="322"/>
                </a:cubicBezTo>
                <a:cubicBezTo>
                  <a:pt x="671" y="33"/>
                  <a:pt x="671" y="33"/>
                  <a:pt x="671" y="33"/>
                </a:cubicBezTo>
                <a:cubicBezTo>
                  <a:pt x="725" y="322"/>
                  <a:pt x="725" y="322"/>
                  <a:pt x="725" y="322"/>
                </a:cubicBezTo>
                <a:cubicBezTo>
                  <a:pt x="804" y="322"/>
                  <a:pt x="804" y="322"/>
                  <a:pt x="804" y="322"/>
                </a:cubicBezTo>
                <a:cubicBezTo>
                  <a:pt x="858" y="33"/>
                  <a:pt x="858" y="33"/>
                  <a:pt x="858" y="33"/>
                </a:cubicBezTo>
                <a:cubicBezTo>
                  <a:pt x="860" y="322"/>
                  <a:pt x="860" y="322"/>
                  <a:pt x="860" y="322"/>
                </a:cubicBezTo>
                <a:cubicBezTo>
                  <a:pt x="938" y="322"/>
                  <a:pt x="938" y="322"/>
                  <a:pt x="938" y="322"/>
                </a:cubicBezTo>
                <a:cubicBezTo>
                  <a:pt x="931" y="10"/>
                  <a:pt x="931" y="10"/>
                  <a:pt x="931" y="10"/>
                </a:cubicBezTo>
                <a:lnTo>
                  <a:pt x="804" y="10"/>
                </a:lnTo>
                <a:close/>
                <a:moveTo>
                  <a:pt x="1528" y="10"/>
                </a:moveTo>
                <a:cubicBezTo>
                  <a:pt x="1449" y="10"/>
                  <a:pt x="1449" y="10"/>
                  <a:pt x="1449" y="10"/>
                </a:cubicBezTo>
                <a:cubicBezTo>
                  <a:pt x="1449" y="241"/>
                  <a:pt x="1449" y="241"/>
                  <a:pt x="1449" y="241"/>
                </a:cubicBezTo>
                <a:cubicBezTo>
                  <a:pt x="1449" y="245"/>
                  <a:pt x="1449" y="249"/>
                  <a:pt x="1448" y="253"/>
                </a:cubicBezTo>
                <a:cubicBezTo>
                  <a:pt x="1447" y="260"/>
                  <a:pt x="1440" y="275"/>
                  <a:pt x="1418" y="275"/>
                </a:cubicBezTo>
                <a:cubicBezTo>
                  <a:pt x="1397" y="275"/>
                  <a:pt x="1390" y="260"/>
                  <a:pt x="1389" y="253"/>
                </a:cubicBezTo>
                <a:cubicBezTo>
                  <a:pt x="1388" y="249"/>
                  <a:pt x="1388" y="245"/>
                  <a:pt x="1388" y="241"/>
                </a:cubicBezTo>
                <a:cubicBezTo>
                  <a:pt x="1388" y="10"/>
                  <a:pt x="1388" y="10"/>
                  <a:pt x="1388" y="10"/>
                </a:cubicBezTo>
                <a:cubicBezTo>
                  <a:pt x="1309" y="10"/>
                  <a:pt x="1309" y="10"/>
                  <a:pt x="1309" y="10"/>
                </a:cubicBezTo>
                <a:cubicBezTo>
                  <a:pt x="1309" y="234"/>
                  <a:pt x="1309" y="234"/>
                  <a:pt x="1309" y="234"/>
                </a:cubicBezTo>
                <a:cubicBezTo>
                  <a:pt x="1309" y="239"/>
                  <a:pt x="1309" y="251"/>
                  <a:pt x="1310" y="254"/>
                </a:cubicBezTo>
                <a:cubicBezTo>
                  <a:pt x="1315" y="312"/>
                  <a:pt x="1361" y="331"/>
                  <a:pt x="1418" y="331"/>
                </a:cubicBezTo>
                <a:cubicBezTo>
                  <a:pt x="1476" y="331"/>
                  <a:pt x="1522" y="312"/>
                  <a:pt x="1527" y="254"/>
                </a:cubicBezTo>
                <a:cubicBezTo>
                  <a:pt x="1528" y="251"/>
                  <a:pt x="1528" y="239"/>
                  <a:pt x="1528" y="234"/>
                </a:cubicBezTo>
                <a:lnTo>
                  <a:pt x="1528" y="10"/>
                </a:lnTo>
                <a:close/>
                <a:moveTo>
                  <a:pt x="2069" y="147"/>
                </a:moveTo>
                <a:cubicBezTo>
                  <a:pt x="2069" y="192"/>
                  <a:pt x="2069" y="192"/>
                  <a:pt x="2069" y="192"/>
                </a:cubicBezTo>
                <a:cubicBezTo>
                  <a:pt x="2101" y="192"/>
                  <a:pt x="2101" y="192"/>
                  <a:pt x="2101" y="192"/>
                </a:cubicBezTo>
                <a:cubicBezTo>
                  <a:pt x="2101" y="237"/>
                  <a:pt x="2101" y="237"/>
                  <a:pt x="2101" y="237"/>
                </a:cubicBezTo>
                <a:cubicBezTo>
                  <a:pt x="2101" y="241"/>
                  <a:pt x="2101" y="246"/>
                  <a:pt x="2100" y="249"/>
                </a:cubicBezTo>
                <a:cubicBezTo>
                  <a:pt x="2099" y="258"/>
                  <a:pt x="2091" y="272"/>
                  <a:pt x="2068" y="272"/>
                </a:cubicBezTo>
                <a:cubicBezTo>
                  <a:pt x="2045" y="272"/>
                  <a:pt x="2038" y="258"/>
                  <a:pt x="2036" y="249"/>
                </a:cubicBezTo>
                <a:cubicBezTo>
                  <a:pt x="2036" y="246"/>
                  <a:pt x="2035" y="241"/>
                  <a:pt x="2035" y="237"/>
                </a:cubicBezTo>
                <a:cubicBezTo>
                  <a:pt x="2035" y="95"/>
                  <a:pt x="2035" y="95"/>
                  <a:pt x="2035" y="95"/>
                </a:cubicBezTo>
                <a:cubicBezTo>
                  <a:pt x="2035" y="90"/>
                  <a:pt x="2036" y="85"/>
                  <a:pt x="2037" y="80"/>
                </a:cubicBezTo>
                <a:cubicBezTo>
                  <a:pt x="2038" y="73"/>
                  <a:pt x="2045" y="58"/>
                  <a:pt x="2068" y="58"/>
                </a:cubicBezTo>
                <a:cubicBezTo>
                  <a:pt x="2092" y="58"/>
                  <a:pt x="2098" y="74"/>
                  <a:pt x="2099" y="80"/>
                </a:cubicBezTo>
                <a:cubicBezTo>
                  <a:pt x="2100" y="85"/>
                  <a:pt x="2100" y="92"/>
                  <a:pt x="2100" y="92"/>
                </a:cubicBezTo>
                <a:cubicBezTo>
                  <a:pt x="2100" y="110"/>
                  <a:pt x="2100" y="110"/>
                  <a:pt x="2100" y="110"/>
                </a:cubicBezTo>
                <a:cubicBezTo>
                  <a:pt x="2178" y="110"/>
                  <a:pt x="2178" y="110"/>
                  <a:pt x="2178" y="110"/>
                </a:cubicBezTo>
                <a:cubicBezTo>
                  <a:pt x="2178" y="99"/>
                  <a:pt x="2178" y="99"/>
                  <a:pt x="2178" y="99"/>
                </a:cubicBezTo>
                <a:cubicBezTo>
                  <a:pt x="2178" y="99"/>
                  <a:pt x="2179" y="89"/>
                  <a:pt x="2178" y="79"/>
                </a:cubicBezTo>
                <a:cubicBezTo>
                  <a:pt x="2172" y="20"/>
                  <a:pt x="2124" y="2"/>
                  <a:pt x="2068" y="2"/>
                </a:cubicBezTo>
                <a:cubicBezTo>
                  <a:pt x="2013" y="2"/>
                  <a:pt x="1966" y="21"/>
                  <a:pt x="1959" y="79"/>
                </a:cubicBezTo>
                <a:cubicBezTo>
                  <a:pt x="1958" y="84"/>
                  <a:pt x="1958" y="94"/>
                  <a:pt x="1958" y="99"/>
                </a:cubicBezTo>
                <a:cubicBezTo>
                  <a:pt x="1958" y="230"/>
                  <a:pt x="1958" y="230"/>
                  <a:pt x="1958" y="230"/>
                </a:cubicBezTo>
                <a:cubicBezTo>
                  <a:pt x="1958" y="236"/>
                  <a:pt x="1958" y="241"/>
                  <a:pt x="1959" y="251"/>
                </a:cubicBezTo>
                <a:cubicBezTo>
                  <a:pt x="1964" y="308"/>
                  <a:pt x="2013" y="328"/>
                  <a:pt x="2068" y="328"/>
                </a:cubicBezTo>
                <a:cubicBezTo>
                  <a:pt x="2124" y="328"/>
                  <a:pt x="2173" y="308"/>
                  <a:pt x="2178" y="251"/>
                </a:cubicBezTo>
                <a:cubicBezTo>
                  <a:pt x="2179" y="241"/>
                  <a:pt x="2179" y="236"/>
                  <a:pt x="2179" y="230"/>
                </a:cubicBezTo>
                <a:cubicBezTo>
                  <a:pt x="2179" y="147"/>
                  <a:pt x="2179" y="147"/>
                  <a:pt x="2179" y="147"/>
                </a:cubicBezTo>
                <a:lnTo>
                  <a:pt x="2069" y="147"/>
                </a:lnTo>
                <a:close/>
              </a:path>
            </a:pathLst>
          </a:custGeom>
          <a:solidFill>
            <a:srgbClr val="0924a5"/>
          </a:solidFill>
          <a:ln w="0">
            <a:noFill/>
          </a:ln>
        </p:spPr>
        <p:style>
          <a:lnRef idx="0"/>
          <a:fillRef idx="0"/>
          <a:effectRef idx="0"/>
          <a:fontRef idx="minor"/>
        </p:style>
        <p:txBody>
          <a:bodyPr numCol="1" spcCol="0" anchor="t">
            <a:noAutofit/>
            <a:scene3d>
              <a:camera prst="orthographicFront"/>
              <a:lightRig dir="t" rig="threePt"/>
            </a:scene3d>
            <a:sp3d>
              <a:bevelT w="0" h="6350"/>
            </a:sp3d>
          </a:bodyPr>
          <a:p>
            <a:pPr defTabSz="914040">
              <a:lnSpc>
                <a:spcPct val="100000"/>
              </a:lnSpc>
              <a:tabLst>
                <a:tab algn="l" pos="0"/>
              </a:tabLst>
            </a:pPr>
            <a:endParaRPr b="0" lang="en-US" sz="1960" strike="noStrike" u="none">
              <a:solidFill>
                <a:schemeClr val="dk1"/>
              </a:solidFill>
              <a:effectLst/>
              <a:uFillTx/>
              <a:latin typeface="SamsungOne 400"/>
              <a:ea typeface="SamsungOneKorean 400"/>
            </a:endParaRPr>
          </a:p>
        </p:txBody>
      </p:sp>
      <p:pic>
        <p:nvPicPr>
          <p:cNvPr id="9" name="그림 9" descr=""/>
          <p:cNvPicPr/>
          <p:nvPr/>
        </p:nvPicPr>
        <p:blipFill>
          <a:blip r:embed="rId3"/>
          <a:stretch/>
        </p:blipFill>
        <p:spPr>
          <a:xfrm>
            <a:off x="4265640" y="6141240"/>
            <a:ext cx="1371240" cy="449640"/>
          </a:xfrm>
          <a:prstGeom prst="rect">
            <a:avLst/>
          </a:prstGeom>
          <a:noFill/>
          <a:ln w="0">
            <a:noFill/>
          </a:ln>
        </p:spPr>
      </p:pic>
      <p:sp>
        <p:nvSpPr>
          <p:cNvPr id="10" name="직사각형 133"/>
          <p:cNvSpPr/>
          <p:nvPr/>
        </p:nvSpPr>
        <p:spPr>
          <a:xfrm>
            <a:off x="990000" y="4320000"/>
            <a:ext cx="5832000" cy="36900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0" rIns="0" tIns="0" bIns="0" anchor="ctr">
            <a:spAutoFit/>
            <a:scene3d>
              <a:camera prst="orthographicFront"/>
              <a:lightRig dir="t" rig="threePt"/>
            </a:scene3d>
            <a:sp3d>
              <a:bevelT w="0" h="6350"/>
            </a:sp3d>
          </a:bodyPr>
          <a:p>
            <a:pPr defTabSz="914400">
              <a:lnSpc>
                <a:spcPct val="100000"/>
              </a:lnSpc>
            </a:pPr>
            <a:r>
              <a:rPr b="0" lang="en-US" sz="2400" strike="noStrike" u="none">
                <a:solidFill>
                  <a:srgbClr val="1428a0"/>
                </a:solidFill>
                <a:effectLst/>
                <a:uFillTx/>
                <a:latin typeface="Samsung Sharp Sans"/>
                <a:ea typeface="Samsung Sharp Sans"/>
              </a:rPr>
              <a:t>Artificial Intelligence Course</a:t>
            </a:r>
            <a:endParaRPr b="0" lang="en-US" sz="2400" strike="noStrike" u="none">
              <a:solidFill>
                <a:srgbClr val="000000"/>
              </a:solidFill>
              <a:effectLst/>
              <a:uFillTx/>
              <a:latin typeface="Arial"/>
            </a:endParaRPr>
          </a:p>
        </p:txBody>
      </p:sp>
      <p:sp>
        <p:nvSpPr>
          <p:cNvPr id="11" name="직사각형 7"/>
          <p:cNvSpPr/>
          <p:nvPr/>
        </p:nvSpPr>
        <p:spPr>
          <a:xfrm>
            <a:off x="724680" y="4320000"/>
            <a:ext cx="53640" cy="359640"/>
          </a:xfrm>
          <a:prstGeom prst="rect">
            <a:avLst/>
          </a:prstGeom>
          <a:solidFill>
            <a:srgbClr val="1428a0"/>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457200">
              <a:lnSpc>
                <a:spcPct val="100000"/>
              </a:lnSpc>
            </a:pPr>
            <a:endParaRPr b="0" lang="en-US" sz="1800" strike="noStrike" u="none">
              <a:solidFill>
                <a:srgbClr val="ffffff"/>
              </a:solidFill>
              <a:effectLst/>
              <a:uFillTx/>
              <a:latin typeface="Calibri"/>
              <a:ea typeface="맑은 고딕"/>
            </a:endParaRPr>
          </a:p>
        </p:txBody>
      </p:sp>
      <p:sp>
        <p:nvSpPr>
          <p:cNvPr id="12" name="PlaceHolder 1"/>
          <p:cNvSpPr>
            <a:spLocks noGrp="1"/>
          </p:cNvSpPr>
          <p:nvPr>
            <p:ph type="body"/>
          </p:nvPr>
        </p:nvSpPr>
        <p:spPr>
          <a:xfrm>
            <a:off x="720000" y="3551760"/>
            <a:ext cx="6837480" cy="2161080"/>
          </a:xfrm>
          <a:prstGeom prst="rect">
            <a:avLst/>
          </a:prstGeom>
          <a:noFill/>
          <a:ln w="12600">
            <a:noFill/>
          </a:ln>
        </p:spPr>
        <p:txBody>
          <a:bodyPr lIns="0" rIns="0" tIns="0" bIns="0" anchor="t">
            <a:spAutoFit/>
          </a:bodyPr>
          <a:p>
            <a:pPr indent="0" defTabSz="457200">
              <a:lnSpc>
                <a:spcPct val="100000"/>
              </a:lnSpc>
              <a:buNone/>
              <a:tabLst>
                <a:tab algn="l" pos="0"/>
              </a:tabLst>
            </a:pPr>
            <a:r>
              <a:rPr b="0" lang="en-US" sz="1800" strike="noStrike" u="none">
                <a:solidFill>
                  <a:schemeClr val="lt1">
                    <a:lumMod val="50000"/>
                  </a:schemeClr>
                </a:solidFill>
                <a:effectLst/>
                <a:uFillTx/>
                <a:latin typeface="Samsung Sharp Sans"/>
                <a:ea typeface="Samsung Sharp Sans"/>
              </a:rPr>
              <a:t>Team Name</a:t>
            </a:r>
            <a:endParaRPr b="0" lang="en-US" sz="1800" strike="noStrike" u="none">
              <a:solidFill>
                <a:schemeClr val="dk1"/>
              </a:solidFill>
              <a:effectLst/>
              <a:uFillTx/>
              <a:latin typeface="SamsungOne 400"/>
            </a:endParaRPr>
          </a:p>
        </p:txBody>
      </p:sp>
      <p:sp>
        <p:nvSpPr>
          <p:cNvPr id="13" name="PlaceHolder 2"/>
          <p:cNvSpPr>
            <a:spLocks noGrp="1"/>
          </p:cNvSpPr>
          <p:nvPr>
            <p:ph type="title"/>
          </p:nvPr>
        </p:nvSpPr>
        <p:spPr>
          <a:xfrm>
            <a:off x="720000" y="1710000"/>
            <a:ext cx="5220720" cy="1463400"/>
          </a:xfrm>
          <a:prstGeom prst="rect">
            <a:avLst/>
          </a:prstGeom>
          <a:noFill/>
          <a:ln w="12600">
            <a:noFill/>
          </a:ln>
        </p:spPr>
        <p:txBody>
          <a:bodyPr lIns="0" rIns="0" tIns="0" bIns="0" anchor="t">
            <a:spAutoFit/>
          </a:bodyPr>
          <a:p>
            <a:pPr indent="0" defTabSz="457200">
              <a:lnSpc>
                <a:spcPct val="100000"/>
              </a:lnSpc>
              <a:buNone/>
            </a:pPr>
            <a:r>
              <a:rPr b="0" lang="en-US" sz="4800" strike="noStrike" u="none">
                <a:solidFill>
                  <a:schemeClr val="dk1"/>
                </a:solidFill>
                <a:effectLst/>
                <a:uFillTx/>
                <a:latin typeface="Samsung Sharp Sans"/>
                <a:ea typeface="Samsung Sharp Sans"/>
              </a:rPr>
              <a:t>Project</a:t>
            </a:r>
            <a:r>
              <a:rPr b="0" lang="en-US" sz="4800" strike="noStrike" u="none">
                <a:solidFill>
                  <a:schemeClr val="dk1"/>
                </a:solidFill>
                <a:effectLst/>
                <a:uFillTx/>
                <a:latin typeface="Samsung Sharp Sans"/>
                <a:ea typeface="Samsung Sharp Sans"/>
              </a:rPr>
              <a:t> </a:t>
            </a:r>
            <a:br>
              <a:rPr sz="4800"/>
            </a:br>
            <a:r>
              <a:rPr b="0" lang="en-US" sz="4800" strike="noStrike" u="none">
                <a:solidFill>
                  <a:schemeClr val="dk1"/>
                </a:solidFill>
                <a:effectLst/>
                <a:uFillTx/>
                <a:latin typeface="Samsung Sharp Sans"/>
                <a:ea typeface="Samsung Sharp Sans"/>
              </a:rPr>
              <a:t>Name</a:t>
            </a:r>
            <a:endParaRPr b="0" lang="en-US" sz="4800" strike="noStrike" u="none">
              <a:solidFill>
                <a:schemeClr val="dk1"/>
              </a:solidFill>
              <a:effectLst/>
              <a:uFillTx/>
              <a:latin typeface="SamsungOne 400"/>
            </a:endParaRP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2_Table of Contents2">
    <p:bg>
      <p:bgPr>
        <a:solidFill>
          <a:srgbClr val="ffffff"/>
        </a:solidFill>
      </p:bgPr>
    </p:bg>
    <p:spTree>
      <p:nvGrpSpPr>
        <p:cNvPr id="1" name=""/>
        <p:cNvGrpSpPr/>
        <p:nvPr/>
      </p:nvGrpSpPr>
      <p:grpSpPr>
        <a:xfrm>
          <a:off x="0" y="0"/>
          <a:ext cx="0" cy="0"/>
          <a:chOff x="0" y="0"/>
          <a:chExt cx="0" cy="0"/>
        </a:xfrm>
      </p:grpSpPr>
      <p:pic>
        <p:nvPicPr>
          <p:cNvPr id="14" name="그림 1" descr=""/>
          <p:cNvPicPr/>
          <p:nvPr/>
        </p:nvPicPr>
        <p:blipFill>
          <a:blip r:embed="rId2"/>
          <a:stretch/>
        </p:blipFill>
        <p:spPr>
          <a:xfrm>
            <a:off x="-1440" y="0"/>
            <a:ext cx="9902520" cy="6857640"/>
          </a:xfrm>
          <a:prstGeom prst="rect">
            <a:avLst/>
          </a:prstGeom>
          <a:noFill/>
          <a:ln w="0">
            <a:noFill/>
          </a:ln>
        </p:spPr>
      </p:pic>
      <p:cxnSp>
        <p:nvCxnSpPr>
          <p:cNvPr id="15" name="직선 연결선 11"/>
          <p:cNvCxnSpPr/>
          <p:nvPr/>
        </p:nvCxnSpPr>
        <p:spPr>
          <a:xfrm>
            <a:off x="449280" y="6424920"/>
            <a:ext cx="9001080" cy="360"/>
          </a:xfrm>
          <a:prstGeom prst="straightConnector1">
            <a:avLst/>
          </a:prstGeom>
          <a:ln>
            <a:solidFill>
              <a:srgbClr val="ffffff">
                <a:lumMod val="75000"/>
              </a:srgbClr>
            </a:solidFill>
          </a:ln>
        </p:spPr>
      </p:cxnSp>
      <p:sp>
        <p:nvSpPr>
          <p:cNvPr id="16" name="슬라이드 번호 개체 틀 15"/>
          <p:cNvSpPr/>
          <p:nvPr/>
        </p:nvSpPr>
        <p:spPr>
          <a:xfrm>
            <a:off x="8836200" y="6498000"/>
            <a:ext cx="613440" cy="1382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0" rIns="0" tIns="0" bIns="0" anchor="ctr">
            <a:spAutoFit/>
            <a:scene3d>
              <a:camera prst="orthographicFront"/>
              <a:lightRig dir="t" rig="threePt"/>
            </a:scene3d>
            <a:sp3d>
              <a:bevelT w="0" h="6350"/>
            </a:sp3d>
          </a:bodyPr>
          <a:p>
            <a:pPr algn="r" defTabSz="914040">
              <a:lnSpc>
                <a:spcPct val="100000"/>
              </a:lnSpc>
              <a:tabLst>
                <a:tab algn="l" pos="0"/>
              </a:tabLst>
            </a:pPr>
            <a:fld id="{806CFB42-37A2-4444-B140-9D5C1DF662E4}" type="slidenum">
              <a:rPr b="0" lang="en-US" sz="900" strike="noStrike" u="none">
                <a:solidFill>
                  <a:schemeClr val="lt1">
                    <a:lumMod val="50000"/>
                  </a:schemeClr>
                </a:solidFill>
                <a:effectLst/>
                <a:uFillTx/>
                <a:latin typeface="SamsungOne 400"/>
                <a:ea typeface="SamsungOne 400"/>
              </a:rPr>
              <a:t>&lt;number&gt;</a:t>
            </a:fld>
            <a:endParaRPr b="0" lang="en-US" sz="900" strike="noStrike" u="none">
              <a:solidFill>
                <a:srgbClr val="000000"/>
              </a:solidFill>
              <a:effectLst/>
              <a:uFillTx/>
              <a:latin typeface="Arial"/>
            </a:endParaRPr>
          </a:p>
        </p:txBody>
      </p:sp>
      <p:sp>
        <p:nvSpPr>
          <p:cNvPr id="17" name="직사각형 7"/>
          <p:cNvSpPr/>
          <p:nvPr/>
        </p:nvSpPr>
        <p:spPr>
          <a:xfrm>
            <a:off x="449640" y="6498000"/>
            <a:ext cx="2888280" cy="1688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0" rIns="0" tIns="0" bIns="0" anchor="t">
            <a:spAutoFit/>
            <a:scene3d>
              <a:camera prst="orthographicFront"/>
              <a:lightRig dir="t" rig="threePt"/>
            </a:scene3d>
            <a:sp3d>
              <a:bevelT w="0" h="6350"/>
            </a:sp3d>
          </a:bodyPr>
          <a:p>
            <a:pPr defTabSz="457200">
              <a:lnSpc>
                <a:spcPct val="100000"/>
              </a:lnSpc>
            </a:pPr>
            <a:r>
              <a:rPr b="0" lang="en-US" sz="1100" strike="noStrike" u="none">
                <a:solidFill>
                  <a:schemeClr val="lt1">
                    <a:lumMod val="50000"/>
                  </a:schemeClr>
                </a:solidFill>
                <a:effectLst/>
                <a:uFillTx/>
                <a:latin typeface="Samsung Sharp Sans Bold"/>
                <a:ea typeface="Samsung Sharp Sans Bold"/>
              </a:rPr>
              <a:t>Samsung Innovation Campus</a:t>
            </a:r>
            <a:endParaRPr b="0" lang="en-US" sz="1100" strike="noStrike" u="none">
              <a:solidFill>
                <a:srgbClr val="000000"/>
              </a:solidFill>
              <a:effectLst/>
              <a:uFillTx/>
              <a:latin typeface="Arial"/>
            </a:endParaRPr>
          </a:p>
        </p:txBody>
      </p:sp>
      <p:sp>
        <p:nvSpPr>
          <p:cNvPr id="18" name="직사각형 133"/>
          <p:cNvSpPr/>
          <p:nvPr/>
        </p:nvSpPr>
        <p:spPr>
          <a:xfrm>
            <a:off x="990000" y="4157640"/>
            <a:ext cx="3562920" cy="32292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0" rIns="0" tIns="0" bIns="0" anchor="ctr">
            <a:spAutoFit/>
            <a:scene3d>
              <a:camera prst="orthographicFront"/>
              <a:lightRig dir="t" rig="threePt"/>
            </a:scene3d>
            <a:sp3d>
              <a:bevelT w="0" h="6350"/>
            </a:sp3d>
          </a:bodyPr>
          <a:p>
            <a:pPr defTabSz="457200">
              <a:lnSpc>
                <a:spcPct val="100000"/>
              </a:lnSpc>
            </a:pPr>
            <a:r>
              <a:rPr b="0" lang="en-US" sz="2100" strike="noStrike" u="none">
                <a:solidFill>
                  <a:srgbClr val="1428a0"/>
                </a:solidFill>
                <a:effectLst/>
                <a:uFillTx/>
                <a:latin typeface="Samsung Sharp Sans"/>
                <a:ea typeface="Samsung Sharp Sans"/>
              </a:rPr>
              <a:t>AI Course</a:t>
            </a:r>
            <a:endParaRPr b="0" lang="en-US" sz="2100" strike="noStrike" u="none">
              <a:solidFill>
                <a:srgbClr val="000000"/>
              </a:solidFill>
              <a:effectLst/>
              <a:uFillTx/>
              <a:latin typeface="Arial"/>
            </a:endParaRPr>
          </a:p>
        </p:txBody>
      </p:sp>
      <p:sp>
        <p:nvSpPr>
          <p:cNvPr id="19" name="직사각형 8"/>
          <p:cNvSpPr/>
          <p:nvPr/>
        </p:nvSpPr>
        <p:spPr>
          <a:xfrm>
            <a:off x="720000" y="2095200"/>
            <a:ext cx="59760" cy="1758960"/>
          </a:xfrm>
          <a:prstGeom prst="rect">
            <a:avLst/>
          </a:prstGeom>
          <a:solidFill>
            <a:srgbClr val="1428a0"/>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457200">
              <a:lnSpc>
                <a:spcPct val="100000"/>
              </a:lnSpc>
            </a:pPr>
            <a:endParaRPr b="0" lang="en-US" sz="1800" strike="noStrike" u="none">
              <a:solidFill>
                <a:srgbClr val="ffffff"/>
              </a:solidFill>
              <a:effectLst/>
              <a:uFillTx/>
              <a:latin typeface="Calibri"/>
              <a:ea typeface="맑은 고딕"/>
            </a:endParaRPr>
          </a:p>
        </p:txBody>
      </p:sp>
      <p:sp>
        <p:nvSpPr>
          <p:cNvPr id="20" name="직사각형 9"/>
          <p:cNvSpPr/>
          <p:nvPr/>
        </p:nvSpPr>
        <p:spPr>
          <a:xfrm>
            <a:off x="720000" y="4157640"/>
            <a:ext cx="59760" cy="322920"/>
          </a:xfrm>
          <a:prstGeom prst="rect">
            <a:avLst/>
          </a:prstGeom>
          <a:solidFill>
            <a:srgbClr val="1428a0"/>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457200">
              <a:lnSpc>
                <a:spcPct val="100000"/>
              </a:lnSpc>
            </a:pPr>
            <a:endParaRPr b="0" lang="en-US" sz="1800" strike="noStrike" u="none">
              <a:solidFill>
                <a:srgbClr val="ffffff"/>
              </a:solidFill>
              <a:effectLst/>
              <a:uFillTx/>
              <a:latin typeface="Calibri"/>
              <a:ea typeface="맑은 고딕"/>
            </a:endParaRPr>
          </a:p>
        </p:txBody>
      </p:sp>
      <p:sp>
        <p:nvSpPr>
          <p:cNvPr id="21" name="PlaceHolder 1"/>
          <p:cNvSpPr>
            <a:spLocks noGrp="1"/>
          </p:cNvSpPr>
          <p:nvPr>
            <p:ph type="title"/>
          </p:nvPr>
        </p:nvSpPr>
        <p:spPr>
          <a:xfrm>
            <a:off x="990000" y="2095200"/>
            <a:ext cx="5220720" cy="1341000"/>
          </a:xfrm>
          <a:prstGeom prst="rect">
            <a:avLst/>
          </a:prstGeom>
          <a:noFill/>
          <a:ln w="12600">
            <a:noFill/>
          </a:ln>
        </p:spPr>
        <p:txBody>
          <a:bodyPr lIns="0" rIns="0" tIns="0" bIns="0" anchor="t">
            <a:spAutoFit/>
          </a:bodyPr>
          <a:p>
            <a:pPr indent="0" defTabSz="457200">
              <a:lnSpc>
                <a:spcPct val="100000"/>
              </a:lnSpc>
              <a:buNone/>
            </a:pPr>
            <a:r>
              <a:rPr b="0" lang="en-US" sz="4400" strike="noStrike" u="none">
                <a:solidFill>
                  <a:schemeClr val="dk1"/>
                </a:solidFill>
                <a:effectLst/>
                <a:uFillTx/>
                <a:latin typeface="Samsung Sharp Sans"/>
                <a:ea typeface="Samsung Sharp Sans"/>
              </a:rPr>
              <a:t>Project</a:t>
            </a:r>
            <a:r>
              <a:rPr b="0" lang="en-US" sz="4400" strike="noStrike" u="none">
                <a:solidFill>
                  <a:schemeClr val="dk1"/>
                </a:solidFill>
                <a:effectLst/>
                <a:uFillTx/>
                <a:latin typeface="Samsung Sharp Sans"/>
                <a:ea typeface="Samsung Sharp Sans"/>
              </a:rPr>
              <a:t> </a:t>
            </a:r>
            <a:br>
              <a:rPr sz="4400"/>
            </a:br>
            <a:r>
              <a:rPr b="0" lang="en-US" sz="4400" strike="noStrike" u="none">
                <a:solidFill>
                  <a:schemeClr val="dk1"/>
                </a:solidFill>
                <a:effectLst/>
                <a:uFillTx/>
                <a:latin typeface="Samsung Sharp Sans"/>
                <a:ea typeface="Samsung Sharp Sans"/>
              </a:rPr>
              <a:t>Name</a:t>
            </a:r>
            <a:endParaRPr b="0" lang="en-US" sz="4400" strike="noStrike" u="none">
              <a:solidFill>
                <a:schemeClr val="dk1"/>
              </a:solidFill>
              <a:effectLst/>
              <a:uFillTx/>
              <a:latin typeface="SamsungOne 400"/>
            </a:endParaRPr>
          </a:p>
        </p:txBody>
      </p:sp>
      <p:sp>
        <p:nvSpPr>
          <p:cNvPr id="22" name="PlaceHolder 2"/>
          <p:cNvSpPr>
            <a:spLocks noGrp="1"/>
          </p:cNvSpPr>
          <p:nvPr>
            <p:ph type="body"/>
          </p:nvPr>
        </p:nvSpPr>
        <p:spPr>
          <a:xfrm>
            <a:off x="990000" y="3577680"/>
            <a:ext cx="6837480" cy="2161080"/>
          </a:xfrm>
          <a:prstGeom prst="rect">
            <a:avLst/>
          </a:prstGeom>
          <a:noFill/>
          <a:ln w="12600">
            <a:noFill/>
          </a:ln>
        </p:spPr>
        <p:txBody>
          <a:bodyPr lIns="0" rIns="0" tIns="0" bIns="0" anchor="t">
            <a:spAutoFit/>
          </a:bodyPr>
          <a:p>
            <a:pPr indent="0" defTabSz="457200">
              <a:lnSpc>
                <a:spcPct val="100000"/>
              </a:lnSpc>
              <a:buNone/>
              <a:tabLst>
                <a:tab algn="l" pos="0"/>
              </a:tabLst>
            </a:pPr>
            <a:r>
              <a:rPr b="0" lang="en-US" sz="1800" strike="noStrike" u="none">
                <a:solidFill>
                  <a:schemeClr val="lt1">
                    <a:lumMod val="50000"/>
                  </a:schemeClr>
                </a:solidFill>
                <a:effectLst/>
                <a:uFillTx/>
                <a:latin typeface="Samsung Sharp Sans"/>
                <a:ea typeface="Samsung Sharp Sans"/>
              </a:rPr>
              <a:t>Team Name</a:t>
            </a:r>
            <a:endParaRPr b="0" lang="en-US" sz="1800" strike="noStrike" u="none">
              <a:solidFill>
                <a:schemeClr val="dk1"/>
              </a:solidFill>
              <a:effectLst/>
              <a:uFillTx/>
              <a:latin typeface="SamsungOne 400"/>
            </a:endParaRP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2_Table of Contents">
    <p:bg>
      <p:bgPr>
        <a:solidFill>
          <a:srgbClr val="ffffff"/>
        </a:solidFill>
      </p:bgPr>
    </p:bg>
    <p:spTree>
      <p:nvGrpSpPr>
        <p:cNvPr id="1" name=""/>
        <p:cNvGrpSpPr/>
        <p:nvPr/>
      </p:nvGrpSpPr>
      <p:grpSpPr>
        <a:xfrm>
          <a:off x="0" y="0"/>
          <a:ext cx="0" cy="0"/>
          <a:chOff x="0" y="0"/>
          <a:chExt cx="0" cy="0"/>
        </a:xfrm>
      </p:grpSpPr>
      <p:pic>
        <p:nvPicPr>
          <p:cNvPr id="23" name="그림 4" descr=""/>
          <p:cNvPicPr/>
          <p:nvPr/>
        </p:nvPicPr>
        <p:blipFill>
          <a:blip r:embed="rId2"/>
          <a:stretch/>
        </p:blipFill>
        <p:spPr>
          <a:xfrm>
            <a:off x="0" y="0"/>
            <a:ext cx="9902520" cy="6857640"/>
          </a:xfrm>
          <a:prstGeom prst="rect">
            <a:avLst/>
          </a:prstGeom>
          <a:noFill/>
          <a:ln w="0">
            <a:noFill/>
          </a:ln>
        </p:spPr>
      </p:pic>
      <p:cxnSp>
        <p:nvCxnSpPr>
          <p:cNvPr id="24" name="직선 연결선 11"/>
          <p:cNvCxnSpPr/>
          <p:nvPr/>
        </p:nvCxnSpPr>
        <p:spPr>
          <a:xfrm>
            <a:off x="449280" y="6424920"/>
            <a:ext cx="9001080" cy="360"/>
          </a:xfrm>
          <a:prstGeom prst="straightConnector1">
            <a:avLst/>
          </a:prstGeom>
          <a:ln>
            <a:solidFill>
              <a:srgbClr val="ffffff">
                <a:lumMod val="75000"/>
              </a:srgbClr>
            </a:solidFill>
          </a:ln>
        </p:spPr>
      </p:cxnSp>
      <p:sp>
        <p:nvSpPr>
          <p:cNvPr id="25" name="슬라이드 번호 개체 틀 15"/>
          <p:cNvSpPr/>
          <p:nvPr/>
        </p:nvSpPr>
        <p:spPr>
          <a:xfrm>
            <a:off x="8836200" y="6498000"/>
            <a:ext cx="613440" cy="1382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0" rIns="0" tIns="0" bIns="0" anchor="ctr">
            <a:spAutoFit/>
            <a:scene3d>
              <a:camera prst="orthographicFront"/>
              <a:lightRig dir="t" rig="threePt"/>
            </a:scene3d>
            <a:sp3d>
              <a:bevelT w="0" h="6350"/>
            </a:sp3d>
          </a:bodyPr>
          <a:p>
            <a:pPr algn="r" defTabSz="914040">
              <a:lnSpc>
                <a:spcPct val="100000"/>
              </a:lnSpc>
              <a:tabLst>
                <a:tab algn="l" pos="0"/>
              </a:tabLst>
            </a:pPr>
            <a:fld id="{525EE908-8D81-43BB-AE8B-01BECCD2B31E}" type="slidenum">
              <a:rPr b="0" lang="en-US" sz="900" strike="noStrike" u="none">
                <a:solidFill>
                  <a:schemeClr val="lt1">
                    <a:lumMod val="50000"/>
                  </a:schemeClr>
                </a:solidFill>
                <a:effectLst/>
                <a:uFillTx/>
                <a:latin typeface="SamsungOne 400"/>
                <a:ea typeface="SamsungOne 400"/>
              </a:rPr>
              <a:t>&lt;number&gt;</a:t>
            </a:fld>
            <a:endParaRPr b="0" lang="en-US" sz="900" strike="noStrike" u="none">
              <a:solidFill>
                <a:srgbClr val="000000"/>
              </a:solidFill>
              <a:effectLst/>
              <a:uFillTx/>
              <a:latin typeface="Arial"/>
            </a:endParaRPr>
          </a:p>
        </p:txBody>
      </p:sp>
      <p:sp>
        <p:nvSpPr>
          <p:cNvPr id="26" name="직사각형 7"/>
          <p:cNvSpPr/>
          <p:nvPr/>
        </p:nvSpPr>
        <p:spPr>
          <a:xfrm>
            <a:off x="449640" y="6498000"/>
            <a:ext cx="2888280" cy="1688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0" rIns="0" tIns="0" bIns="0" anchor="t">
            <a:spAutoFit/>
            <a:scene3d>
              <a:camera prst="orthographicFront"/>
              <a:lightRig dir="t" rig="threePt"/>
            </a:scene3d>
            <a:sp3d>
              <a:bevelT w="0" h="6350"/>
            </a:sp3d>
          </a:bodyPr>
          <a:p>
            <a:pPr defTabSz="457200">
              <a:lnSpc>
                <a:spcPct val="100000"/>
              </a:lnSpc>
            </a:pPr>
            <a:r>
              <a:rPr b="0" lang="en-US" sz="1100" strike="noStrike" u="none">
                <a:solidFill>
                  <a:schemeClr val="lt1">
                    <a:lumMod val="50000"/>
                  </a:schemeClr>
                </a:solidFill>
                <a:effectLst/>
                <a:uFillTx/>
                <a:latin typeface="Samsung Sharp Sans Bold"/>
                <a:ea typeface="Samsung Sharp Sans Bold"/>
              </a:rPr>
              <a:t>Samsung Innovation Campus</a:t>
            </a:r>
            <a:endParaRPr b="0" lang="en-US" sz="1100" strike="noStrike" u="none">
              <a:solidFill>
                <a:srgbClr val="000000"/>
              </a:solidFill>
              <a:effectLst/>
              <a:uFillTx/>
              <a:latin typeface="Arial"/>
            </a:endParaRPr>
          </a:p>
        </p:txBody>
      </p:sp>
      <p:sp>
        <p:nvSpPr>
          <p:cNvPr id="27" name="PlaceHolder 1"/>
          <p:cNvSpPr>
            <a:spLocks noGrp="1"/>
          </p:cNvSpPr>
          <p:nvPr>
            <p:ph type="title"/>
          </p:nvPr>
        </p:nvSpPr>
        <p:spPr>
          <a:xfrm>
            <a:off x="449640" y="1440000"/>
            <a:ext cx="8541000" cy="488160"/>
          </a:xfrm>
          <a:prstGeom prst="rect">
            <a:avLst/>
          </a:prstGeom>
          <a:noFill/>
          <a:ln w="12600">
            <a:noFill/>
          </a:ln>
        </p:spPr>
        <p:txBody>
          <a:bodyPr lIns="0" rIns="0" tIns="0" bIns="0" anchor="t">
            <a:spAutoFit/>
          </a:bodyPr>
          <a:p>
            <a:pPr indent="0" defTabSz="457200">
              <a:lnSpc>
                <a:spcPct val="100000"/>
              </a:lnSpc>
              <a:buNone/>
            </a:pPr>
            <a:r>
              <a:rPr b="0" lang="en-US" sz="3200" strike="noStrike" u="none">
                <a:solidFill>
                  <a:schemeClr val="dk1">
                    <a:lumMod val="95000"/>
                    <a:lumOff val="5000"/>
                  </a:schemeClr>
                </a:solidFill>
                <a:effectLst/>
                <a:uFillTx/>
                <a:latin typeface="Samsung Sharp Sans"/>
                <a:ea typeface="Samsung Sharp Sans"/>
              </a:rPr>
              <a:t>Slide Title</a:t>
            </a:r>
            <a:endParaRPr b="0" lang="en-US" sz="3200" strike="noStrike" u="none">
              <a:solidFill>
                <a:schemeClr val="dk1"/>
              </a:solidFill>
              <a:effectLst/>
              <a:uFillTx/>
              <a:latin typeface="SamsungOne 400"/>
            </a:endParaRPr>
          </a:p>
        </p:txBody>
      </p:sp>
      <p:sp>
        <p:nvSpPr>
          <p:cNvPr id="28" name="PlaceHolder 2"/>
          <p:cNvSpPr>
            <a:spLocks noGrp="1"/>
          </p:cNvSpPr>
          <p:nvPr>
            <p:ph type="body"/>
          </p:nvPr>
        </p:nvSpPr>
        <p:spPr>
          <a:xfrm>
            <a:off x="449640" y="450000"/>
            <a:ext cx="323640" cy="36000000"/>
          </a:xfrm>
          <a:prstGeom prst="rect">
            <a:avLst/>
          </a:prstGeom>
          <a:noFill/>
          <a:ln w="12600">
            <a:noFill/>
          </a:ln>
        </p:spPr>
        <p:txBody>
          <a:bodyPr lIns="0" rIns="0" tIns="0" bIns="0" anchor="t">
            <a:spAutoFit/>
          </a:bodyPr>
          <a:p>
            <a:pPr indent="0" defTabSz="457200">
              <a:lnSpc>
                <a:spcPct val="100000"/>
              </a:lnSpc>
              <a:buNone/>
              <a:tabLst>
                <a:tab algn="l" pos="0"/>
              </a:tabLst>
            </a:pPr>
            <a:r>
              <a:rPr b="0" lang="en-US" sz="1800" strike="noStrike" u="none">
                <a:solidFill>
                  <a:schemeClr val="lt1"/>
                </a:solidFill>
                <a:effectLst/>
                <a:uFillTx/>
                <a:latin typeface="Samsung Sharp Sans Medium"/>
                <a:ea typeface="Samsung Sharp Sans Medium"/>
              </a:rPr>
              <a:t>No</a:t>
            </a:r>
            <a:endParaRPr b="0" lang="en-US" sz="1800" strike="noStrike" u="none">
              <a:solidFill>
                <a:schemeClr val="dk1"/>
              </a:solidFill>
              <a:effectLst/>
              <a:uFillTx/>
              <a:latin typeface="SamsungOne 400"/>
            </a:endParaRPr>
          </a:p>
        </p:txBody>
      </p:sp>
      <p:sp>
        <p:nvSpPr>
          <p:cNvPr id="29" name="PlaceHolder 3"/>
          <p:cNvSpPr>
            <a:spLocks noGrp="1"/>
          </p:cNvSpPr>
          <p:nvPr>
            <p:ph type="body"/>
          </p:nvPr>
        </p:nvSpPr>
        <p:spPr>
          <a:xfrm>
            <a:off x="789840" y="450000"/>
            <a:ext cx="6837480" cy="2161080"/>
          </a:xfrm>
          <a:prstGeom prst="rect">
            <a:avLst/>
          </a:prstGeom>
          <a:noFill/>
          <a:ln w="12600">
            <a:noFill/>
          </a:ln>
        </p:spPr>
        <p:txBody>
          <a:bodyPr lIns="0" rIns="0" tIns="0" bIns="0" anchor="t">
            <a:spAutoFit/>
          </a:bodyPr>
          <a:p>
            <a:pPr indent="0" defTabSz="457200">
              <a:lnSpc>
                <a:spcPct val="100000"/>
              </a:lnSpc>
              <a:buNone/>
              <a:tabLst>
                <a:tab algn="l" pos="0"/>
              </a:tabLst>
            </a:pPr>
            <a:r>
              <a:rPr b="0" lang="en-US" sz="1800" strike="noStrike" u="none">
                <a:solidFill>
                  <a:schemeClr val="lt1"/>
                </a:solidFill>
                <a:effectLst/>
                <a:uFillTx/>
                <a:latin typeface="Samsung Sharp Sans Bold"/>
                <a:ea typeface="Samsung Sharp Sans Bold"/>
              </a:rPr>
              <a:t>Subtitle</a:t>
            </a:r>
            <a:endParaRPr b="0" lang="en-US" sz="1800" strike="noStrike" u="none">
              <a:solidFill>
                <a:schemeClr val="dk1"/>
              </a:solidFill>
              <a:effectLst/>
              <a:uFillTx/>
              <a:latin typeface="SamsungOne 400"/>
            </a:endParaRPr>
          </a:p>
        </p:txBody>
      </p:sp>
      <p:sp>
        <p:nvSpPr>
          <p:cNvPr id="30" name="PlaceHolder 4"/>
          <p:cNvSpPr>
            <a:spLocks noGrp="1"/>
          </p:cNvSpPr>
          <p:nvPr>
            <p:ph type="body"/>
          </p:nvPr>
        </p:nvSpPr>
        <p:spPr>
          <a:xfrm>
            <a:off x="9112680" y="480600"/>
            <a:ext cx="340200" cy="34414560"/>
          </a:xfrm>
          <a:prstGeom prst="rect">
            <a:avLst/>
          </a:prstGeom>
          <a:noFill/>
          <a:ln w="0">
            <a:noFill/>
          </a:ln>
        </p:spPr>
        <p:txBody>
          <a:bodyPr lIns="0" rIns="0" tIns="0" bIns="0" anchor="t">
            <a:spAutoFit/>
          </a:bodyPr>
          <a:p>
            <a:pPr indent="0" algn="r" defTabSz="457200">
              <a:lnSpc>
                <a:spcPct val="100000"/>
              </a:lnSpc>
              <a:buNone/>
              <a:tabLst>
                <a:tab algn="l" pos="0"/>
              </a:tabLst>
            </a:pPr>
            <a:r>
              <a:rPr b="0" lang="en-US" sz="1600" strike="noStrike" u="none">
                <a:solidFill>
                  <a:schemeClr val="lt1">
                    <a:lumMod val="85000"/>
                  </a:schemeClr>
                </a:solidFill>
                <a:effectLst/>
                <a:uFillTx/>
                <a:latin typeface="Samsung Sharp Sans Bold"/>
                <a:ea typeface="Samsung Sharp Sans Bold"/>
              </a:rPr>
              <a:t>00</a:t>
            </a:r>
            <a:endParaRPr b="0" lang="en-US" sz="1600" strike="noStrike" u="none">
              <a:solidFill>
                <a:schemeClr val="dk1"/>
              </a:solidFill>
              <a:effectLst/>
              <a:uFillTx/>
              <a:latin typeface="SamsungOne 400"/>
            </a:endParaRPr>
          </a:p>
        </p:txBody>
      </p:sp>
      <p:sp>
        <p:nvSpPr>
          <p:cNvPr id="31" name="PlaceHolder 5"/>
          <p:cNvSpPr>
            <a:spLocks noGrp="1"/>
          </p:cNvSpPr>
          <p:nvPr>
            <p:ph type="body"/>
          </p:nvPr>
        </p:nvSpPr>
        <p:spPr>
          <a:xfrm>
            <a:off x="8740800" y="480600"/>
            <a:ext cx="467640" cy="34414560"/>
          </a:xfrm>
          <a:prstGeom prst="rect">
            <a:avLst/>
          </a:prstGeom>
          <a:noFill/>
          <a:ln w="12600">
            <a:noFill/>
          </a:ln>
        </p:spPr>
        <p:txBody>
          <a:bodyPr lIns="0" rIns="0" tIns="0" bIns="0" anchor="t">
            <a:spAutoFit/>
          </a:bodyPr>
          <a:p>
            <a:pPr indent="0" defTabSz="457200">
              <a:lnSpc>
                <a:spcPct val="100000"/>
              </a:lnSpc>
              <a:buNone/>
              <a:tabLst>
                <a:tab algn="l" pos="0"/>
              </a:tabLst>
            </a:pPr>
            <a:r>
              <a:rPr b="0" lang="en-US" sz="1600" strike="noStrike" u="none">
                <a:solidFill>
                  <a:schemeClr val="lt1">
                    <a:lumMod val="85000"/>
                  </a:schemeClr>
                </a:solidFill>
                <a:effectLst/>
                <a:uFillTx/>
                <a:latin typeface="Samsung Sharp Sans Medium"/>
                <a:ea typeface="Samsung Sharp Sans Medium"/>
              </a:rPr>
              <a:t>UNIT</a:t>
            </a:r>
            <a:endParaRPr b="0" lang="en-US" sz="1600" strike="noStrike" u="none">
              <a:solidFill>
                <a:schemeClr val="dk1"/>
              </a:solidFill>
              <a:effectLst/>
              <a:uFillTx/>
              <a:latin typeface="SamsungOne 400"/>
            </a:endParaRPr>
          </a:p>
        </p:txBody>
      </p:sp>
      <p:sp>
        <p:nvSpPr>
          <p:cNvPr id="32" name="PlaceHolder 6"/>
          <p:cNvSpPr>
            <a:spLocks noGrp="1"/>
          </p:cNvSpPr>
          <p:nvPr>
            <p:ph type="body"/>
          </p:nvPr>
        </p:nvSpPr>
        <p:spPr>
          <a:xfrm>
            <a:off x="522360" y="2221560"/>
            <a:ext cx="8055000" cy="914040"/>
          </a:xfrm>
          <a:prstGeom prst="rect">
            <a:avLst/>
          </a:prstGeom>
          <a:noFill/>
          <a:ln w="0">
            <a:noFill/>
          </a:ln>
        </p:spPr>
        <p:txBody>
          <a:bodyPr lIns="0" rIns="0" tIns="0" bIns="0" anchor="t">
            <a:noAutofit/>
          </a:bodyPr>
          <a:p>
            <a:pPr marL="177840" indent="-177840" defTabSz="914040">
              <a:lnSpc>
                <a:spcPts val="1800"/>
              </a:lnSpc>
              <a:spcBef>
                <a:spcPts val="1001"/>
              </a:spcBef>
              <a:buSzPct val="104974"/>
              <a:buBlip>
                <a:blip r:embed="rId3"/>
              </a:buBlip>
            </a:pPr>
            <a:r>
              <a:rPr b="0" lang="en-US" sz="1400" strike="noStrike" u="none">
                <a:solidFill>
                  <a:srgbClr val="262626"/>
                </a:solidFill>
                <a:effectLst/>
                <a:uFillTx/>
                <a:latin typeface="SamsungOne 400"/>
                <a:ea typeface="SamsungOne 400"/>
              </a:rPr>
              <a:t>Level1</a:t>
            </a:r>
            <a:endParaRPr b="0" lang="en-US" sz="1400" strike="noStrike" u="none">
              <a:solidFill>
                <a:schemeClr val="dk1"/>
              </a:solidFill>
              <a:effectLst/>
              <a:uFillTx/>
              <a:latin typeface="SamsungOne 400"/>
            </a:endParaRPr>
          </a:p>
          <a:p>
            <a:pPr lvl="1" marL="360360" indent="-182520" defTabSz="914040">
              <a:lnSpc>
                <a:spcPts val="1800"/>
              </a:lnSpc>
              <a:spcBef>
                <a:spcPts val="499"/>
              </a:spcBef>
              <a:buSzPct val="100000"/>
              <a:buBlip>
                <a:blip r:embed="rId4"/>
              </a:buBlip>
              <a:tabLst>
                <a:tab algn="l" pos="447480"/>
              </a:tabLst>
            </a:pPr>
            <a:r>
              <a:rPr b="0" lang="en-US" sz="1300" strike="noStrike" u="none">
                <a:solidFill>
                  <a:srgbClr val="262626"/>
                </a:solidFill>
                <a:effectLst/>
                <a:uFillTx/>
                <a:latin typeface="SamsungOne 400"/>
                <a:ea typeface="SamsungOne 400"/>
              </a:rPr>
              <a:t>Level2</a:t>
            </a:r>
            <a:endParaRPr b="0" lang="en-US" sz="1300" strike="noStrike" u="none">
              <a:solidFill>
                <a:schemeClr val="dk1"/>
              </a:solidFill>
              <a:effectLst/>
              <a:uFillTx/>
              <a:latin typeface="SamsungOne 400"/>
            </a:endParaRPr>
          </a:p>
          <a:p>
            <a:pPr indent="0" defTabSz="914040">
              <a:lnSpc>
                <a:spcPts val="1800"/>
              </a:lnSpc>
              <a:spcBef>
                <a:spcPts val="499"/>
              </a:spcBef>
              <a:buNone/>
              <a:tabLst>
                <a:tab algn="l" pos="447480"/>
              </a:tabLst>
            </a:pPr>
            <a:endParaRPr b="0" lang="en-US" sz="1300" strike="noStrike" u="none">
              <a:solidFill>
                <a:schemeClr val="dk1"/>
              </a:solidFill>
              <a:effectLst/>
              <a:uFillTx/>
              <a:latin typeface="SamsungOne 400"/>
            </a:endParaRPr>
          </a:p>
          <a:p>
            <a:pPr indent="0" defTabSz="843840">
              <a:lnSpc>
                <a:spcPct val="90000"/>
              </a:lnSpc>
              <a:spcBef>
                <a:spcPts val="462"/>
              </a:spcBef>
              <a:buNone/>
              <a:tabLst>
                <a:tab algn="l" pos="447480"/>
              </a:tabLst>
            </a:pPr>
            <a:endParaRPr b="0" lang="en-US" sz="1300" strike="noStrike" u="none">
              <a:solidFill>
                <a:schemeClr val="dk1"/>
              </a:solidFill>
              <a:effectLst/>
              <a:uFillTx/>
              <a:latin typeface="SamsungOne 400"/>
            </a:endParaRPr>
          </a:p>
          <a:p>
            <a:pPr indent="0" defTabSz="914040">
              <a:lnSpc>
                <a:spcPts val="1800"/>
              </a:lnSpc>
              <a:spcBef>
                <a:spcPts val="499"/>
              </a:spcBef>
              <a:buNone/>
              <a:tabLst>
                <a:tab algn="l" pos="447480"/>
              </a:tabLst>
            </a:pPr>
            <a:endParaRPr b="0" lang="en-US" sz="1300" strike="noStrike" u="none">
              <a:solidFill>
                <a:schemeClr val="dk1"/>
              </a:solidFill>
              <a:effectLst/>
              <a:uFillTx/>
              <a:latin typeface="SamsungOne 400"/>
            </a:endParaRPr>
          </a:p>
        </p:txBody>
      </p:sp>
      <p:sp>
        <p:nvSpPr>
          <p:cNvPr id="33" name="슬라이드 번호 개체 틀 15"/>
          <p:cNvSpPr/>
          <p:nvPr/>
        </p:nvSpPr>
        <p:spPr>
          <a:xfrm>
            <a:off x="6846840" y="6498000"/>
            <a:ext cx="2349000" cy="1382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0" rIns="0" tIns="0" bIns="0" anchor="ctr">
            <a:spAutoFit/>
            <a:scene3d>
              <a:camera prst="orthographicFront"/>
              <a:lightRig dir="t" rig="threePt"/>
            </a:scene3d>
            <a:sp3d>
              <a:bevelT w="0" h="6350"/>
            </a:sp3d>
          </a:bodyPr>
          <a:p>
            <a:pPr algn="r" defTabSz="914040">
              <a:lnSpc>
                <a:spcPct val="100000"/>
              </a:lnSpc>
            </a:pPr>
            <a:r>
              <a:rPr b="0" lang="en-US" sz="900" strike="noStrike" u="none">
                <a:solidFill>
                  <a:schemeClr val="lt1">
                    <a:lumMod val="50000"/>
                  </a:schemeClr>
                </a:solidFill>
                <a:effectLst/>
                <a:uFillTx/>
                <a:latin typeface="Samsung Sharp Sans Medium"/>
                <a:ea typeface="Samsung Sharp Sans Medium"/>
              </a:rPr>
              <a:t>Project Name</a:t>
            </a:r>
            <a:endParaRPr b="0" lang="en-US" sz="900" strike="noStrike" u="none">
              <a:solidFill>
                <a:srgbClr val="000000"/>
              </a:solidFill>
              <a:effectLst/>
              <a:uFillTx/>
              <a:latin typeface="Arial"/>
            </a:endParaRP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3_Table of Contents">
    <p:bg>
      <p:bgPr>
        <a:solidFill>
          <a:srgbClr val="ffffff"/>
        </a:solidFill>
      </p:bgPr>
    </p:bg>
    <p:spTree>
      <p:nvGrpSpPr>
        <p:cNvPr id="1" name=""/>
        <p:cNvGrpSpPr/>
        <p:nvPr/>
      </p:nvGrpSpPr>
      <p:grpSpPr>
        <a:xfrm>
          <a:off x="0" y="0"/>
          <a:ext cx="0" cy="0"/>
          <a:chOff x="0" y="0"/>
          <a:chExt cx="0" cy="0"/>
        </a:xfrm>
      </p:grpSpPr>
      <p:pic>
        <p:nvPicPr>
          <p:cNvPr id="34" name="그림 4" descr=""/>
          <p:cNvPicPr/>
          <p:nvPr/>
        </p:nvPicPr>
        <p:blipFill>
          <a:blip r:embed="rId2"/>
          <a:stretch/>
        </p:blipFill>
        <p:spPr>
          <a:xfrm>
            <a:off x="0" y="0"/>
            <a:ext cx="9902520" cy="6857640"/>
          </a:xfrm>
          <a:prstGeom prst="rect">
            <a:avLst/>
          </a:prstGeom>
          <a:noFill/>
          <a:ln w="0">
            <a:noFill/>
          </a:ln>
        </p:spPr>
      </p:pic>
      <p:cxnSp>
        <p:nvCxnSpPr>
          <p:cNvPr id="35" name="직선 연결선 11"/>
          <p:cNvCxnSpPr/>
          <p:nvPr/>
        </p:nvCxnSpPr>
        <p:spPr>
          <a:xfrm>
            <a:off x="449280" y="6424920"/>
            <a:ext cx="9001080" cy="360"/>
          </a:xfrm>
          <a:prstGeom prst="straightConnector1">
            <a:avLst/>
          </a:prstGeom>
          <a:ln>
            <a:solidFill>
              <a:srgbClr val="ffffff">
                <a:lumMod val="75000"/>
              </a:srgbClr>
            </a:solidFill>
          </a:ln>
        </p:spPr>
      </p:cxnSp>
      <p:sp>
        <p:nvSpPr>
          <p:cNvPr id="36" name="슬라이드 번호 개체 틀 15"/>
          <p:cNvSpPr/>
          <p:nvPr/>
        </p:nvSpPr>
        <p:spPr>
          <a:xfrm>
            <a:off x="8836200" y="6498000"/>
            <a:ext cx="613440" cy="1382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0" rIns="0" tIns="0" bIns="0" anchor="ctr">
            <a:spAutoFit/>
            <a:scene3d>
              <a:camera prst="orthographicFront"/>
              <a:lightRig dir="t" rig="threePt"/>
            </a:scene3d>
            <a:sp3d>
              <a:bevelT w="0" h="6350"/>
            </a:sp3d>
          </a:bodyPr>
          <a:p>
            <a:pPr algn="r" defTabSz="914040">
              <a:lnSpc>
                <a:spcPct val="100000"/>
              </a:lnSpc>
              <a:tabLst>
                <a:tab algn="l" pos="0"/>
              </a:tabLst>
            </a:pPr>
            <a:fld id="{3351EF42-DBC2-4447-8249-7D3F49FECA99}" type="slidenum">
              <a:rPr b="0" lang="en-US" sz="900" strike="noStrike" u="none">
                <a:solidFill>
                  <a:schemeClr val="lt1">
                    <a:lumMod val="50000"/>
                  </a:schemeClr>
                </a:solidFill>
                <a:effectLst/>
                <a:uFillTx/>
                <a:latin typeface="SamsungOne 400"/>
                <a:ea typeface="SamsungOne 400"/>
              </a:rPr>
              <a:t>&lt;number&gt;</a:t>
            </a:fld>
            <a:endParaRPr b="0" lang="en-US" sz="900" strike="noStrike" u="none">
              <a:solidFill>
                <a:srgbClr val="000000"/>
              </a:solidFill>
              <a:effectLst/>
              <a:uFillTx/>
              <a:latin typeface="Arial"/>
            </a:endParaRPr>
          </a:p>
        </p:txBody>
      </p:sp>
      <p:sp>
        <p:nvSpPr>
          <p:cNvPr id="37" name="직사각형 7"/>
          <p:cNvSpPr/>
          <p:nvPr/>
        </p:nvSpPr>
        <p:spPr>
          <a:xfrm>
            <a:off x="449640" y="6498000"/>
            <a:ext cx="2888280" cy="1688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0" rIns="0" tIns="0" bIns="0" anchor="t">
            <a:spAutoFit/>
            <a:scene3d>
              <a:camera prst="orthographicFront"/>
              <a:lightRig dir="t" rig="threePt"/>
            </a:scene3d>
            <a:sp3d>
              <a:bevelT w="0" h="6350"/>
            </a:sp3d>
          </a:bodyPr>
          <a:p>
            <a:pPr defTabSz="457200">
              <a:lnSpc>
                <a:spcPct val="100000"/>
              </a:lnSpc>
            </a:pPr>
            <a:r>
              <a:rPr b="0" lang="en-US" sz="1100" strike="noStrike" u="none">
                <a:solidFill>
                  <a:schemeClr val="lt1">
                    <a:lumMod val="50000"/>
                  </a:schemeClr>
                </a:solidFill>
                <a:effectLst/>
                <a:uFillTx/>
                <a:latin typeface="Samsung Sharp Sans Bold"/>
                <a:ea typeface="Samsung Sharp Sans Bold"/>
              </a:rPr>
              <a:t>Samsung Innovation Campus</a:t>
            </a:r>
            <a:endParaRPr b="0" lang="en-US" sz="1100" strike="noStrike" u="none">
              <a:solidFill>
                <a:srgbClr val="000000"/>
              </a:solidFill>
              <a:effectLst/>
              <a:uFillTx/>
              <a:latin typeface="Arial"/>
            </a:endParaRPr>
          </a:p>
        </p:txBody>
      </p:sp>
      <p:sp>
        <p:nvSpPr>
          <p:cNvPr id="38" name="슬라이드 번호 개체 틀 15"/>
          <p:cNvSpPr/>
          <p:nvPr/>
        </p:nvSpPr>
        <p:spPr>
          <a:xfrm>
            <a:off x="6846840" y="6498000"/>
            <a:ext cx="2349000" cy="1382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0" rIns="0" tIns="0" bIns="0" anchor="ctr">
            <a:spAutoFit/>
            <a:scene3d>
              <a:camera prst="orthographicFront"/>
              <a:lightRig dir="t" rig="threePt"/>
            </a:scene3d>
            <a:sp3d>
              <a:bevelT w="0" h="6350"/>
            </a:sp3d>
          </a:bodyPr>
          <a:p>
            <a:pPr algn="r" defTabSz="914040">
              <a:lnSpc>
                <a:spcPct val="100000"/>
              </a:lnSpc>
            </a:pPr>
            <a:r>
              <a:rPr b="0" lang="en-US" sz="900" strike="noStrike" u="none">
                <a:solidFill>
                  <a:schemeClr val="lt1">
                    <a:lumMod val="50000"/>
                  </a:schemeClr>
                </a:solidFill>
                <a:effectLst/>
                <a:uFillTx/>
                <a:latin typeface="Samsung Sharp Sans Medium"/>
                <a:ea typeface="Samsung Sharp Sans Medium"/>
              </a:rPr>
              <a:t>Project Name</a:t>
            </a:r>
            <a:endParaRPr b="0" lang="en-US" sz="900" strike="noStrike" u="none">
              <a:solidFill>
                <a:srgbClr val="000000"/>
              </a:solidFill>
              <a:effectLst/>
              <a:uFillTx/>
              <a:latin typeface="Arial"/>
            </a:endParaRP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3_Table of Contents2">
    <p:bg>
      <p:bgPr>
        <a:solidFill>
          <a:srgbClr val="ffffff"/>
        </a:solidFill>
      </p:bgPr>
    </p:bg>
    <p:spTree>
      <p:nvGrpSpPr>
        <p:cNvPr id="1" name=""/>
        <p:cNvGrpSpPr/>
        <p:nvPr/>
      </p:nvGrpSpPr>
      <p:grpSpPr>
        <a:xfrm>
          <a:off x="0" y="0"/>
          <a:ext cx="0" cy="0"/>
          <a:chOff x="0" y="0"/>
          <a:chExt cx="0" cy="0"/>
        </a:xfrm>
      </p:grpSpPr>
      <p:pic>
        <p:nvPicPr>
          <p:cNvPr id="39" name="그림 1" descr=""/>
          <p:cNvPicPr/>
          <p:nvPr/>
        </p:nvPicPr>
        <p:blipFill>
          <a:blip r:embed="rId2"/>
          <a:stretch/>
        </p:blipFill>
        <p:spPr>
          <a:xfrm>
            <a:off x="-1440" y="0"/>
            <a:ext cx="9902520" cy="6857640"/>
          </a:xfrm>
          <a:prstGeom prst="rect">
            <a:avLst/>
          </a:prstGeom>
          <a:noFill/>
          <a:ln w="0">
            <a:noFill/>
          </a:ln>
        </p:spPr>
      </p:pic>
      <p:cxnSp>
        <p:nvCxnSpPr>
          <p:cNvPr id="40" name="직선 연결선 11"/>
          <p:cNvCxnSpPr/>
          <p:nvPr/>
        </p:nvCxnSpPr>
        <p:spPr>
          <a:xfrm>
            <a:off x="449280" y="6424920"/>
            <a:ext cx="9001080" cy="360"/>
          </a:xfrm>
          <a:prstGeom prst="straightConnector1">
            <a:avLst/>
          </a:prstGeom>
          <a:ln>
            <a:solidFill>
              <a:srgbClr val="ffffff">
                <a:lumMod val="75000"/>
              </a:srgbClr>
            </a:solidFill>
          </a:ln>
        </p:spPr>
      </p:cxnSp>
      <p:sp>
        <p:nvSpPr>
          <p:cNvPr id="41" name="슬라이드 번호 개체 틀 15"/>
          <p:cNvSpPr/>
          <p:nvPr/>
        </p:nvSpPr>
        <p:spPr>
          <a:xfrm>
            <a:off x="8836200" y="6498000"/>
            <a:ext cx="613440" cy="1382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0" rIns="0" tIns="0" bIns="0" anchor="ctr">
            <a:spAutoFit/>
            <a:scene3d>
              <a:camera prst="orthographicFront"/>
              <a:lightRig dir="t" rig="threePt"/>
            </a:scene3d>
            <a:sp3d>
              <a:bevelT w="0" h="6350"/>
            </a:sp3d>
          </a:bodyPr>
          <a:p>
            <a:pPr algn="r" defTabSz="914040">
              <a:lnSpc>
                <a:spcPct val="100000"/>
              </a:lnSpc>
              <a:tabLst>
                <a:tab algn="l" pos="0"/>
              </a:tabLst>
            </a:pPr>
            <a:fld id="{12441AD1-E481-4BBA-B6A0-02CC6D1409EB}" type="slidenum">
              <a:rPr b="0" lang="en-US" sz="900" strike="noStrike" u="none">
                <a:solidFill>
                  <a:schemeClr val="lt1">
                    <a:lumMod val="50000"/>
                  </a:schemeClr>
                </a:solidFill>
                <a:effectLst/>
                <a:uFillTx/>
                <a:latin typeface="SamsungOne 400"/>
                <a:ea typeface="SamsungOne 400"/>
              </a:rPr>
              <a:t>&lt;number&gt;</a:t>
            </a:fld>
            <a:endParaRPr b="0" lang="en-US" sz="900" strike="noStrike" u="none">
              <a:solidFill>
                <a:srgbClr val="000000"/>
              </a:solidFill>
              <a:effectLst/>
              <a:uFillTx/>
              <a:latin typeface="Arial"/>
            </a:endParaRPr>
          </a:p>
        </p:txBody>
      </p:sp>
      <p:sp>
        <p:nvSpPr>
          <p:cNvPr id="42" name="직사각형 7"/>
          <p:cNvSpPr/>
          <p:nvPr/>
        </p:nvSpPr>
        <p:spPr>
          <a:xfrm>
            <a:off x="449640" y="6498000"/>
            <a:ext cx="2888280" cy="1688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0" rIns="0" tIns="0" bIns="0" anchor="t">
            <a:spAutoFit/>
            <a:scene3d>
              <a:camera prst="orthographicFront"/>
              <a:lightRig dir="t" rig="threePt"/>
            </a:scene3d>
            <a:sp3d>
              <a:bevelT w="0" h="6350"/>
            </a:sp3d>
          </a:bodyPr>
          <a:p>
            <a:pPr defTabSz="457200">
              <a:lnSpc>
                <a:spcPct val="100000"/>
              </a:lnSpc>
            </a:pPr>
            <a:r>
              <a:rPr b="0" lang="en-US" sz="1100" strike="noStrike" u="none">
                <a:solidFill>
                  <a:schemeClr val="lt1">
                    <a:lumMod val="50000"/>
                  </a:schemeClr>
                </a:solidFill>
                <a:effectLst/>
                <a:uFillTx/>
                <a:latin typeface="Samsung Sharp Sans Bold"/>
                <a:ea typeface="Samsung Sharp Sans Bold"/>
              </a:rPr>
              <a:t>Samsung Innovation Campus</a:t>
            </a:r>
            <a:endParaRPr b="0" lang="en-US" sz="1100" strike="noStrike" u="none">
              <a:solidFill>
                <a:srgbClr val="000000"/>
              </a:solidFill>
              <a:effectLst/>
              <a:uFillTx/>
              <a:latin typeface="Arial"/>
            </a:endParaRP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1_Table of Contents">
    <p:bg>
      <p:bgPr>
        <a:solidFill>
          <a:srgbClr val="ffffff"/>
        </a:solidFill>
      </p:bgPr>
    </p:bg>
    <p:spTree>
      <p:nvGrpSpPr>
        <p:cNvPr id="1" name=""/>
        <p:cNvGrpSpPr/>
        <p:nvPr/>
      </p:nvGrpSpPr>
      <p:grpSpPr>
        <a:xfrm>
          <a:off x="0" y="0"/>
          <a:ext cx="0" cy="0"/>
          <a:chOff x="0" y="0"/>
          <a:chExt cx="0" cy="0"/>
        </a:xfrm>
      </p:grpSpPr>
      <p:pic>
        <p:nvPicPr>
          <p:cNvPr id="43" name="그림 2" descr=""/>
          <p:cNvPicPr/>
          <p:nvPr/>
        </p:nvPicPr>
        <p:blipFill>
          <a:blip r:embed="rId2"/>
          <a:stretch/>
        </p:blipFill>
        <p:spPr>
          <a:xfrm>
            <a:off x="0" y="0"/>
            <a:ext cx="9902520" cy="6857640"/>
          </a:xfrm>
          <a:prstGeom prst="rect">
            <a:avLst/>
          </a:prstGeom>
          <a:noFill/>
          <a:ln w="0">
            <a:noFill/>
          </a:ln>
        </p:spPr>
      </p:pic>
      <p:cxnSp>
        <p:nvCxnSpPr>
          <p:cNvPr id="44" name="직선 연결선 11"/>
          <p:cNvCxnSpPr/>
          <p:nvPr/>
        </p:nvCxnSpPr>
        <p:spPr>
          <a:xfrm>
            <a:off x="449280" y="6424920"/>
            <a:ext cx="9001080" cy="360"/>
          </a:xfrm>
          <a:prstGeom prst="straightConnector1">
            <a:avLst/>
          </a:prstGeom>
          <a:ln>
            <a:solidFill>
              <a:srgbClr val="ffffff">
                <a:lumMod val="75000"/>
              </a:srgbClr>
            </a:solidFill>
          </a:ln>
        </p:spPr>
      </p:cxnSp>
      <p:sp>
        <p:nvSpPr>
          <p:cNvPr id="45" name="슬라이드 번호 개체 틀 15"/>
          <p:cNvSpPr/>
          <p:nvPr/>
        </p:nvSpPr>
        <p:spPr>
          <a:xfrm>
            <a:off x="8836200" y="6498000"/>
            <a:ext cx="613440" cy="1382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0" rIns="0" tIns="0" bIns="0" anchor="ctr">
            <a:spAutoFit/>
            <a:scene3d>
              <a:camera prst="orthographicFront"/>
              <a:lightRig dir="t" rig="threePt"/>
            </a:scene3d>
            <a:sp3d>
              <a:bevelT w="0" h="6350"/>
            </a:sp3d>
          </a:bodyPr>
          <a:p>
            <a:pPr algn="r" defTabSz="914040">
              <a:lnSpc>
                <a:spcPct val="100000"/>
              </a:lnSpc>
              <a:tabLst>
                <a:tab algn="l" pos="0"/>
              </a:tabLst>
            </a:pPr>
            <a:fld id="{3908C6FE-0E9A-4DF0-A7B2-B10B601E24AB}" type="slidenum">
              <a:rPr b="0" lang="en-US" sz="900" strike="noStrike" u="none">
                <a:solidFill>
                  <a:schemeClr val="lt1">
                    <a:lumMod val="50000"/>
                  </a:schemeClr>
                </a:solidFill>
                <a:effectLst/>
                <a:uFillTx/>
                <a:latin typeface="SamsungOne 400"/>
                <a:ea typeface="SamsungOne 400"/>
              </a:rPr>
              <a:t>&lt;number&gt;</a:t>
            </a:fld>
            <a:endParaRPr b="0" lang="en-US" sz="900" strike="noStrike" u="none">
              <a:solidFill>
                <a:srgbClr val="000000"/>
              </a:solidFill>
              <a:effectLst/>
              <a:uFillTx/>
              <a:latin typeface="Arial"/>
            </a:endParaRPr>
          </a:p>
        </p:txBody>
      </p:sp>
      <p:sp>
        <p:nvSpPr>
          <p:cNvPr id="46" name="직사각형 7"/>
          <p:cNvSpPr/>
          <p:nvPr/>
        </p:nvSpPr>
        <p:spPr>
          <a:xfrm>
            <a:off x="449640" y="6498000"/>
            <a:ext cx="2888280" cy="1688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0" rIns="0" tIns="0" bIns="0" anchor="t">
            <a:spAutoFit/>
            <a:scene3d>
              <a:camera prst="orthographicFront"/>
              <a:lightRig dir="t" rig="threePt"/>
            </a:scene3d>
            <a:sp3d>
              <a:bevelT w="0" h="6350"/>
            </a:sp3d>
          </a:bodyPr>
          <a:p>
            <a:pPr defTabSz="457200">
              <a:lnSpc>
                <a:spcPct val="100000"/>
              </a:lnSpc>
            </a:pPr>
            <a:r>
              <a:rPr b="0" lang="en-US" sz="1100" strike="noStrike" u="none">
                <a:solidFill>
                  <a:schemeClr val="lt1">
                    <a:lumMod val="50000"/>
                  </a:schemeClr>
                </a:solidFill>
                <a:effectLst/>
                <a:uFillTx/>
                <a:latin typeface="Samsung Sharp Sans Bold"/>
                <a:ea typeface="Samsung Sharp Sans Bold"/>
              </a:rPr>
              <a:t>Samsung Innovation Campus</a:t>
            </a:r>
            <a:endParaRPr b="0" lang="en-US" sz="1100" strike="noStrike" u="none">
              <a:solidFill>
                <a:srgbClr val="000000"/>
              </a:solidFill>
              <a:effectLst/>
              <a:uFillTx/>
              <a:latin typeface="Arial"/>
            </a:endParaRPr>
          </a:p>
        </p:txBody>
      </p:sp>
      <p:sp>
        <p:nvSpPr>
          <p:cNvPr id="47" name="슬라이드 번호 개체 틀 15"/>
          <p:cNvSpPr/>
          <p:nvPr/>
        </p:nvSpPr>
        <p:spPr>
          <a:xfrm>
            <a:off x="6846840" y="6498000"/>
            <a:ext cx="2349000" cy="1382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0" rIns="0" tIns="0" bIns="0" anchor="ctr">
            <a:spAutoFit/>
            <a:scene3d>
              <a:camera prst="orthographicFront"/>
              <a:lightRig dir="t" rig="threePt"/>
            </a:scene3d>
            <a:sp3d>
              <a:bevelT w="0" h="6350"/>
            </a:sp3d>
          </a:bodyPr>
          <a:p>
            <a:pPr algn="r" defTabSz="914040">
              <a:lnSpc>
                <a:spcPct val="100000"/>
              </a:lnSpc>
            </a:pPr>
            <a:r>
              <a:rPr b="0" lang="en-US" sz="900" strike="noStrike" u="none">
                <a:solidFill>
                  <a:schemeClr val="lt1">
                    <a:lumMod val="50000"/>
                  </a:schemeClr>
                </a:solidFill>
                <a:effectLst/>
                <a:uFillTx/>
                <a:latin typeface="Samsung Sharp Sans Medium"/>
                <a:ea typeface="Samsung Sharp Sans Medium"/>
              </a:rPr>
              <a:t>Project Name</a:t>
            </a:r>
            <a:endParaRPr b="0" lang="en-US" sz="900" strike="noStrike" u="none">
              <a:solidFill>
                <a:srgbClr val="000000"/>
              </a:solidFill>
              <a:effectLst/>
              <a:uFillTx/>
              <a:latin typeface="Arial"/>
            </a:endParaRP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ody">
    <p:bg>
      <p:bgPr>
        <a:solidFill>
          <a:srgbClr val="ffffff"/>
        </a:solidFill>
      </p:bgPr>
    </p:bg>
    <p:spTree>
      <p:nvGrpSpPr>
        <p:cNvPr id="1" name=""/>
        <p:cNvGrpSpPr/>
        <p:nvPr/>
      </p:nvGrpSpPr>
      <p:grpSpPr>
        <a:xfrm>
          <a:off x="0" y="0"/>
          <a:ext cx="0" cy="0"/>
          <a:chOff x="0" y="0"/>
          <a:chExt cx="0" cy="0"/>
        </a:xfrm>
      </p:grpSpPr>
      <p:cxnSp>
        <p:nvCxnSpPr>
          <p:cNvPr id="48" name="직선 연결선 9"/>
          <p:cNvCxnSpPr/>
          <p:nvPr/>
        </p:nvCxnSpPr>
        <p:spPr>
          <a:xfrm>
            <a:off x="449280" y="6424920"/>
            <a:ext cx="9001080" cy="360"/>
          </a:xfrm>
          <a:prstGeom prst="straightConnector1">
            <a:avLst/>
          </a:prstGeom>
          <a:ln>
            <a:solidFill>
              <a:srgbClr val="ffffff">
                <a:lumMod val="75000"/>
              </a:srgbClr>
            </a:solidFill>
          </a:ln>
        </p:spPr>
      </p:cxnSp>
      <p:sp>
        <p:nvSpPr>
          <p:cNvPr id="49" name="슬라이드 번호 개체 틀 15"/>
          <p:cNvSpPr/>
          <p:nvPr/>
        </p:nvSpPr>
        <p:spPr>
          <a:xfrm>
            <a:off x="8836200" y="6498000"/>
            <a:ext cx="613440" cy="1382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0" rIns="0" tIns="0" bIns="0" anchor="ctr">
            <a:spAutoFit/>
            <a:scene3d>
              <a:camera prst="orthographicFront"/>
              <a:lightRig dir="t" rig="threePt"/>
            </a:scene3d>
            <a:sp3d>
              <a:bevelT w="0" h="6350"/>
            </a:sp3d>
          </a:bodyPr>
          <a:p>
            <a:pPr algn="r" defTabSz="914040">
              <a:lnSpc>
                <a:spcPct val="100000"/>
              </a:lnSpc>
              <a:tabLst>
                <a:tab algn="l" pos="0"/>
              </a:tabLst>
            </a:pPr>
            <a:fld id="{FFEEAE39-E0B1-4A4F-9268-69735A329BD9}" type="slidenum">
              <a:rPr b="0" lang="en-US" sz="900" strike="noStrike" u="none">
                <a:solidFill>
                  <a:schemeClr val="lt1">
                    <a:lumMod val="50000"/>
                  </a:schemeClr>
                </a:solidFill>
                <a:effectLst/>
                <a:uFillTx/>
                <a:latin typeface="SamsungOne 400"/>
                <a:ea typeface="SamsungOne 400"/>
              </a:rPr>
              <a:t>&lt;number&gt;</a:t>
            </a:fld>
            <a:endParaRPr b="0" lang="en-US" sz="900" strike="noStrike" u="none">
              <a:solidFill>
                <a:srgbClr val="000000"/>
              </a:solidFill>
              <a:effectLst/>
              <a:uFillTx/>
              <a:latin typeface="Arial"/>
            </a:endParaRPr>
          </a:p>
        </p:txBody>
      </p:sp>
      <p:sp>
        <p:nvSpPr>
          <p:cNvPr id="50" name="직사각형 7"/>
          <p:cNvSpPr/>
          <p:nvPr/>
        </p:nvSpPr>
        <p:spPr>
          <a:xfrm>
            <a:off x="449640" y="6498000"/>
            <a:ext cx="2888280" cy="1688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0" rIns="0" tIns="0" bIns="0" anchor="t">
            <a:spAutoFit/>
            <a:scene3d>
              <a:camera prst="orthographicFront"/>
              <a:lightRig dir="t" rig="threePt"/>
            </a:scene3d>
            <a:sp3d>
              <a:bevelT w="0" h="6350"/>
            </a:sp3d>
          </a:bodyPr>
          <a:p>
            <a:pPr defTabSz="457200">
              <a:lnSpc>
                <a:spcPct val="100000"/>
              </a:lnSpc>
            </a:pPr>
            <a:r>
              <a:rPr b="0" lang="en-US" sz="1100" strike="noStrike" u="none">
                <a:solidFill>
                  <a:schemeClr val="lt1">
                    <a:lumMod val="50000"/>
                  </a:schemeClr>
                </a:solidFill>
                <a:effectLst/>
                <a:uFillTx/>
                <a:latin typeface="Samsung Sharp Sans Bold"/>
                <a:ea typeface="Samsung Sharp Sans Bold"/>
              </a:rPr>
              <a:t>Samsung Innovation Campus</a:t>
            </a:r>
            <a:endParaRPr b="0" lang="en-US" sz="1100" strike="noStrike" u="none">
              <a:solidFill>
                <a:srgbClr val="000000"/>
              </a:solidFill>
              <a:effectLst/>
              <a:uFillTx/>
              <a:latin typeface="Arial"/>
            </a:endParaRPr>
          </a:p>
        </p:txBody>
      </p:sp>
      <p:cxnSp>
        <p:nvCxnSpPr>
          <p:cNvPr id="51" name="직선 연결선 6"/>
          <p:cNvCxnSpPr/>
          <p:nvPr/>
        </p:nvCxnSpPr>
        <p:spPr>
          <a:xfrm>
            <a:off x="449280" y="900000"/>
            <a:ext cx="9001080" cy="360"/>
          </a:xfrm>
          <a:prstGeom prst="straightConnector1">
            <a:avLst/>
          </a:prstGeom>
          <a:ln w="15875">
            <a:solidFill>
              <a:srgbClr val="0924a5"/>
            </a:solidFill>
          </a:ln>
        </p:spPr>
      </p:cxnSp>
      <p:sp>
        <p:nvSpPr>
          <p:cNvPr id="52" name="슬라이드 번호 개체 틀 15"/>
          <p:cNvSpPr/>
          <p:nvPr/>
        </p:nvSpPr>
        <p:spPr>
          <a:xfrm>
            <a:off x="6846840" y="6498000"/>
            <a:ext cx="2349000" cy="1382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0" rIns="0" tIns="0" bIns="0" anchor="ctr">
            <a:spAutoFit/>
            <a:scene3d>
              <a:camera prst="orthographicFront"/>
              <a:lightRig dir="t" rig="threePt"/>
            </a:scene3d>
            <a:sp3d>
              <a:bevelT w="0" h="6350"/>
            </a:sp3d>
          </a:bodyPr>
          <a:p>
            <a:pPr algn="r" defTabSz="914040">
              <a:lnSpc>
                <a:spcPct val="100000"/>
              </a:lnSpc>
            </a:pPr>
            <a:r>
              <a:rPr b="0" lang="en-US" sz="900" strike="noStrike" u="none">
                <a:solidFill>
                  <a:schemeClr val="lt1">
                    <a:lumMod val="50000"/>
                  </a:schemeClr>
                </a:solidFill>
                <a:effectLst/>
                <a:uFillTx/>
                <a:latin typeface="Samsung Sharp Sans Medium"/>
                <a:ea typeface="Samsung Sharp Sans Medium"/>
              </a:rPr>
              <a:t>Project Name</a:t>
            </a:r>
            <a:endParaRPr b="0" lang="en-US" sz="900" strike="noStrike" u="none">
              <a:solidFill>
                <a:srgbClr val="000000"/>
              </a:solidFill>
              <a:effectLst/>
              <a:uFillTx/>
              <a:latin typeface="Arial"/>
            </a:endParaRPr>
          </a:p>
        </p:txBody>
      </p:sp>
      <p:sp>
        <p:nvSpPr>
          <p:cNvPr id="53" name="PlaceHolder 1"/>
          <p:cNvSpPr>
            <a:spLocks noGrp="1"/>
          </p:cNvSpPr>
          <p:nvPr>
            <p:ph type="title"/>
          </p:nvPr>
        </p:nvSpPr>
        <p:spPr>
          <a:xfrm>
            <a:off x="495000" y="273600"/>
            <a:ext cx="8912160" cy="1144800"/>
          </a:xfrm>
          <a:prstGeom prst="rect">
            <a:avLst/>
          </a:prstGeom>
          <a:noFill/>
          <a:ln w="0">
            <a:noFill/>
          </a:ln>
        </p:spPr>
        <p:txBody>
          <a:bodyPr lIns="0" rIns="0" tIns="0" bIns="0" anchor="ctr">
            <a:noAutofit/>
          </a:bodyPr>
          <a:p>
            <a:pPr indent="0">
              <a:buNone/>
            </a:pPr>
            <a:r>
              <a:rPr b="0" lang="en-US" sz="1800" strike="noStrike" u="none">
                <a:solidFill>
                  <a:schemeClr val="dk1"/>
                </a:solidFill>
                <a:effectLst/>
                <a:uFillTx/>
                <a:latin typeface="SamsungOne 400"/>
              </a:rPr>
              <a:t>Click to edit the title text format</a:t>
            </a:r>
            <a:endParaRPr b="0" lang="en-US" sz="1800" strike="noStrike" u="none">
              <a:solidFill>
                <a:schemeClr val="dk1"/>
              </a:solidFill>
              <a:effectLst/>
              <a:uFillTx/>
              <a:latin typeface="SamsungOne 400"/>
            </a:endParaRPr>
          </a:p>
        </p:txBody>
      </p:sp>
      <p:sp>
        <p:nvSpPr>
          <p:cNvPr id="54" name="PlaceHolder 2"/>
          <p:cNvSpPr>
            <a:spLocks noGrp="1"/>
          </p:cNvSpPr>
          <p:nvPr>
            <p:ph type="body"/>
          </p:nvPr>
        </p:nvSpPr>
        <p:spPr>
          <a:xfrm>
            <a:off x="495000" y="1604520"/>
            <a:ext cx="8912160" cy="3977280"/>
          </a:xfrm>
          <a:prstGeom prst="rect">
            <a:avLst/>
          </a:prstGeom>
          <a:noFill/>
          <a:ln w="0">
            <a:noFill/>
          </a:ln>
        </p:spPr>
        <p:txBody>
          <a:bodyPr lIns="0" rIns="0" tIns="0" bIns="0" anchor="t">
            <a:normAutofit/>
          </a:bodyPr>
          <a:p>
            <a:pPr marL="432000" indent="-324000">
              <a:lnSpc>
                <a:spcPct val="90000"/>
              </a:lnSpc>
              <a:spcBef>
                <a:spcPts val="1417"/>
              </a:spcBef>
              <a:buClr>
                <a:srgbClr val="000000"/>
              </a:buClr>
              <a:buSzPct val="45000"/>
              <a:buFont typeface="Wingdings" charset="2"/>
              <a:buChar char=""/>
            </a:pPr>
            <a:r>
              <a:rPr b="0" lang="en-US" sz="2800" strike="noStrike" u="none">
                <a:solidFill>
                  <a:schemeClr val="dk1"/>
                </a:solidFill>
                <a:effectLst/>
                <a:uFillTx/>
                <a:latin typeface="SamsungOne 400"/>
              </a:rPr>
              <a:t>Click to edit the outline text format</a:t>
            </a:r>
            <a:endParaRPr b="0" lang="en-US" sz="2800" strike="noStrike" u="none">
              <a:solidFill>
                <a:schemeClr val="dk1"/>
              </a:solidFill>
              <a:effectLst/>
              <a:uFillTx/>
              <a:latin typeface="SamsungOne 400"/>
            </a:endParaRPr>
          </a:p>
          <a:p>
            <a:pPr lvl="1" marL="864000" indent="-324000">
              <a:lnSpc>
                <a:spcPct val="90000"/>
              </a:lnSpc>
              <a:spcBef>
                <a:spcPts val="1134"/>
              </a:spcBef>
              <a:buClr>
                <a:srgbClr val="000000"/>
              </a:buClr>
              <a:buSzPct val="75000"/>
              <a:buFont typeface="Symbol" charset="2"/>
              <a:buChar char=""/>
            </a:pPr>
            <a:r>
              <a:rPr b="0" lang="en-US" sz="2000" strike="noStrike" u="none">
                <a:solidFill>
                  <a:schemeClr val="dk1"/>
                </a:solidFill>
                <a:effectLst/>
                <a:uFillTx/>
                <a:latin typeface="SamsungOne 400"/>
              </a:rPr>
              <a:t>Second Outline Level</a:t>
            </a:r>
            <a:endParaRPr b="0" lang="en-US" sz="2000" strike="noStrike" u="none">
              <a:solidFill>
                <a:schemeClr val="dk1"/>
              </a:solidFill>
              <a:effectLst/>
              <a:uFillTx/>
              <a:latin typeface="SamsungOne 400"/>
            </a:endParaRPr>
          </a:p>
          <a:p>
            <a:pPr lvl="2" marL="1296000" indent="-288000">
              <a:lnSpc>
                <a:spcPct val="90000"/>
              </a:lnSpc>
              <a:spcBef>
                <a:spcPts val="850"/>
              </a:spcBef>
              <a:buClr>
                <a:srgbClr val="000000"/>
              </a:buClr>
              <a:buSzPct val="45000"/>
              <a:buFont typeface="Wingdings" charset="2"/>
              <a:buChar char=""/>
            </a:pPr>
            <a:r>
              <a:rPr b="0" lang="en-US" sz="1800" strike="noStrike" u="none">
                <a:solidFill>
                  <a:schemeClr val="dk1"/>
                </a:solidFill>
                <a:effectLst/>
                <a:uFillTx/>
                <a:latin typeface="SamsungOne 400"/>
              </a:rPr>
              <a:t>Third Outline Level</a:t>
            </a:r>
            <a:endParaRPr b="0" lang="en-US" sz="1800" strike="noStrike" u="none">
              <a:solidFill>
                <a:schemeClr val="dk1"/>
              </a:solidFill>
              <a:effectLst/>
              <a:uFillTx/>
              <a:latin typeface="SamsungOne 400"/>
            </a:endParaRPr>
          </a:p>
          <a:p>
            <a:pPr lvl="3" marL="1728000" indent="-216000">
              <a:lnSpc>
                <a:spcPct val="90000"/>
              </a:lnSpc>
              <a:spcBef>
                <a:spcPts val="567"/>
              </a:spcBef>
              <a:buClr>
                <a:srgbClr val="000000"/>
              </a:buClr>
              <a:buSzPct val="75000"/>
              <a:buFont typeface="Symbol" charset="2"/>
              <a:buChar char=""/>
            </a:pPr>
            <a:r>
              <a:rPr b="0" lang="en-US" sz="1800" strike="noStrike" u="none">
                <a:solidFill>
                  <a:schemeClr val="dk1"/>
                </a:solidFill>
                <a:effectLst/>
                <a:uFillTx/>
                <a:latin typeface="SamsungOne 400"/>
              </a:rPr>
              <a:t>Fourth Outline Level</a:t>
            </a:r>
            <a:endParaRPr b="0" lang="en-US" sz="1800" strike="noStrike" u="none">
              <a:solidFill>
                <a:schemeClr val="dk1"/>
              </a:solidFill>
              <a:effectLst/>
              <a:uFillTx/>
              <a:latin typeface="SamsungOne 400"/>
            </a:endParaRPr>
          </a:p>
          <a:p>
            <a:pPr lvl="4" marL="2160000" indent="-216000">
              <a:lnSpc>
                <a:spcPct val="90000"/>
              </a:lnSpc>
              <a:spcBef>
                <a:spcPts val="283"/>
              </a:spcBef>
              <a:buClr>
                <a:srgbClr val="000000"/>
              </a:buClr>
              <a:buSzPct val="45000"/>
              <a:buFont typeface="Wingdings" charset="2"/>
              <a:buChar char=""/>
            </a:pPr>
            <a:r>
              <a:rPr b="0" lang="en-US" sz="2000" strike="noStrike" u="none">
                <a:solidFill>
                  <a:schemeClr val="dk1"/>
                </a:solidFill>
                <a:effectLst/>
                <a:uFillTx/>
                <a:latin typeface="SamsungOne 400"/>
              </a:rPr>
              <a:t>Fifth Outline Level</a:t>
            </a:r>
            <a:endParaRPr b="0" lang="en-US" sz="2000" strike="noStrike" u="none">
              <a:solidFill>
                <a:schemeClr val="dk1"/>
              </a:solidFill>
              <a:effectLst/>
              <a:uFillTx/>
              <a:latin typeface="SamsungOne 400"/>
            </a:endParaRPr>
          </a:p>
          <a:p>
            <a:pPr lvl="5" marL="2592000" indent="-216000">
              <a:lnSpc>
                <a:spcPct val="90000"/>
              </a:lnSpc>
              <a:spcBef>
                <a:spcPts val="283"/>
              </a:spcBef>
              <a:buClr>
                <a:srgbClr val="000000"/>
              </a:buClr>
              <a:buSzPct val="45000"/>
              <a:buFont typeface="Wingdings" charset="2"/>
              <a:buChar char=""/>
            </a:pPr>
            <a:r>
              <a:rPr b="0" lang="en-US" sz="2000" strike="noStrike" u="none">
                <a:solidFill>
                  <a:schemeClr val="dk1"/>
                </a:solidFill>
                <a:effectLst/>
                <a:uFillTx/>
                <a:latin typeface="SamsungOne 400"/>
              </a:rPr>
              <a:t>Sixth Outline Level</a:t>
            </a:r>
            <a:endParaRPr b="0" lang="en-US" sz="2000" strike="noStrike" u="none">
              <a:solidFill>
                <a:schemeClr val="dk1"/>
              </a:solidFill>
              <a:effectLst/>
              <a:uFillTx/>
              <a:latin typeface="SamsungOne 400"/>
            </a:endParaRPr>
          </a:p>
          <a:p>
            <a:pPr lvl="6" marL="3024000" indent="-216000">
              <a:lnSpc>
                <a:spcPct val="90000"/>
              </a:lnSpc>
              <a:spcBef>
                <a:spcPts val="283"/>
              </a:spcBef>
              <a:buClr>
                <a:srgbClr val="000000"/>
              </a:buClr>
              <a:buSzPct val="45000"/>
              <a:buFont typeface="Wingdings" charset="2"/>
              <a:buChar char=""/>
            </a:pPr>
            <a:r>
              <a:rPr b="0" lang="en-US" sz="2000" strike="noStrike" u="none">
                <a:solidFill>
                  <a:schemeClr val="dk1"/>
                </a:solidFill>
                <a:effectLst/>
                <a:uFillTx/>
                <a:latin typeface="SamsungOne 400"/>
              </a:rPr>
              <a:t>Seventh Outline Level</a:t>
            </a:r>
            <a:endParaRPr b="0" lang="en-US" sz="2000" strike="noStrike" u="none">
              <a:solidFill>
                <a:schemeClr val="dk1"/>
              </a:solidFill>
              <a:effectLst/>
              <a:uFillTx/>
              <a:latin typeface="SamsungOne 400"/>
            </a:endParaRP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last">
    <p:bg>
      <p:bgPr>
        <a:solidFill>
          <a:srgbClr val="ffffff"/>
        </a:solidFill>
      </p:bgPr>
    </p:bg>
    <p:spTree>
      <p:nvGrpSpPr>
        <p:cNvPr id="1" name=""/>
        <p:cNvGrpSpPr/>
        <p:nvPr/>
      </p:nvGrpSpPr>
      <p:grpSpPr>
        <a:xfrm>
          <a:off x="0" y="0"/>
          <a:ext cx="0" cy="0"/>
          <a:chOff x="0" y="0"/>
          <a:chExt cx="0" cy="0"/>
        </a:xfrm>
      </p:grpSpPr>
      <p:pic>
        <p:nvPicPr>
          <p:cNvPr id="55" name="그림 2" descr=""/>
          <p:cNvPicPr/>
          <p:nvPr/>
        </p:nvPicPr>
        <p:blipFill>
          <a:blip r:embed="rId2"/>
          <a:stretch/>
        </p:blipFill>
        <p:spPr>
          <a:xfrm>
            <a:off x="0" y="4320"/>
            <a:ext cx="9899280" cy="6853320"/>
          </a:xfrm>
          <a:prstGeom prst="rect">
            <a:avLst/>
          </a:prstGeom>
          <a:noFill/>
          <a:ln w="0">
            <a:noFill/>
          </a:ln>
        </p:spPr>
      </p:pic>
      <p:sp>
        <p:nvSpPr>
          <p:cNvPr id="56" name="직사각형 1"/>
          <p:cNvSpPr/>
          <p:nvPr/>
        </p:nvSpPr>
        <p:spPr>
          <a:xfrm>
            <a:off x="0" y="0"/>
            <a:ext cx="9899280" cy="6857640"/>
          </a:xfrm>
          <a:prstGeom prst="rect">
            <a:avLst/>
          </a:prstGeom>
          <a:solidFill>
            <a:srgbClr val="1428a0">
              <a:alpha val="90000"/>
            </a:srgbClr>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457200">
              <a:lnSpc>
                <a:spcPct val="100000"/>
              </a:lnSpc>
            </a:pPr>
            <a:endParaRPr b="0" lang="en-US" sz="1960" strike="noStrike" u="none">
              <a:solidFill>
                <a:schemeClr val="lt1"/>
              </a:solidFill>
              <a:effectLst/>
              <a:uFillTx/>
              <a:latin typeface="SamsungOne 400"/>
              <a:ea typeface="SamsungOneKorean 400"/>
            </a:endParaRPr>
          </a:p>
        </p:txBody>
      </p:sp>
      <p:sp>
        <p:nvSpPr>
          <p:cNvPr id="57" name="직사각형 6"/>
          <p:cNvSpPr/>
          <p:nvPr/>
        </p:nvSpPr>
        <p:spPr>
          <a:xfrm>
            <a:off x="449640" y="5677200"/>
            <a:ext cx="9000360" cy="7304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0" rIns="0" tIns="0" bIns="0" anchor="t">
            <a:spAutoFit/>
            <a:scene3d>
              <a:camera prst="orthographicFront"/>
              <a:lightRig dir="t" rig="threePt"/>
            </a:scene3d>
            <a:sp3d>
              <a:bevelT w="0" h="6350"/>
            </a:sp3d>
          </a:bodyPr>
          <a:p>
            <a:pPr defTabSz="914040">
              <a:lnSpc>
                <a:spcPct val="100000"/>
              </a:lnSpc>
              <a:tabLst>
                <a:tab algn="l" pos="0"/>
              </a:tabLst>
            </a:pPr>
            <a:r>
              <a:rPr b="0" lang="en-US" sz="1000" strike="noStrike" u="none">
                <a:solidFill>
                  <a:srgbClr val="ffffff"/>
                </a:solidFill>
                <a:effectLst/>
                <a:uFillTx/>
                <a:latin typeface="SamsungOne 400C"/>
                <a:ea typeface="SamsungOne 400"/>
              </a:rPr>
              <a:t>ⓒ</a:t>
            </a:r>
            <a:r>
              <a:rPr b="0" lang="en-US" sz="1000" strike="noStrike" u="none">
                <a:solidFill>
                  <a:srgbClr val="ffffff"/>
                </a:solidFill>
                <a:effectLst/>
                <a:uFillTx/>
                <a:latin typeface="SamsungOne 400C"/>
                <a:ea typeface="SamsungOne 400C"/>
              </a:rPr>
              <a:t>2025 SAMSUNG. All rights reserved.</a:t>
            </a:r>
            <a:endParaRPr b="0" lang="en-US" sz="1000" strike="noStrike" u="none">
              <a:solidFill>
                <a:srgbClr val="000000"/>
              </a:solidFill>
              <a:effectLst/>
              <a:uFillTx/>
              <a:latin typeface="Arial"/>
            </a:endParaRPr>
          </a:p>
          <a:p>
            <a:pPr defTabSz="914040">
              <a:lnSpc>
                <a:spcPct val="100000"/>
              </a:lnSpc>
              <a:spcBef>
                <a:spcPts val="601"/>
              </a:spcBef>
              <a:tabLst>
                <a:tab algn="l" pos="0"/>
              </a:tabLst>
            </a:pPr>
            <a:r>
              <a:rPr b="0" lang="en-US" sz="1000" strike="noStrike" u="none">
                <a:solidFill>
                  <a:srgbClr val="ffffff"/>
                </a:solidFill>
                <a:effectLst/>
                <a:uFillTx/>
                <a:latin typeface="SamsungOne 400C"/>
                <a:ea typeface="SamsungOne 400C"/>
              </a:rPr>
              <a:t>Samsung Electronics Corporate Citizenship Office holds the copyright of book.</a:t>
            </a:r>
            <a:endParaRPr b="0" lang="en-US" sz="1000" strike="noStrike" u="none">
              <a:solidFill>
                <a:srgbClr val="000000"/>
              </a:solidFill>
              <a:effectLst/>
              <a:uFillTx/>
              <a:latin typeface="Arial"/>
            </a:endParaRPr>
          </a:p>
          <a:p>
            <a:pPr defTabSz="914040">
              <a:lnSpc>
                <a:spcPct val="100000"/>
              </a:lnSpc>
              <a:spcBef>
                <a:spcPts val="300"/>
              </a:spcBef>
              <a:tabLst>
                <a:tab algn="l" pos="0"/>
              </a:tabLst>
            </a:pPr>
            <a:r>
              <a:rPr b="0" lang="en-US" sz="1000" strike="noStrike" u="none">
                <a:solidFill>
                  <a:srgbClr val="ffffff"/>
                </a:solidFill>
                <a:effectLst/>
                <a:uFillTx/>
                <a:latin typeface="SamsungOne 400C"/>
                <a:ea typeface="SamsungOne 400C"/>
              </a:rPr>
              <a:t>This book is a literary property protected by copyright law so reprint and reproduction without permission are prohibited. </a:t>
            </a:r>
            <a:endParaRPr b="0" lang="en-US" sz="1000" strike="noStrike" u="none">
              <a:solidFill>
                <a:srgbClr val="000000"/>
              </a:solidFill>
              <a:effectLst/>
              <a:uFillTx/>
              <a:latin typeface="Arial"/>
            </a:endParaRPr>
          </a:p>
          <a:p>
            <a:pPr defTabSz="914040">
              <a:lnSpc>
                <a:spcPct val="100000"/>
              </a:lnSpc>
              <a:tabLst>
                <a:tab algn="l" pos="0"/>
              </a:tabLst>
            </a:pPr>
            <a:r>
              <a:rPr b="0" lang="en-US" sz="1000" strike="noStrike" u="none">
                <a:solidFill>
                  <a:srgbClr val="ffffff"/>
                </a:solidFill>
                <a:effectLst/>
                <a:uFillTx/>
                <a:latin typeface="SamsungOne 400C"/>
                <a:ea typeface="SamsungOne 400C"/>
              </a:rPr>
              <a:t>To use this book other than the curriculum of Samsung Innovation Campus or to use the entire or part of this book, you must receive written consent from copyright holder.</a:t>
            </a:r>
            <a:endParaRPr b="0" lang="en-US" sz="1000" strike="noStrike" u="none">
              <a:solidFill>
                <a:srgbClr val="000000"/>
              </a:solidFill>
              <a:effectLst/>
              <a:uFillTx/>
              <a:latin typeface="Arial"/>
            </a:endParaRPr>
          </a:p>
        </p:txBody>
      </p:sp>
      <p:pic>
        <p:nvPicPr>
          <p:cNvPr id="58" name="그림 3" descr=""/>
          <p:cNvPicPr/>
          <p:nvPr/>
        </p:nvPicPr>
        <p:blipFill>
          <a:blip r:embed="rId3"/>
          <a:stretch/>
        </p:blipFill>
        <p:spPr>
          <a:xfrm>
            <a:off x="3711960" y="3022920"/>
            <a:ext cx="2475720" cy="811800"/>
          </a:xfrm>
          <a:prstGeom prst="rect">
            <a:avLst/>
          </a:prstGeom>
          <a:noFill/>
          <a:ln w="0">
            <a:noFill/>
          </a:ln>
        </p:spPr>
      </p:pic>
      <p:sp>
        <p:nvSpPr>
          <p:cNvPr id="59" name="Freeform 5"/>
          <p:cNvSpPr/>
          <p:nvPr/>
        </p:nvSpPr>
        <p:spPr>
          <a:xfrm>
            <a:off x="449640" y="450000"/>
            <a:ext cx="1290240" cy="197640"/>
          </a:xfrm>
          <a:custGeom>
            <a:avLst/>
            <a:gdLst>
              <a:gd name="textAreaLeft" fmla="*/ 0 w 1290240"/>
              <a:gd name="textAreaRight" fmla="*/ 1290600 w 1290240"/>
              <a:gd name="textAreaTop" fmla="*/ 0 h 197640"/>
              <a:gd name="textAreaBottom" fmla="*/ 198000 h 197640"/>
              <a:gd name="GluePoint1X" fmla="*/ 82 w 2179"/>
              <a:gd name="GluePoint1Y" fmla="*/ 74 h 334"/>
              <a:gd name="GluePoint2X" fmla="*/ 140 w 2179"/>
              <a:gd name="GluePoint2Y" fmla="*/ 82 h 334"/>
              <a:gd name="GluePoint3X" fmla="*/ 218 w 2179"/>
              <a:gd name="GluePoint3Y" fmla="*/ 101 h 334"/>
              <a:gd name="GluePoint4X" fmla="*/ 112 w 2179"/>
              <a:gd name="GluePoint4Y" fmla="*/ 0 h 334"/>
              <a:gd name="GluePoint5X" fmla="*/ 4 w 2179"/>
              <a:gd name="GluePoint5Y" fmla="*/ 112 h 334"/>
              <a:gd name="GluePoint6X" fmla="*/ 145 w 2179"/>
              <a:gd name="GluePoint6Y" fmla="*/ 257 h 334"/>
              <a:gd name="GluePoint7X" fmla="*/ 84 w 2179"/>
              <a:gd name="GluePoint7Y" fmla="*/ 250 h 334"/>
              <a:gd name="GluePoint8X" fmla="*/ 0 w 2179"/>
              <a:gd name="GluePoint8Y" fmla="*/ 220 h 334"/>
              <a:gd name="GluePoint9X" fmla="*/ 113 w 2179"/>
              <a:gd name="GluePoint9Y" fmla="*/ 334 h 334"/>
              <a:gd name="GluePoint10X" fmla="*/ 223 w 2179"/>
              <a:gd name="GluePoint10Y" fmla="*/ 212 h 334"/>
              <a:gd name="GluePoint11X" fmla="*/ 1096 w 2179"/>
              <a:gd name="GluePoint11Y" fmla="*/ 91 h 334"/>
              <a:gd name="GluePoint12X" fmla="*/ 1124 w 2179"/>
              <a:gd name="GluePoint12Y" fmla="*/ 54 h 334"/>
              <a:gd name="GluePoint13X" fmla="*/ 1152 w 2179"/>
              <a:gd name="GluePoint13Y" fmla="*/ 102 h 334"/>
              <a:gd name="GluePoint14X" fmla="*/ 1229 w 2179"/>
              <a:gd name="GluePoint14Y" fmla="*/ 80 h 334"/>
              <a:gd name="GluePoint15X" fmla="*/ 1017 w 2179"/>
              <a:gd name="GluePoint15Y" fmla="*/ 71 h 334"/>
              <a:gd name="GluePoint16X" fmla="*/ 1157 w 2179"/>
              <a:gd name="GluePoint16Y" fmla="*/ 233 h 334"/>
              <a:gd name="GluePoint17X" fmla="*/ 1128 w 2179"/>
              <a:gd name="GluePoint17Y" fmla="*/ 277 h 334"/>
              <a:gd name="GluePoint18X" fmla="*/ 1097 w 2179"/>
              <a:gd name="GluePoint18Y" fmla="*/ 219 h 334"/>
              <a:gd name="GluePoint19X" fmla="*/ 1014 w 2179"/>
              <a:gd name="GluePoint19Y" fmla="*/ 243 h 334"/>
              <a:gd name="GluePoint20X" fmla="*/ 1235 w 2179"/>
              <a:gd name="GluePoint20Y" fmla="*/ 262 h 334"/>
              <a:gd name="GluePoint21X" fmla="*/ 1096 w 2179"/>
              <a:gd name="GluePoint21Y" fmla="*/ 91 h 334"/>
              <a:gd name="GluePoint22X" fmla="*/ 1730 w 2179"/>
              <a:gd name="GluePoint22Y" fmla="*/ 10 h 334"/>
              <a:gd name="GluePoint23X" fmla="*/ 1614 w 2179"/>
              <a:gd name="GluePoint23Y" fmla="*/ 319 h 334"/>
              <a:gd name="GluePoint24X" fmla="*/ 1686 w 2179"/>
              <a:gd name="GluePoint24Y" fmla="*/ 60 h 334"/>
              <a:gd name="GluePoint25X" fmla="*/ 1876 w 2179"/>
              <a:gd name="GluePoint25Y" fmla="*/ 319 h 334"/>
              <a:gd name="GluePoint26X" fmla="*/ 1799 w 2179"/>
              <a:gd name="GluePoint26Y" fmla="*/ 10 h 334"/>
              <a:gd name="GluePoint27X" fmla="*/ 333 w 2179"/>
              <a:gd name="GluePoint27Y" fmla="*/ 10 h 334"/>
              <a:gd name="GluePoint28X" fmla="*/ 360 w 2179"/>
              <a:gd name="GluePoint28Y" fmla="*/ 322 h 334"/>
              <a:gd name="GluePoint29X" fmla="*/ 446 w 2179"/>
              <a:gd name="GluePoint29Y" fmla="*/ 322 h 334"/>
              <a:gd name="GluePoint30X" fmla="*/ 472 w 2179"/>
              <a:gd name="GluePoint30Y" fmla="*/ 10 h 334"/>
              <a:gd name="GluePoint31X" fmla="*/ 804 w 2179"/>
              <a:gd name="GluePoint31Y" fmla="*/ 10 h 334"/>
              <a:gd name="GluePoint32X" fmla="*/ 725 w 2179"/>
              <a:gd name="GluePoint32Y" fmla="*/ 10 h 334"/>
              <a:gd name="GluePoint33X" fmla="*/ 592 w 2179"/>
              <a:gd name="GluePoint33Y" fmla="*/ 322 h 334"/>
              <a:gd name="GluePoint34X" fmla="*/ 671 w 2179"/>
              <a:gd name="GluePoint34Y" fmla="*/ 33 h 334"/>
              <a:gd name="GluePoint35X" fmla="*/ 804 w 2179"/>
              <a:gd name="GluePoint35Y" fmla="*/ 322 h 334"/>
              <a:gd name="GluePoint36X" fmla="*/ 860 w 2179"/>
              <a:gd name="GluePoint36Y" fmla="*/ 322 h 334"/>
              <a:gd name="GluePoint37X" fmla="*/ 931 w 2179"/>
              <a:gd name="GluePoint37Y" fmla="*/ 10 h 334"/>
              <a:gd name="GluePoint38X" fmla="*/ 1528 w 2179"/>
              <a:gd name="GluePoint38Y" fmla="*/ 10 h 334"/>
              <a:gd name="GluePoint39X" fmla="*/ 1449 w 2179"/>
              <a:gd name="GluePoint39Y" fmla="*/ 241 h 334"/>
              <a:gd name="GluePoint40X" fmla="*/ 1418 w 2179"/>
              <a:gd name="GluePoint40Y" fmla="*/ 275 h 334"/>
              <a:gd name="GluePoint41X" fmla="*/ 1388 w 2179"/>
              <a:gd name="GluePoint41Y" fmla="*/ 241 h 334"/>
              <a:gd name="GluePoint42X" fmla="*/ 1309 w 2179"/>
              <a:gd name="GluePoint42Y" fmla="*/ 10 h 334"/>
              <a:gd name="GluePoint43X" fmla="*/ 1310 w 2179"/>
              <a:gd name="GluePoint43Y" fmla="*/ 254 h 334"/>
              <a:gd name="GluePoint44X" fmla="*/ 1527 w 2179"/>
              <a:gd name="GluePoint44Y" fmla="*/ 254 h 334"/>
              <a:gd name="GluePoint45X" fmla="*/ 1528 w 2179"/>
              <a:gd name="GluePoint45Y" fmla="*/ 10 h 334"/>
              <a:gd name="GluePoint46X" fmla="*/ 2069 w 2179"/>
              <a:gd name="GluePoint46Y" fmla="*/ 192 h 334"/>
              <a:gd name="GluePoint47X" fmla="*/ 2101 w 2179"/>
              <a:gd name="GluePoint47Y" fmla="*/ 237 h 334"/>
              <a:gd name="GluePoint48X" fmla="*/ 2068 w 2179"/>
              <a:gd name="GluePoint48Y" fmla="*/ 272 h 334"/>
              <a:gd name="GluePoint49X" fmla="*/ 2035 w 2179"/>
              <a:gd name="GluePoint49Y" fmla="*/ 237 h 334"/>
              <a:gd name="GluePoint50X" fmla="*/ 2037 w 2179"/>
              <a:gd name="GluePoint50Y" fmla="*/ 80 h 334"/>
              <a:gd name="GluePoint51X" fmla="*/ 2099 w 2179"/>
              <a:gd name="GluePoint51Y" fmla="*/ 80 h 334"/>
              <a:gd name="GluePoint52X" fmla="*/ 2100 w 2179"/>
              <a:gd name="GluePoint52Y" fmla="*/ 110 h 334"/>
              <a:gd name="GluePoint53X" fmla="*/ 2178 w 2179"/>
              <a:gd name="GluePoint53Y" fmla="*/ 99 h 334"/>
              <a:gd name="GluePoint54X" fmla="*/ 2068 w 2179"/>
              <a:gd name="GluePoint54Y" fmla="*/ 2 h 334"/>
              <a:gd name="GluePoint55X" fmla="*/ 1958 w 2179"/>
              <a:gd name="GluePoint55Y" fmla="*/ 99 h 334"/>
              <a:gd name="GluePoint56X" fmla="*/ 1959 w 2179"/>
              <a:gd name="GluePoint56Y" fmla="*/ 251 h 334"/>
              <a:gd name="GluePoint57X" fmla="*/ 2178 w 2179"/>
              <a:gd name="GluePoint57Y" fmla="*/ 251 h 334"/>
              <a:gd name="GluePoint58X" fmla="*/ 2179 w 2179"/>
              <a:gd name="GluePoint58Y" fmla="*/ 147 h 33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 ang="0">
                <a:pos x="GluePoint39X" y="GluePoint39Y"/>
              </a:cxn>
              <a:cxn ang="0">
                <a:pos x="GluePoint40X" y="GluePoint40Y"/>
              </a:cxn>
              <a:cxn ang="0">
                <a:pos x="GluePoint41X" y="GluePoint41Y"/>
              </a:cxn>
              <a:cxn ang="0">
                <a:pos x="GluePoint42X" y="GluePoint42Y"/>
              </a:cxn>
              <a:cxn ang="0">
                <a:pos x="GluePoint43X" y="GluePoint43Y"/>
              </a:cxn>
              <a:cxn ang="0">
                <a:pos x="GluePoint44X" y="GluePoint44Y"/>
              </a:cxn>
              <a:cxn ang="0">
                <a:pos x="GluePoint45X" y="GluePoint45Y"/>
              </a:cxn>
              <a:cxn ang="0">
                <a:pos x="GluePoint46X" y="GluePoint46Y"/>
              </a:cxn>
              <a:cxn ang="0">
                <a:pos x="GluePoint47X" y="GluePoint47Y"/>
              </a:cxn>
              <a:cxn ang="0">
                <a:pos x="GluePoint48X" y="GluePoint48Y"/>
              </a:cxn>
              <a:cxn ang="0">
                <a:pos x="GluePoint49X" y="GluePoint49Y"/>
              </a:cxn>
              <a:cxn ang="0">
                <a:pos x="GluePoint50X" y="GluePoint50Y"/>
              </a:cxn>
              <a:cxn ang="0">
                <a:pos x="GluePoint51X" y="GluePoint51Y"/>
              </a:cxn>
              <a:cxn ang="0">
                <a:pos x="GluePoint52X" y="GluePoint52Y"/>
              </a:cxn>
              <a:cxn ang="0">
                <a:pos x="GluePoint53X" y="GluePoint53Y"/>
              </a:cxn>
              <a:cxn ang="0">
                <a:pos x="GluePoint54X" y="GluePoint54Y"/>
              </a:cxn>
              <a:cxn ang="0">
                <a:pos x="GluePoint55X" y="GluePoint55Y"/>
              </a:cxn>
              <a:cxn ang="0">
                <a:pos x="GluePoint56X" y="GluePoint56Y"/>
              </a:cxn>
              <a:cxn ang="0">
                <a:pos x="GluePoint57X" y="GluePoint57Y"/>
              </a:cxn>
              <a:cxn ang="0">
                <a:pos x="GluePoint58X" y="GluePoint58Y"/>
              </a:cxn>
            </a:cxnLst>
            <a:rect l="textAreaLeft" t="textAreaTop" r="textAreaRight" b="textAreaBottom"/>
            <a:pathLst>
              <a:path w="2179" h="334">
                <a:moveTo>
                  <a:pt x="83" y="91"/>
                </a:moveTo>
                <a:cubicBezTo>
                  <a:pt x="81" y="84"/>
                  <a:pt x="82" y="78"/>
                  <a:pt x="82" y="74"/>
                </a:cubicBezTo>
                <a:cubicBezTo>
                  <a:pt x="84" y="64"/>
                  <a:pt x="91" y="53"/>
                  <a:pt x="111" y="53"/>
                </a:cubicBezTo>
                <a:cubicBezTo>
                  <a:pt x="129" y="53"/>
                  <a:pt x="140" y="65"/>
                  <a:pt x="140" y="82"/>
                </a:cubicBezTo>
                <a:cubicBezTo>
                  <a:pt x="140" y="101"/>
                  <a:pt x="140" y="101"/>
                  <a:pt x="140" y="101"/>
                </a:cubicBezTo>
                <a:cubicBezTo>
                  <a:pt x="218" y="101"/>
                  <a:pt x="218" y="101"/>
                  <a:pt x="218" y="101"/>
                </a:cubicBezTo>
                <a:cubicBezTo>
                  <a:pt x="218" y="79"/>
                  <a:pt x="218" y="79"/>
                  <a:pt x="218" y="79"/>
                </a:cubicBezTo>
                <a:cubicBezTo>
                  <a:pt x="218" y="11"/>
                  <a:pt x="156" y="0"/>
                  <a:pt x="112" y="0"/>
                </a:cubicBezTo>
                <a:cubicBezTo>
                  <a:pt x="57" y="0"/>
                  <a:pt x="12" y="19"/>
                  <a:pt x="4" y="70"/>
                </a:cubicBezTo>
                <a:cubicBezTo>
                  <a:pt x="1" y="84"/>
                  <a:pt x="1" y="96"/>
                  <a:pt x="4" y="112"/>
                </a:cubicBezTo>
                <a:cubicBezTo>
                  <a:pt x="18" y="175"/>
                  <a:pt x="128" y="194"/>
                  <a:pt x="145" y="234"/>
                </a:cubicBezTo>
                <a:cubicBezTo>
                  <a:pt x="148" y="241"/>
                  <a:pt x="147" y="251"/>
                  <a:pt x="145" y="257"/>
                </a:cubicBezTo>
                <a:cubicBezTo>
                  <a:pt x="143" y="267"/>
                  <a:pt x="136" y="278"/>
                  <a:pt x="115" y="278"/>
                </a:cubicBezTo>
                <a:cubicBezTo>
                  <a:pt x="95" y="278"/>
                  <a:pt x="84" y="267"/>
                  <a:pt x="84" y="250"/>
                </a:cubicBezTo>
                <a:cubicBezTo>
                  <a:pt x="83" y="220"/>
                  <a:pt x="83" y="220"/>
                  <a:pt x="83" y="220"/>
                </a:cubicBezTo>
                <a:cubicBezTo>
                  <a:pt x="0" y="220"/>
                  <a:pt x="0" y="220"/>
                  <a:pt x="0" y="220"/>
                </a:cubicBezTo>
                <a:cubicBezTo>
                  <a:pt x="0" y="244"/>
                  <a:pt x="0" y="244"/>
                  <a:pt x="0" y="244"/>
                </a:cubicBezTo>
                <a:cubicBezTo>
                  <a:pt x="0" y="313"/>
                  <a:pt x="55" y="334"/>
                  <a:pt x="113" y="334"/>
                </a:cubicBezTo>
                <a:cubicBezTo>
                  <a:pt x="169" y="334"/>
                  <a:pt x="216" y="315"/>
                  <a:pt x="223" y="263"/>
                </a:cubicBezTo>
                <a:cubicBezTo>
                  <a:pt x="227" y="236"/>
                  <a:pt x="224" y="218"/>
                  <a:pt x="223" y="212"/>
                </a:cubicBezTo>
                <a:cubicBezTo>
                  <a:pt x="210" y="146"/>
                  <a:pt x="92" y="127"/>
                  <a:pt x="83" y="91"/>
                </a:cubicBezTo>
                <a:moveTo>
                  <a:pt x="1096" y="91"/>
                </a:moveTo>
                <a:cubicBezTo>
                  <a:pt x="1094" y="85"/>
                  <a:pt x="1095" y="79"/>
                  <a:pt x="1096" y="75"/>
                </a:cubicBezTo>
                <a:cubicBezTo>
                  <a:pt x="1098" y="65"/>
                  <a:pt x="1104" y="54"/>
                  <a:pt x="1124" y="54"/>
                </a:cubicBezTo>
                <a:cubicBezTo>
                  <a:pt x="1142" y="54"/>
                  <a:pt x="1152" y="66"/>
                  <a:pt x="1152" y="82"/>
                </a:cubicBezTo>
                <a:cubicBezTo>
                  <a:pt x="1152" y="102"/>
                  <a:pt x="1152" y="102"/>
                  <a:pt x="1152" y="102"/>
                </a:cubicBezTo>
                <a:cubicBezTo>
                  <a:pt x="1229" y="102"/>
                  <a:pt x="1229" y="102"/>
                  <a:pt x="1229" y="102"/>
                </a:cubicBezTo>
                <a:cubicBezTo>
                  <a:pt x="1229" y="80"/>
                  <a:pt x="1229" y="80"/>
                  <a:pt x="1229" y="80"/>
                </a:cubicBezTo>
                <a:cubicBezTo>
                  <a:pt x="1229" y="13"/>
                  <a:pt x="1169" y="2"/>
                  <a:pt x="1125" y="2"/>
                </a:cubicBezTo>
                <a:cubicBezTo>
                  <a:pt x="1070" y="2"/>
                  <a:pt x="1026" y="20"/>
                  <a:pt x="1017" y="71"/>
                </a:cubicBezTo>
                <a:cubicBezTo>
                  <a:pt x="1015" y="84"/>
                  <a:pt x="1015" y="97"/>
                  <a:pt x="1018" y="112"/>
                </a:cubicBezTo>
                <a:cubicBezTo>
                  <a:pt x="1032" y="175"/>
                  <a:pt x="1141" y="193"/>
                  <a:pt x="1157" y="233"/>
                </a:cubicBezTo>
                <a:cubicBezTo>
                  <a:pt x="1160" y="241"/>
                  <a:pt x="1159" y="250"/>
                  <a:pt x="1158" y="256"/>
                </a:cubicBezTo>
                <a:cubicBezTo>
                  <a:pt x="1155" y="267"/>
                  <a:pt x="1148" y="277"/>
                  <a:pt x="1128" y="277"/>
                </a:cubicBezTo>
                <a:cubicBezTo>
                  <a:pt x="1108" y="277"/>
                  <a:pt x="1097" y="266"/>
                  <a:pt x="1097" y="249"/>
                </a:cubicBezTo>
                <a:cubicBezTo>
                  <a:pt x="1097" y="219"/>
                  <a:pt x="1097" y="219"/>
                  <a:pt x="1097" y="219"/>
                </a:cubicBezTo>
                <a:cubicBezTo>
                  <a:pt x="1014" y="219"/>
                  <a:pt x="1014" y="219"/>
                  <a:pt x="1014" y="219"/>
                </a:cubicBezTo>
                <a:cubicBezTo>
                  <a:pt x="1014" y="243"/>
                  <a:pt x="1014" y="243"/>
                  <a:pt x="1014" y="243"/>
                </a:cubicBezTo>
                <a:cubicBezTo>
                  <a:pt x="1014" y="312"/>
                  <a:pt x="1068" y="332"/>
                  <a:pt x="1126" y="332"/>
                </a:cubicBezTo>
                <a:cubicBezTo>
                  <a:pt x="1182" y="332"/>
                  <a:pt x="1228" y="313"/>
                  <a:pt x="1235" y="262"/>
                </a:cubicBezTo>
                <a:cubicBezTo>
                  <a:pt x="1238" y="235"/>
                  <a:pt x="1236" y="218"/>
                  <a:pt x="1234" y="211"/>
                </a:cubicBezTo>
                <a:cubicBezTo>
                  <a:pt x="1221" y="147"/>
                  <a:pt x="1105" y="127"/>
                  <a:pt x="1096" y="91"/>
                </a:cubicBezTo>
                <a:moveTo>
                  <a:pt x="1803" y="261"/>
                </a:moveTo>
                <a:cubicBezTo>
                  <a:pt x="1730" y="10"/>
                  <a:pt x="1730" y="10"/>
                  <a:pt x="1730" y="10"/>
                </a:cubicBezTo>
                <a:cubicBezTo>
                  <a:pt x="1614" y="10"/>
                  <a:pt x="1614" y="10"/>
                  <a:pt x="1614" y="10"/>
                </a:cubicBezTo>
                <a:cubicBezTo>
                  <a:pt x="1614" y="319"/>
                  <a:pt x="1614" y="319"/>
                  <a:pt x="1614" y="319"/>
                </a:cubicBezTo>
                <a:cubicBezTo>
                  <a:pt x="1691" y="319"/>
                  <a:pt x="1691" y="319"/>
                  <a:pt x="1691" y="319"/>
                </a:cubicBezTo>
                <a:cubicBezTo>
                  <a:pt x="1686" y="60"/>
                  <a:pt x="1686" y="60"/>
                  <a:pt x="1686" y="60"/>
                </a:cubicBezTo>
                <a:cubicBezTo>
                  <a:pt x="1765" y="319"/>
                  <a:pt x="1765" y="319"/>
                  <a:pt x="1765" y="319"/>
                </a:cubicBezTo>
                <a:cubicBezTo>
                  <a:pt x="1876" y="319"/>
                  <a:pt x="1876" y="319"/>
                  <a:pt x="1876" y="319"/>
                </a:cubicBezTo>
                <a:cubicBezTo>
                  <a:pt x="1876" y="10"/>
                  <a:pt x="1876" y="10"/>
                  <a:pt x="1876" y="10"/>
                </a:cubicBezTo>
                <a:cubicBezTo>
                  <a:pt x="1799" y="10"/>
                  <a:pt x="1799" y="10"/>
                  <a:pt x="1799" y="10"/>
                </a:cubicBezTo>
                <a:lnTo>
                  <a:pt x="1803" y="261"/>
                </a:lnTo>
                <a:close/>
                <a:moveTo>
                  <a:pt x="333" y="10"/>
                </a:moveTo>
                <a:cubicBezTo>
                  <a:pt x="276" y="322"/>
                  <a:pt x="276" y="322"/>
                  <a:pt x="276" y="322"/>
                </a:cubicBezTo>
                <a:cubicBezTo>
                  <a:pt x="360" y="322"/>
                  <a:pt x="360" y="322"/>
                  <a:pt x="360" y="322"/>
                </a:cubicBezTo>
                <a:cubicBezTo>
                  <a:pt x="403" y="33"/>
                  <a:pt x="403" y="33"/>
                  <a:pt x="403" y="33"/>
                </a:cubicBezTo>
                <a:cubicBezTo>
                  <a:pt x="446" y="322"/>
                  <a:pt x="446" y="322"/>
                  <a:pt x="446" y="322"/>
                </a:cubicBezTo>
                <a:cubicBezTo>
                  <a:pt x="529" y="322"/>
                  <a:pt x="529" y="322"/>
                  <a:pt x="529" y="322"/>
                </a:cubicBezTo>
                <a:cubicBezTo>
                  <a:pt x="472" y="10"/>
                  <a:pt x="472" y="10"/>
                  <a:pt x="472" y="10"/>
                </a:cubicBezTo>
                <a:lnTo>
                  <a:pt x="333" y="10"/>
                </a:lnTo>
                <a:close/>
                <a:moveTo>
                  <a:pt x="804" y="10"/>
                </a:moveTo>
                <a:cubicBezTo>
                  <a:pt x="765" y="254"/>
                  <a:pt x="765" y="254"/>
                  <a:pt x="765" y="254"/>
                </a:cubicBezTo>
                <a:cubicBezTo>
                  <a:pt x="725" y="10"/>
                  <a:pt x="725" y="10"/>
                  <a:pt x="725" y="10"/>
                </a:cubicBezTo>
                <a:cubicBezTo>
                  <a:pt x="598" y="10"/>
                  <a:pt x="598" y="10"/>
                  <a:pt x="598" y="10"/>
                </a:cubicBezTo>
                <a:cubicBezTo>
                  <a:pt x="592" y="322"/>
                  <a:pt x="592" y="322"/>
                  <a:pt x="592" y="322"/>
                </a:cubicBezTo>
                <a:cubicBezTo>
                  <a:pt x="669" y="322"/>
                  <a:pt x="669" y="322"/>
                  <a:pt x="669" y="322"/>
                </a:cubicBezTo>
                <a:cubicBezTo>
                  <a:pt x="671" y="33"/>
                  <a:pt x="671" y="33"/>
                  <a:pt x="671" y="33"/>
                </a:cubicBezTo>
                <a:cubicBezTo>
                  <a:pt x="725" y="322"/>
                  <a:pt x="725" y="322"/>
                  <a:pt x="725" y="322"/>
                </a:cubicBezTo>
                <a:cubicBezTo>
                  <a:pt x="804" y="322"/>
                  <a:pt x="804" y="322"/>
                  <a:pt x="804" y="322"/>
                </a:cubicBezTo>
                <a:cubicBezTo>
                  <a:pt x="858" y="33"/>
                  <a:pt x="858" y="33"/>
                  <a:pt x="858" y="33"/>
                </a:cubicBezTo>
                <a:cubicBezTo>
                  <a:pt x="860" y="322"/>
                  <a:pt x="860" y="322"/>
                  <a:pt x="860" y="322"/>
                </a:cubicBezTo>
                <a:cubicBezTo>
                  <a:pt x="938" y="322"/>
                  <a:pt x="938" y="322"/>
                  <a:pt x="938" y="322"/>
                </a:cubicBezTo>
                <a:cubicBezTo>
                  <a:pt x="931" y="10"/>
                  <a:pt x="931" y="10"/>
                  <a:pt x="931" y="10"/>
                </a:cubicBezTo>
                <a:lnTo>
                  <a:pt x="804" y="10"/>
                </a:lnTo>
                <a:close/>
                <a:moveTo>
                  <a:pt x="1528" y="10"/>
                </a:moveTo>
                <a:cubicBezTo>
                  <a:pt x="1449" y="10"/>
                  <a:pt x="1449" y="10"/>
                  <a:pt x="1449" y="10"/>
                </a:cubicBezTo>
                <a:cubicBezTo>
                  <a:pt x="1449" y="241"/>
                  <a:pt x="1449" y="241"/>
                  <a:pt x="1449" y="241"/>
                </a:cubicBezTo>
                <a:cubicBezTo>
                  <a:pt x="1449" y="245"/>
                  <a:pt x="1449" y="249"/>
                  <a:pt x="1448" y="253"/>
                </a:cubicBezTo>
                <a:cubicBezTo>
                  <a:pt x="1447" y="260"/>
                  <a:pt x="1440" y="275"/>
                  <a:pt x="1418" y="275"/>
                </a:cubicBezTo>
                <a:cubicBezTo>
                  <a:pt x="1397" y="275"/>
                  <a:pt x="1390" y="260"/>
                  <a:pt x="1389" y="253"/>
                </a:cubicBezTo>
                <a:cubicBezTo>
                  <a:pt x="1388" y="249"/>
                  <a:pt x="1388" y="245"/>
                  <a:pt x="1388" y="241"/>
                </a:cubicBezTo>
                <a:cubicBezTo>
                  <a:pt x="1388" y="10"/>
                  <a:pt x="1388" y="10"/>
                  <a:pt x="1388" y="10"/>
                </a:cubicBezTo>
                <a:cubicBezTo>
                  <a:pt x="1309" y="10"/>
                  <a:pt x="1309" y="10"/>
                  <a:pt x="1309" y="10"/>
                </a:cubicBezTo>
                <a:cubicBezTo>
                  <a:pt x="1309" y="234"/>
                  <a:pt x="1309" y="234"/>
                  <a:pt x="1309" y="234"/>
                </a:cubicBezTo>
                <a:cubicBezTo>
                  <a:pt x="1309" y="239"/>
                  <a:pt x="1309" y="251"/>
                  <a:pt x="1310" y="254"/>
                </a:cubicBezTo>
                <a:cubicBezTo>
                  <a:pt x="1315" y="312"/>
                  <a:pt x="1361" y="331"/>
                  <a:pt x="1418" y="331"/>
                </a:cubicBezTo>
                <a:cubicBezTo>
                  <a:pt x="1476" y="331"/>
                  <a:pt x="1522" y="312"/>
                  <a:pt x="1527" y="254"/>
                </a:cubicBezTo>
                <a:cubicBezTo>
                  <a:pt x="1528" y="251"/>
                  <a:pt x="1528" y="239"/>
                  <a:pt x="1528" y="234"/>
                </a:cubicBezTo>
                <a:lnTo>
                  <a:pt x="1528" y="10"/>
                </a:lnTo>
                <a:close/>
                <a:moveTo>
                  <a:pt x="2069" y="147"/>
                </a:moveTo>
                <a:cubicBezTo>
                  <a:pt x="2069" y="192"/>
                  <a:pt x="2069" y="192"/>
                  <a:pt x="2069" y="192"/>
                </a:cubicBezTo>
                <a:cubicBezTo>
                  <a:pt x="2101" y="192"/>
                  <a:pt x="2101" y="192"/>
                  <a:pt x="2101" y="192"/>
                </a:cubicBezTo>
                <a:cubicBezTo>
                  <a:pt x="2101" y="237"/>
                  <a:pt x="2101" y="237"/>
                  <a:pt x="2101" y="237"/>
                </a:cubicBezTo>
                <a:cubicBezTo>
                  <a:pt x="2101" y="241"/>
                  <a:pt x="2101" y="246"/>
                  <a:pt x="2100" y="249"/>
                </a:cubicBezTo>
                <a:cubicBezTo>
                  <a:pt x="2099" y="258"/>
                  <a:pt x="2091" y="272"/>
                  <a:pt x="2068" y="272"/>
                </a:cubicBezTo>
                <a:cubicBezTo>
                  <a:pt x="2045" y="272"/>
                  <a:pt x="2038" y="258"/>
                  <a:pt x="2036" y="249"/>
                </a:cubicBezTo>
                <a:cubicBezTo>
                  <a:pt x="2036" y="246"/>
                  <a:pt x="2035" y="241"/>
                  <a:pt x="2035" y="237"/>
                </a:cubicBezTo>
                <a:cubicBezTo>
                  <a:pt x="2035" y="95"/>
                  <a:pt x="2035" y="95"/>
                  <a:pt x="2035" y="95"/>
                </a:cubicBezTo>
                <a:cubicBezTo>
                  <a:pt x="2035" y="90"/>
                  <a:pt x="2036" y="85"/>
                  <a:pt x="2037" y="80"/>
                </a:cubicBezTo>
                <a:cubicBezTo>
                  <a:pt x="2038" y="73"/>
                  <a:pt x="2045" y="58"/>
                  <a:pt x="2068" y="58"/>
                </a:cubicBezTo>
                <a:cubicBezTo>
                  <a:pt x="2092" y="58"/>
                  <a:pt x="2098" y="74"/>
                  <a:pt x="2099" y="80"/>
                </a:cubicBezTo>
                <a:cubicBezTo>
                  <a:pt x="2100" y="85"/>
                  <a:pt x="2100" y="92"/>
                  <a:pt x="2100" y="92"/>
                </a:cubicBezTo>
                <a:cubicBezTo>
                  <a:pt x="2100" y="110"/>
                  <a:pt x="2100" y="110"/>
                  <a:pt x="2100" y="110"/>
                </a:cubicBezTo>
                <a:cubicBezTo>
                  <a:pt x="2178" y="110"/>
                  <a:pt x="2178" y="110"/>
                  <a:pt x="2178" y="110"/>
                </a:cubicBezTo>
                <a:cubicBezTo>
                  <a:pt x="2178" y="99"/>
                  <a:pt x="2178" y="99"/>
                  <a:pt x="2178" y="99"/>
                </a:cubicBezTo>
                <a:cubicBezTo>
                  <a:pt x="2178" y="99"/>
                  <a:pt x="2179" y="89"/>
                  <a:pt x="2178" y="79"/>
                </a:cubicBezTo>
                <a:cubicBezTo>
                  <a:pt x="2172" y="20"/>
                  <a:pt x="2124" y="2"/>
                  <a:pt x="2068" y="2"/>
                </a:cubicBezTo>
                <a:cubicBezTo>
                  <a:pt x="2013" y="2"/>
                  <a:pt x="1966" y="21"/>
                  <a:pt x="1959" y="79"/>
                </a:cubicBezTo>
                <a:cubicBezTo>
                  <a:pt x="1958" y="84"/>
                  <a:pt x="1958" y="94"/>
                  <a:pt x="1958" y="99"/>
                </a:cubicBezTo>
                <a:cubicBezTo>
                  <a:pt x="1958" y="230"/>
                  <a:pt x="1958" y="230"/>
                  <a:pt x="1958" y="230"/>
                </a:cubicBezTo>
                <a:cubicBezTo>
                  <a:pt x="1958" y="236"/>
                  <a:pt x="1958" y="241"/>
                  <a:pt x="1959" y="251"/>
                </a:cubicBezTo>
                <a:cubicBezTo>
                  <a:pt x="1964" y="308"/>
                  <a:pt x="2013" y="328"/>
                  <a:pt x="2068" y="328"/>
                </a:cubicBezTo>
                <a:cubicBezTo>
                  <a:pt x="2124" y="328"/>
                  <a:pt x="2173" y="308"/>
                  <a:pt x="2178" y="251"/>
                </a:cubicBezTo>
                <a:cubicBezTo>
                  <a:pt x="2179" y="241"/>
                  <a:pt x="2179" y="236"/>
                  <a:pt x="2179" y="230"/>
                </a:cubicBezTo>
                <a:cubicBezTo>
                  <a:pt x="2179" y="147"/>
                  <a:pt x="2179" y="147"/>
                  <a:pt x="2179" y="147"/>
                </a:cubicBezTo>
                <a:lnTo>
                  <a:pt x="2069" y="147"/>
                </a:lnTo>
                <a:close/>
              </a:path>
            </a:pathLst>
          </a:custGeom>
          <a:solidFill>
            <a:schemeClr val="bg1"/>
          </a:solidFill>
          <a:ln w="0">
            <a:noFill/>
          </a:ln>
        </p:spPr>
        <p:style>
          <a:lnRef idx="0"/>
          <a:fillRef idx="0"/>
          <a:effectRef idx="0"/>
          <a:fontRef idx="minor"/>
        </p:style>
        <p:txBody>
          <a:bodyPr numCol="1" spcCol="0" anchor="t">
            <a:noAutofit/>
            <a:scene3d>
              <a:camera prst="orthographicFront"/>
              <a:lightRig dir="t" rig="threePt"/>
            </a:scene3d>
            <a:sp3d>
              <a:bevelT w="0" h="6350"/>
            </a:sp3d>
          </a:bodyPr>
          <a:p>
            <a:pPr defTabSz="914040">
              <a:lnSpc>
                <a:spcPct val="100000"/>
              </a:lnSpc>
              <a:tabLst>
                <a:tab algn="l" pos="0"/>
              </a:tabLst>
            </a:pPr>
            <a:endParaRPr b="0" lang="en-US" sz="1960" strike="noStrike" u="none">
              <a:solidFill>
                <a:schemeClr val="dk1"/>
              </a:solidFill>
              <a:effectLst/>
              <a:uFillTx/>
              <a:latin typeface="SamsungOne 400"/>
              <a:ea typeface="SamsungOneKorean 400"/>
            </a:endParaRP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sldMaster>
</file>

<file path=ppt/slides/_rels/slide1.xml.rels><?xml version="1.0" encoding="UTF-8"?>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9.xml"/><Relationship Id="rId4" Type="http://schemas.openxmlformats.org/officeDocument/2006/relationships/notesSlide" Target="../notesSlides/notesSlide1.xml"/>
</Relationships>
</file>

<file path=ppt/slides/_rels/slide2.xml.rels><?xml version="1.0" encoding="UTF-8"?>
<Relationships xmlns="http://schemas.openxmlformats.org/package/2006/relationships"><Relationship Id="rId1" Type="http://schemas.openxmlformats.org/officeDocument/2006/relationships/image" Target="../media/image13.png"/><Relationship Id="rId2" Type="http://schemas.openxmlformats.org/officeDocument/2006/relationships/slideLayout" Target="../slideLayouts/slideLayout9.xml"/><Relationship Id="rId3" Type="http://schemas.openxmlformats.org/officeDocument/2006/relationships/notesSlide" Target="../notesSlides/notesSlide2.xml"/>
</Relationships>
</file>

<file path=ppt/slides/_rels/slide3.xml.rels><?xml version="1.0" encoding="UTF-8"?>
<Relationships xmlns="http://schemas.openxmlformats.org/package/2006/relationships"><Relationship Id="rId1" Type="http://schemas.openxmlformats.org/officeDocument/2006/relationships/image" Target="../media/image13.png"/><Relationship Id="rId2" Type="http://schemas.openxmlformats.org/officeDocument/2006/relationships/slideLayout" Target="../slideLayouts/slideLayout9.xml"/><Relationship Id="rId3" Type="http://schemas.openxmlformats.org/officeDocument/2006/relationships/notesSlide" Target="../notesSlides/notesSlide3.xml"/>
</Relationships>
</file>

<file path=ppt/slides/_rels/slide4.xml.rels><?xml version="1.0" encoding="UTF-8"?>
<Relationships xmlns="http://schemas.openxmlformats.org/package/2006/relationships"><Relationship Id="rId1" Type="http://schemas.openxmlformats.org/officeDocument/2006/relationships/image" Target="../media/image13.png"/><Relationship Id="rId2" Type="http://schemas.openxmlformats.org/officeDocument/2006/relationships/slideLayout" Target="../slideLayouts/slideLayout9.xml"/><Relationship Id="rId3" Type="http://schemas.openxmlformats.org/officeDocument/2006/relationships/notesSlide" Target="../notesSlides/notesSlide4.xml"/>
</Relationships>
</file>

<file path=ppt/slides/_rels/slide5.xml.rels><?xml version="1.0" encoding="UTF-8"?>
<Relationships xmlns="http://schemas.openxmlformats.org/package/2006/relationships"><Relationship Id="rId1" Type="http://schemas.openxmlformats.org/officeDocument/2006/relationships/image" Target="../media/image13.png"/><Relationship Id="rId2" Type="http://schemas.openxmlformats.org/officeDocument/2006/relationships/slideLayout" Target="../slideLayouts/slideLayout9.xml"/><Relationship Id="rId3" Type="http://schemas.openxmlformats.org/officeDocument/2006/relationships/notesSlide" Target="../notesSlides/notesSlide5.xml"/>
</Relationships>
</file>

<file path=ppt/slides/_rels/slide6.xml.rels><?xml version="1.0" encoding="UTF-8"?>
<Relationships xmlns="http://schemas.openxmlformats.org/package/2006/relationships"><Relationship Id="rId1" Type="http://schemas.openxmlformats.org/officeDocument/2006/relationships/image" Target="../media/image13.png"/><Relationship Id="rId2" Type="http://schemas.openxmlformats.org/officeDocument/2006/relationships/slideLayout" Target="../slideLayouts/slideLayout9.xml"/><Relationship Id="rId3" Type="http://schemas.openxmlformats.org/officeDocument/2006/relationships/notesSlide" Target="../notesSlides/notesSlide6.xml"/>
</Relationships>
</file>

<file path=ppt/slides/_rels/slide7.xml.rels><?xml version="1.0" encoding="UTF-8"?>
<Relationships xmlns="http://schemas.openxmlformats.org/package/2006/relationships"><Relationship Id="rId1" Type="http://schemas.openxmlformats.org/officeDocument/2006/relationships/image" Target="../media/image13.png"/><Relationship Id="rId2" Type="http://schemas.openxmlformats.org/officeDocument/2006/relationships/slideLayout" Target="../slideLayouts/slideLayout9.xml"/><Relationship Id="rId3" Type="http://schemas.openxmlformats.org/officeDocument/2006/relationships/notesSlide" Target="../notesSlides/notesSlide7.xml"/>
</Relationships>
</file>

<file path=ppt/slides/_rels/slide8.xml.rels><?xml version="1.0" encoding="UTF-8"?>
<Relationships xmlns="http://schemas.openxmlformats.org/package/2006/relationships"><Relationship Id="rId1" Type="http://schemas.openxmlformats.org/officeDocument/2006/relationships/image" Target="../media/image13.png"/><Relationship Id="rId2" Type="http://schemas.openxmlformats.org/officeDocument/2006/relationships/slideLayout" Target="../slideLayouts/slideLayout9.xml"/><Relationship Id="rId3" Type="http://schemas.openxmlformats.org/officeDocument/2006/relationships/notesSlide" Target="../notesSlides/notesSlide8.xml"/>
</Relationships>
</file>

<file path=ppt/slides/_rels/slide9.xml.rels><?xml version="1.0" encoding="UTF-8"?>
<Relationships xmlns="http://schemas.openxmlformats.org/package/2006/relationships"><Relationship Id="rId1" Type="http://schemas.openxmlformats.org/officeDocument/2006/relationships/image" Target="../media/image13.png"/><Relationship Id="rId2" Type="http://schemas.openxmlformats.org/officeDocument/2006/relationships/slideLayout" Target="../slideLayouts/slideLayout9.xml"/><Relationship Id="rId3" Type="http://schemas.openxmlformats.org/officeDocument/2006/relationships/notesSlide" Target="../notesSlides/notesSlide9.xml"/>
</Relationships>
</file>

<file path=ppt/slides/_rels/slide10.xml.rels><?xml version="1.0" encoding="UTF-8"?>
<Relationships xmlns="http://schemas.openxmlformats.org/package/2006/relationships"><Relationship Id="rId1" Type="http://schemas.openxmlformats.org/officeDocument/2006/relationships/image" Target="../media/image13.png"/><Relationship Id="rId2" Type="http://schemas.openxmlformats.org/officeDocument/2006/relationships/slideLayout" Target="../slideLayouts/slideLayout9.xml"/><Relationship Id="rId3" Type="http://schemas.openxmlformats.org/officeDocument/2006/relationships/notesSlide" Target="../notesSlides/notesSlide10.xml"/>
</Relationships>
</file>

<file path=ppt/slides/_rels/slide11.xml.rels><?xml version="1.0" encoding="UTF-8"?>
<Relationships xmlns="http://schemas.openxmlformats.org/package/2006/relationships"><Relationship Id="rId1" Type="http://schemas.openxmlformats.org/officeDocument/2006/relationships/image" Target="../media/image13.png"/><Relationship Id="rId2" Type="http://schemas.openxmlformats.org/officeDocument/2006/relationships/slideLayout" Target="../slideLayouts/slideLayout9.xml"/><Relationship Id="rId3" Type="http://schemas.openxmlformats.org/officeDocument/2006/relationships/notesSlide" Target="../notesSlides/notesSlide11.xml"/>
</Relationships>
</file>

<file path=ppt/slides/_rels/slide12.xml.rels><?xml version="1.0" encoding="UTF-8"?>
<Relationships xmlns="http://schemas.openxmlformats.org/package/2006/relationships"><Relationship Id="rId1" Type="http://schemas.openxmlformats.org/officeDocument/2006/relationships/image" Target="../media/image13.png"/><Relationship Id="rId2" Type="http://schemas.openxmlformats.org/officeDocument/2006/relationships/slideLayout" Target="../slideLayouts/slideLayout9.xml"/><Relationship Id="rId3" Type="http://schemas.openxmlformats.org/officeDocument/2006/relationships/notesSlide" Target="../notesSlides/notesSlide12.xml"/>
</Relationships>
</file>

<file path=ppt/slides/_rels/slide13.xml.rels><?xml version="1.0" encoding="UTF-8"?>
<Relationships xmlns="http://schemas.openxmlformats.org/package/2006/relationships"><Relationship Id="rId1" Type="http://schemas.openxmlformats.org/officeDocument/2006/relationships/image" Target="../media/image13.png"/><Relationship Id="rId2" Type="http://schemas.openxmlformats.org/officeDocument/2006/relationships/slideLayout" Target="../slideLayouts/slideLayout9.xml"/><Relationship Id="rId3" Type="http://schemas.openxmlformats.org/officeDocument/2006/relationships/notesSlide" Target="../notesSlides/notesSlide13.xml"/>
</Relationships>
</file>

<file path=ppt/slides/_rels/slide14.xml.rels><?xml version="1.0" encoding="UTF-8"?>
<Relationships xmlns="http://schemas.openxmlformats.org/package/2006/relationships"><Relationship Id="rId1" Type="http://schemas.openxmlformats.org/officeDocument/2006/relationships/image" Target="../media/image13.png"/><Relationship Id="rId2" Type="http://schemas.openxmlformats.org/officeDocument/2006/relationships/slideLayout" Target="../slideLayouts/slideLayout9.xml"/><Relationship Id="rId3" Type="http://schemas.openxmlformats.org/officeDocument/2006/relationships/notesSlide" Target="../notesSlides/notesSlide14.xml"/>
</Relationships>
</file>

<file path=ppt/slides/_rels/slide15.xml.rels><?xml version="1.0" encoding="UTF-8"?>
<Relationships xmlns="http://schemas.openxmlformats.org/package/2006/relationships"><Relationship Id="rId1" Type="http://schemas.openxmlformats.org/officeDocument/2006/relationships/image" Target="../media/image13.png"/><Relationship Id="rId2" Type="http://schemas.openxmlformats.org/officeDocument/2006/relationships/slideLayout" Target="../slideLayouts/slideLayout9.xml"/><Relationship Id="rId3" Type="http://schemas.openxmlformats.org/officeDocument/2006/relationships/notesSlide" Target="../notesSlides/notesSlide15.xml"/>
</Relationships>
</file>

<file path=ppt/slides/_rels/slide16.xml.rels><?xml version="1.0" encoding="UTF-8"?>
<Relationships xmlns="http://schemas.openxmlformats.org/package/2006/relationships"><Relationship Id="rId1" Type="http://schemas.openxmlformats.org/officeDocument/2006/relationships/image" Target="../media/image13.png"/><Relationship Id="rId2" Type="http://schemas.openxmlformats.org/officeDocument/2006/relationships/slideLayout" Target="../slideLayouts/slideLayout9.xml"/><Relationship Id="rId3" Type="http://schemas.openxmlformats.org/officeDocument/2006/relationships/notesSlide" Target="../notesSlides/notesSlide16.xml"/>
</Relationships>
</file>

<file path=ppt/slides/_rels/slide17.xml.rels><?xml version="1.0" encoding="UTF-8"?>
<Relationships xmlns="http://schemas.openxmlformats.org/package/2006/relationships"><Relationship Id="rId1" Type="http://schemas.openxmlformats.org/officeDocument/2006/relationships/image" Target="../media/image13.png"/><Relationship Id="rId2" Type="http://schemas.openxmlformats.org/officeDocument/2006/relationships/slideLayout" Target="../slideLayouts/slideLayout9.xml"/><Relationship Id="rId3" Type="http://schemas.openxmlformats.org/officeDocument/2006/relationships/notesSlide" Target="../notesSlides/notesSlide17.xml"/>
</Relationships>
</file>

<file path=ppt/slides/_rels/slide18.xml.rels><?xml version="1.0" encoding="UTF-8"?>
<Relationships xmlns="http://schemas.openxmlformats.org/package/2006/relationships"><Relationship Id="rId1" Type="http://schemas.openxmlformats.org/officeDocument/2006/relationships/image" Target="../media/image13.png"/><Relationship Id="rId2" Type="http://schemas.openxmlformats.org/officeDocument/2006/relationships/slideLayout" Target="../slideLayouts/slideLayout9.xml"/><Relationship Id="rId3" Type="http://schemas.openxmlformats.org/officeDocument/2006/relationships/notesSlide" Target="../notesSlides/notesSlide18.xml"/>
</Relationships>
</file>

<file path=ppt/slides/_rels/slide19.xml.rels><?xml version="1.0" encoding="UTF-8"?>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9.xml"/><Relationship Id="rId4" Type="http://schemas.openxmlformats.org/officeDocument/2006/relationships/notesSlide" Target="../notesSlides/notesSlide19.xml"/>
</Relationships>
</file>

<file path=ppt/slides/_rels/slide20.xml.rels><?xml version="1.0" encoding="UTF-8"?>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9.xml"/><Relationship Id="rId3" Type="http://schemas.openxmlformats.org/officeDocument/2006/relationships/notesSlide" Target="../notesSlides/notesSlide20.xml"/>
</Relationships>
</file>

<file path=ppt/slides/_rels/slide21.xml.rels><?xml version="1.0" encoding="UTF-8"?>
<Relationships xmlns="http://schemas.openxmlformats.org/package/2006/relationships"><Relationship Id="rId1" Type="http://schemas.openxmlformats.org/officeDocument/2006/relationships/slideLayout" Target="../slideLayouts/slideLayout10.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6" name="Background"/>
          <p:cNvSpPr/>
          <p:nvPr/>
        </p:nvSpPr>
        <p:spPr>
          <a:xfrm>
            <a:off x="0" y="0"/>
            <a:ext cx="9902520" cy="6857640"/>
          </a:xfrm>
          <a:prstGeom prst="rect">
            <a:avLst/>
          </a:prstGeom>
          <a:solidFill>
            <a:srgbClr val="1a1a14"/>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trike="noStrike" u="none">
              <a:solidFill>
                <a:schemeClr val="lt1"/>
              </a:solidFill>
              <a:effectLst/>
              <a:uFillTx/>
              <a:latin typeface="SamsungOne 400"/>
              <a:ea typeface="SamsungOneKorean 400"/>
            </a:endParaRPr>
          </a:p>
        </p:txBody>
      </p:sp>
      <p:pic>
        <p:nvPicPr>
          <p:cNvPr id="67" name="Samsung logo" descr="Samsung"/>
          <p:cNvPicPr/>
          <p:nvPr/>
        </p:nvPicPr>
        <p:blipFill>
          <a:blip r:embed="rId1"/>
          <a:stretch/>
        </p:blipFill>
        <p:spPr>
          <a:xfrm>
            <a:off x="567000" y="6336720"/>
            <a:ext cx="1023840" cy="156960"/>
          </a:xfrm>
          <a:prstGeom prst="rect">
            <a:avLst/>
          </a:prstGeom>
          <a:noFill/>
          <a:ln w="0">
            <a:noFill/>
          </a:ln>
        </p:spPr>
      </p:pic>
      <p:sp>
        <p:nvSpPr>
          <p:cNvPr id="68" name="TextBox 3"/>
          <p:cNvSpPr/>
          <p:nvPr/>
        </p:nvSpPr>
        <p:spPr>
          <a:xfrm>
            <a:off x="1737360" y="6382440"/>
            <a:ext cx="3840120" cy="255600"/>
          </a:xfrm>
          <a:prstGeom prst="rect">
            <a:avLst/>
          </a:prstGeom>
          <a:noFill/>
          <a:ln w="0">
            <a:noFill/>
          </a:ln>
        </p:spPr>
        <p:style>
          <a:lnRef idx="0"/>
          <a:fillRef idx="0"/>
          <a:effectRef idx="0"/>
          <a:fontRef idx="minor"/>
        </p:style>
        <p:txBody>
          <a:bodyPr lIns="0" rIns="0" tIns="0" bIns="0" anchor="ctr">
            <a:spAutoFit/>
          </a:bodyPr>
          <a:p>
            <a:pPr defTabSz="457200">
              <a:lnSpc>
                <a:spcPct val="100000"/>
              </a:lnSpc>
            </a:pPr>
            <a:r>
              <a:rPr b="0" lang="en-US" sz="1000" strike="noStrike" u="none">
                <a:solidFill>
                  <a:srgbClr val="f2efe2"/>
                </a:solidFill>
                <a:effectLst/>
                <a:uFillTx/>
                <a:latin typeface="Readex Pro"/>
                <a:ea typeface="Readex Pro"/>
              </a:rPr>
              <a:t>Samsung Innovation Campus  ·  AI Course</a:t>
            </a:r>
            <a:endParaRPr b="0" lang="en-US" sz="1000" strike="noStrike" u="none">
              <a:solidFill>
                <a:srgbClr val="000000"/>
              </a:solidFill>
              <a:effectLst/>
              <a:uFillTx/>
              <a:latin typeface="Arial"/>
            </a:endParaRPr>
          </a:p>
        </p:txBody>
      </p:sp>
      <p:sp>
        <p:nvSpPr>
          <p:cNvPr id="69" name="TextBox 4"/>
          <p:cNvSpPr/>
          <p:nvPr/>
        </p:nvSpPr>
        <p:spPr>
          <a:xfrm>
            <a:off x="8421480" y="6382440"/>
            <a:ext cx="914040" cy="255600"/>
          </a:xfrm>
          <a:prstGeom prst="rect">
            <a:avLst/>
          </a:prstGeom>
          <a:noFill/>
          <a:ln w="0">
            <a:noFill/>
          </a:ln>
        </p:spPr>
        <p:style>
          <a:lnRef idx="0"/>
          <a:fillRef idx="0"/>
          <a:effectRef idx="0"/>
          <a:fontRef idx="minor"/>
        </p:style>
        <p:txBody>
          <a:bodyPr lIns="0" rIns="0" tIns="0" bIns="0" anchor="ctr">
            <a:spAutoFit/>
          </a:bodyPr>
          <a:p>
            <a:pPr algn="r" defTabSz="457200">
              <a:lnSpc>
                <a:spcPct val="100000"/>
              </a:lnSpc>
            </a:pPr>
            <a:r>
              <a:rPr b="0" lang="en-US" sz="1000" strike="noStrike" u="none">
                <a:solidFill>
                  <a:srgbClr val="f2efe2"/>
                </a:solidFill>
                <a:effectLst/>
                <a:uFillTx/>
                <a:latin typeface="Readex Pro"/>
                <a:ea typeface="Readex Pro"/>
              </a:rPr>
              <a:t>1 / 8</a:t>
            </a:r>
            <a:endParaRPr b="0" lang="en-US" sz="1000" strike="noStrike" u="none">
              <a:solidFill>
                <a:srgbClr val="000000"/>
              </a:solidFill>
              <a:effectLst/>
              <a:uFillTx/>
              <a:latin typeface="Arial"/>
            </a:endParaRPr>
          </a:p>
        </p:txBody>
      </p:sp>
      <p:pic>
        <p:nvPicPr>
          <p:cNvPr id="70" name="Bayan logo" descr="Bayan logo"/>
          <p:cNvPicPr/>
          <p:nvPr/>
        </p:nvPicPr>
        <p:blipFill>
          <a:blip r:embed="rId2"/>
          <a:stretch/>
        </p:blipFill>
        <p:spPr>
          <a:xfrm>
            <a:off x="3534120" y="804600"/>
            <a:ext cx="2834280" cy="1592280"/>
          </a:xfrm>
          <a:prstGeom prst="rect">
            <a:avLst/>
          </a:prstGeom>
          <a:noFill/>
          <a:ln w="0">
            <a:noFill/>
          </a:ln>
        </p:spPr>
      </p:pic>
      <p:sp>
        <p:nvSpPr>
          <p:cNvPr id="71" name="TextBox 6"/>
          <p:cNvSpPr/>
          <p:nvPr/>
        </p:nvSpPr>
        <p:spPr>
          <a:xfrm>
            <a:off x="0" y="3794760"/>
            <a:ext cx="9902520" cy="776880"/>
          </a:xfrm>
          <a:prstGeom prst="rect">
            <a:avLst/>
          </a:prstGeom>
          <a:noFill/>
          <a:ln w="0">
            <a:noFill/>
          </a:ln>
        </p:spPr>
        <p:style>
          <a:lnRef idx="0"/>
          <a:fillRef idx="0"/>
          <a:effectRef idx="0"/>
          <a:fontRef idx="minor"/>
        </p:style>
        <p:txBody>
          <a:bodyPr lIns="0" rIns="0" tIns="0" bIns="0" anchor="ctr">
            <a:spAutoFit/>
          </a:bodyPr>
          <a:p>
            <a:pPr algn="ctr" defTabSz="457200">
              <a:lnSpc>
                <a:spcPct val="100000"/>
              </a:lnSpc>
            </a:pPr>
            <a:r>
              <a:rPr b="1" lang="en-US" sz="5600" strike="noStrike" u="none">
                <a:solidFill>
                  <a:srgbClr val="f2efe2"/>
                </a:solidFill>
                <a:effectLst/>
                <a:uFillTx/>
                <a:latin typeface="Readex Pro"/>
                <a:ea typeface="Readex Pro"/>
              </a:rPr>
              <a:t>Bayan</a:t>
            </a:r>
            <a:endParaRPr b="0" lang="en-US" sz="5600" strike="noStrike" u="none">
              <a:solidFill>
                <a:srgbClr val="000000"/>
              </a:solidFill>
              <a:effectLst/>
              <a:uFillTx/>
              <a:latin typeface="Arial"/>
            </a:endParaRPr>
          </a:p>
        </p:txBody>
      </p:sp>
      <p:sp>
        <p:nvSpPr>
          <p:cNvPr id="72" name="TextBox 7"/>
          <p:cNvSpPr/>
          <p:nvPr/>
        </p:nvSpPr>
        <p:spPr>
          <a:xfrm>
            <a:off x="0" y="4617720"/>
            <a:ext cx="9902520" cy="383760"/>
          </a:xfrm>
          <a:prstGeom prst="rect">
            <a:avLst/>
          </a:prstGeom>
          <a:noFill/>
          <a:ln w="0">
            <a:noFill/>
          </a:ln>
        </p:spPr>
        <p:style>
          <a:lnRef idx="0"/>
          <a:fillRef idx="0"/>
          <a:effectRef idx="0"/>
          <a:fontRef idx="minor"/>
        </p:style>
        <p:txBody>
          <a:bodyPr lIns="0" rIns="0" tIns="0" bIns="0" anchor="ctr">
            <a:spAutoFit/>
          </a:bodyPr>
          <a:p>
            <a:pPr algn="ctr" defTabSz="457200">
              <a:lnSpc>
                <a:spcPct val="100000"/>
              </a:lnSpc>
            </a:pPr>
            <a:r>
              <a:rPr b="0" lang="en-US" sz="2000" strike="noStrike" u="none">
                <a:solidFill>
                  <a:srgbClr val="f2efe2"/>
                </a:solidFill>
                <a:effectLst/>
                <a:uFillTx/>
                <a:latin typeface="Readex Pro"/>
                <a:ea typeface="Readex Pro"/>
              </a:rPr>
              <a:t>Simplify Arabic where you read</a:t>
            </a:r>
            <a:endParaRPr b="0" lang="en-US" sz="2000" strike="noStrike" u="none">
              <a:solidFill>
                <a:srgbClr val="000000"/>
              </a:solidFill>
              <a:effectLst/>
              <a:uFillTx/>
              <a:latin typeface="Arial"/>
            </a:endParaRPr>
          </a:p>
        </p:txBody>
      </p:sp>
      <p:sp>
        <p:nvSpPr>
          <p:cNvPr id="73" name="TextBox 8"/>
          <p:cNvSpPr/>
          <p:nvPr/>
        </p:nvSpPr>
        <p:spPr>
          <a:xfrm>
            <a:off x="0" y="5047560"/>
            <a:ext cx="9902520" cy="292320"/>
          </a:xfrm>
          <a:prstGeom prst="rect">
            <a:avLst/>
          </a:prstGeom>
          <a:noFill/>
          <a:ln w="0">
            <a:noFill/>
          </a:ln>
        </p:spPr>
        <p:style>
          <a:lnRef idx="0"/>
          <a:fillRef idx="0"/>
          <a:effectRef idx="0"/>
          <a:fontRef idx="minor"/>
        </p:style>
        <p:txBody>
          <a:bodyPr lIns="0" rIns="0" tIns="0" bIns="0" anchor="ctr">
            <a:spAutoFit/>
          </a:bodyPr>
          <a:p>
            <a:pPr algn="ctr" defTabSz="457200">
              <a:lnSpc>
                <a:spcPct val="100000"/>
              </a:lnSpc>
            </a:pPr>
            <a:r>
              <a:rPr b="0" lang="en-US" sz="1400" strike="noStrike" u="none">
                <a:solidFill>
                  <a:srgbClr val="c6986b"/>
                </a:solidFill>
                <a:effectLst/>
                <a:uFillTx/>
                <a:latin typeface="Readex Pro"/>
                <a:ea typeface="Readex Pro"/>
              </a:rPr>
              <a:t>on the phone, offline</a:t>
            </a:r>
            <a:endParaRPr b="0" lang="en-US" sz="1400" strike="noStrike" u="none">
              <a:solidFill>
                <a:srgbClr val="000000"/>
              </a:solidFill>
              <a:effectLst/>
              <a:uFillTx/>
              <a:latin typeface="Arial"/>
            </a:endParaRPr>
          </a:p>
        </p:txBody>
      </p:sp>
      <p:sp>
        <p:nvSpPr>
          <p:cNvPr id="74" name="TextBox 9"/>
          <p:cNvSpPr/>
          <p:nvPr/>
        </p:nvSpPr>
        <p:spPr>
          <a:xfrm>
            <a:off x="0" y="5486400"/>
            <a:ext cx="9902520" cy="310680"/>
          </a:xfrm>
          <a:prstGeom prst="rect">
            <a:avLst/>
          </a:prstGeom>
          <a:noFill/>
          <a:ln w="0">
            <a:noFill/>
          </a:ln>
        </p:spPr>
        <p:style>
          <a:lnRef idx="0"/>
          <a:fillRef idx="0"/>
          <a:effectRef idx="0"/>
          <a:fontRef idx="minor"/>
        </p:style>
        <p:txBody>
          <a:bodyPr lIns="0" rIns="0" tIns="0" bIns="0" anchor="ctr">
            <a:spAutoFit/>
          </a:bodyPr>
          <a:p>
            <a:pPr algn="ctr" defTabSz="457200">
              <a:lnSpc>
                <a:spcPct val="100000"/>
              </a:lnSpc>
            </a:pPr>
            <a:r>
              <a:rPr b="1" lang="en-US" sz="1500" strike="noStrike" u="none">
                <a:solidFill>
                  <a:srgbClr val="c6986b"/>
                </a:solidFill>
                <a:effectLst/>
                <a:uFillTx/>
                <a:latin typeface="Readex Pro"/>
                <a:ea typeface="Readex Pro"/>
              </a:rPr>
              <a:t>Team Cogni</a:t>
            </a:r>
            <a:endParaRPr b="0" lang="en-US" sz="1500" strike="noStrike" u="none">
              <a:solidFill>
                <a:srgbClr val="000000"/>
              </a:solidFill>
              <a:effectLst/>
              <a:uFillTx/>
              <a:latin typeface="Arial"/>
            </a:endParaRPr>
          </a:p>
        </p:txBody>
      </p:sp>
      <p:sp>
        <p:nvSpPr>
          <p:cNvPr id="75" name="TextBox 10"/>
          <p:cNvSpPr/>
          <p:nvPr/>
        </p:nvSpPr>
        <p:spPr>
          <a:xfrm>
            <a:off x="567000" y="5833800"/>
            <a:ext cx="8768880" cy="255600"/>
          </a:xfrm>
          <a:prstGeom prst="rect">
            <a:avLst/>
          </a:prstGeom>
          <a:noFill/>
          <a:ln w="0">
            <a:noFill/>
          </a:ln>
        </p:spPr>
        <p:style>
          <a:lnRef idx="0"/>
          <a:fillRef idx="0"/>
          <a:effectRef idx="0"/>
          <a:fontRef idx="minor"/>
        </p:style>
        <p:txBody>
          <a:bodyPr lIns="0" rIns="0" tIns="0" bIns="0" anchor="ctr">
            <a:spAutoFit/>
          </a:bodyPr>
          <a:p>
            <a:pPr algn="ctr" defTabSz="457200">
              <a:lnSpc>
                <a:spcPct val="100000"/>
              </a:lnSpc>
            </a:pPr>
            <a:r>
              <a:rPr b="0" lang="en-US" sz="1000" strike="noStrike" u="none">
                <a:solidFill>
                  <a:srgbClr val="a29d8c"/>
                </a:solidFill>
                <a:effectLst/>
                <a:uFillTx/>
                <a:latin typeface="Readex Pro"/>
                <a:ea typeface="Readex Pro"/>
              </a:rPr>
              <a:t>Marwan Elamami · Abdulrahman Khengari · Ahmed Alaeb · Sanad Ali · Mohammed Thabet · Abdul Majid Mraied</a:t>
            </a:r>
            <a:endParaRPr b="0" lang="en-US" sz="10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6" name="Background"/>
          <p:cNvSpPr/>
          <p:nvPr/>
        </p:nvSpPr>
        <p:spPr>
          <a:xfrm>
            <a:off x="0" y="0"/>
            <a:ext cx="9902520" cy="6857640"/>
          </a:xfrm>
          <a:prstGeom prst="rect">
            <a:avLst/>
          </a:prstGeom>
          <a:solidFill>
            <a:srgbClr val="f6f2e6"/>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trike="noStrike" u="none">
              <a:solidFill>
                <a:schemeClr val="lt1"/>
              </a:solidFill>
              <a:effectLst/>
              <a:uFillTx/>
              <a:latin typeface="SamsungOne 400"/>
              <a:ea typeface="SamsungOneKorean 400"/>
            </a:endParaRPr>
          </a:p>
        </p:txBody>
      </p:sp>
      <p:sp>
        <p:nvSpPr>
          <p:cNvPr id="77" name="Rectangle 2"/>
          <p:cNvSpPr/>
          <p:nvPr/>
        </p:nvSpPr>
        <p:spPr>
          <a:xfrm>
            <a:off x="567000" y="475560"/>
            <a:ext cx="63720" cy="273960"/>
          </a:xfrm>
          <a:prstGeom prst="rect">
            <a:avLst/>
          </a:prstGeom>
          <a:solidFill>
            <a:srgbClr val="c6986b"/>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trike="noStrike" u="none">
              <a:solidFill>
                <a:schemeClr val="lt1"/>
              </a:solidFill>
              <a:effectLst/>
              <a:uFillTx/>
              <a:latin typeface="SamsungOne 400"/>
              <a:ea typeface="SamsungOneKorean 400"/>
            </a:endParaRPr>
          </a:p>
        </p:txBody>
      </p:sp>
      <p:sp>
        <p:nvSpPr>
          <p:cNvPr id="78" name="TextBox 3"/>
          <p:cNvSpPr/>
          <p:nvPr/>
        </p:nvSpPr>
        <p:spPr>
          <a:xfrm>
            <a:off x="731520" y="438840"/>
            <a:ext cx="8586000" cy="310680"/>
          </a:xfrm>
          <a:prstGeom prst="rect">
            <a:avLst/>
          </a:prstGeom>
          <a:noFill/>
          <a:ln w="0">
            <a:noFill/>
          </a:ln>
        </p:spPr>
        <p:style>
          <a:lnRef idx="0"/>
          <a:fillRef idx="0"/>
          <a:effectRef idx="0"/>
          <a:fontRef idx="minor"/>
        </p:style>
        <p:txBody>
          <a:bodyPr lIns="0" rIns="0" tIns="0" bIns="0" anchor="ctr">
            <a:spAutoFit/>
          </a:bodyPr>
          <a:p>
            <a:pPr defTabSz="457200">
              <a:lnSpc>
                <a:spcPct val="100000"/>
              </a:lnSpc>
            </a:pPr>
            <a:r>
              <a:rPr b="1" lang="en-US" sz="1250" strike="noStrike" u="none">
                <a:solidFill>
                  <a:srgbClr val="c6986b"/>
                </a:solidFill>
                <a:effectLst/>
                <a:uFillTx/>
                <a:latin typeface="Readex Pro"/>
                <a:ea typeface="Readex Pro"/>
              </a:rPr>
              <a:t>01 · THE PROBLEM</a:t>
            </a:r>
            <a:endParaRPr b="0" lang="en-US" sz="1250" strike="noStrike" u="none">
              <a:solidFill>
                <a:srgbClr val="000000"/>
              </a:solidFill>
              <a:effectLst/>
              <a:uFillTx/>
              <a:latin typeface="Arial"/>
            </a:endParaRPr>
          </a:p>
        </p:txBody>
      </p:sp>
      <p:sp>
        <p:nvSpPr>
          <p:cNvPr id="79" name="TextBox 4"/>
          <p:cNvSpPr/>
          <p:nvPr/>
        </p:nvSpPr>
        <p:spPr>
          <a:xfrm>
            <a:off x="567000" y="804600"/>
            <a:ext cx="8768880" cy="502560"/>
          </a:xfrm>
          <a:prstGeom prst="rect">
            <a:avLst/>
          </a:prstGeom>
          <a:noFill/>
          <a:ln w="0">
            <a:noFill/>
          </a:ln>
        </p:spPr>
        <p:style>
          <a:lnRef idx="0"/>
          <a:fillRef idx="0"/>
          <a:effectRef idx="0"/>
          <a:fontRef idx="minor"/>
        </p:style>
        <p:txBody>
          <a:bodyPr lIns="0" rIns="0" tIns="0" bIns="0" anchor="ctr">
            <a:spAutoFit/>
          </a:bodyPr>
          <a:p>
            <a:pPr defTabSz="457200">
              <a:lnSpc>
                <a:spcPct val="100000"/>
              </a:lnSpc>
            </a:pPr>
            <a:r>
              <a:rPr b="1" lang="en-US" sz="2600" strike="noStrike" u="none">
                <a:solidFill>
                  <a:srgbClr val="282824"/>
                </a:solidFill>
                <a:effectLst/>
                <a:uFillTx/>
                <a:latin typeface="Readex Pro"/>
                <a:ea typeface="Readex Pro"/>
              </a:rPr>
              <a:t>Reading in Arabic adds load</a:t>
            </a:r>
            <a:endParaRPr b="0" lang="en-US" sz="2600" strike="noStrike" u="none">
              <a:solidFill>
                <a:srgbClr val="000000"/>
              </a:solidFill>
              <a:effectLst/>
              <a:uFillTx/>
              <a:latin typeface="Arial"/>
            </a:endParaRPr>
          </a:p>
        </p:txBody>
      </p:sp>
      <p:pic>
        <p:nvPicPr>
          <p:cNvPr id="80" name="Samsung logo" descr="Samsung"/>
          <p:cNvPicPr/>
          <p:nvPr/>
        </p:nvPicPr>
        <p:blipFill>
          <a:blip r:embed="rId1"/>
          <a:stretch/>
        </p:blipFill>
        <p:spPr>
          <a:xfrm>
            <a:off x="567000" y="6336720"/>
            <a:ext cx="1023840" cy="156960"/>
          </a:xfrm>
          <a:prstGeom prst="rect">
            <a:avLst/>
          </a:prstGeom>
          <a:noFill/>
          <a:ln w="0">
            <a:noFill/>
          </a:ln>
        </p:spPr>
      </p:pic>
      <p:sp>
        <p:nvSpPr>
          <p:cNvPr id="81" name="TextBox 6"/>
          <p:cNvSpPr/>
          <p:nvPr/>
        </p:nvSpPr>
        <p:spPr>
          <a:xfrm>
            <a:off x="1737360" y="6382440"/>
            <a:ext cx="3840120" cy="255600"/>
          </a:xfrm>
          <a:prstGeom prst="rect">
            <a:avLst/>
          </a:prstGeom>
          <a:noFill/>
          <a:ln w="0">
            <a:noFill/>
          </a:ln>
        </p:spPr>
        <p:style>
          <a:lnRef idx="0"/>
          <a:fillRef idx="0"/>
          <a:effectRef idx="0"/>
          <a:fontRef idx="minor"/>
        </p:style>
        <p:txBody>
          <a:bodyPr lIns="0" rIns="0" tIns="0" bIns="0" anchor="ctr">
            <a:spAutoFit/>
          </a:bodyPr>
          <a:p>
            <a:pPr defTabSz="457200">
              <a:lnSpc>
                <a:spcPct val="100000"/>
              </a:lnSpc>
            </a:pPr>
            <a:r>
              <a:rPr b="0" lang="en-US" sz="1000" strike="noStrike" u="none">
                <a:solidFill>
                  <a:srgbClr val="6f6b5e"/>
                </a:solidFill>
                <a:effectLst/>
                <a:uFillTx/>
                <a:latin typeface="Readex Pro"/>
                <a:ea typeface="Readex Pro"/>
              </a:rPr>
              <a:t>Samsung Innovation Campus  ·  AI Course</a:t>
            </a:r>
            <a:endParaRPr b="0" lang="en-US" sz="1000" strike="noStrike" u="none">
              <a:solidFill>
                <a:srgbClr val="000000"/>
              </a:solidFill>
              <a:effectLst/>
              <a:uFillTx/>
              <a:latin typeface="Arial"/>
            </a:endParaRPr>
          </a:p>
        </p:txBody>
      </p:sp>
      <p:sp>
        <p:nvSpPr>
          <p:cNvPr id="82" name="TextBox 7"/>
          <p:cNvSpPr/>
          <p:nvPr/>
        </p:nvSpPr>
        <p:spPr>
          <a:xfrm>
            <a:off x="8421480" y="6382440"/>
            <a:ext cx="914040" cy="255600"/>
          </a:xfrm>
          <a:prstGeom prst="rect">
            <a:avLst/>
          </a:prstGeom>
          <a:noFill/>
          <a:ln w="0">
            <a:noFill/>
          </a:ln>
        </p:spPr>
        <p:style>
          <a:lnRef idx="0"/>
          <a:fillRef idx="0"/>
          <a:effectRef idx="0"/>
          <a:fontRef idx="minor"/>
        </p:style>
        <p:txBody>
          <a:bodyPr lIns="0" rIns="0" tIns="0" bIns="0" anchor="ctr">
            <a:spAutoFit/>
          </a:bodyPr>
          <a:p>
            <a:pPr algn="r" defTabSz="457200">
              <a:lnSpc>
                <a:spcPct val="100000"/>
              </a:lnSpc>
            </a:pPr>
            <a:r>
              <a:rPr b="0" lang="en-US" sz="1000" strike="noStrike" u="none">
                <a:solidFill>
                  <a:srgbClr val="6f6b5e"/>
                </a:solidFill>
                <a:effectLst/>
                <a:uFillTx/>
                <a:latin typeface="Readex Pro"/>
                <a:ea typeface="Readex Pro"/>
              </a:rPr>
              <a:t>2 / 8</a:t>
            </a:r>
            <a:endParaRPr b="0" lang="en-US" sz="1000" strike="noStrike" u="none">
              <a:solidFill>
                <a:srgbClr val="000000"/>
              </a:solidFill>
              <a:effectLst/>
              <a:uFillTx/>
              <a:latin typeface="Arial"/>
            </a:endParaRPr>
          </a:p>
        </p:txBody>
      </p:sp>
      <p:sp>
        <p:nvSpPr>
          <p:cNvPr id="83" name="TextBox 8"/>
          <p:cNvSpPr/>
          <p:nvPr/>
        </p:nvSpPr>
        <p:spPr>
          <a:xfrm>
            <a:off x="567000" y="1691640"/>
            <a:ext cx="3200040" cy="1051200"/>
          </a:xfrm>
          <a:prstGeom prst="rect">
            <a:avLst/>
          </a:prstGeom>
          <a:noFill/>
          <a:ln w="0">
            <a:noFill/>
          </a:ln>
        </p:spPr>
        <p:style>
          <a:lnRef idx="0"/>
          <a:fillRef idx="0"/>
          <a:effectRef idx="0"/>
          <a:fontRef idx="minor"/>
        </p:style>
        <p:txBody>
          <a:bodyPr lIns="0" rIns="0" tIns="0" bIns="0" anchor="ctr">
            <a:spAutoFit/>
          </a:bodyPr>
          <a:p>
            <a:pPr algn="ctr" defTabSz="457200">
              <a:lnSpc>
                <a:spcPct val="100000"/>
              </a:lnSpc>
            </a:pPr>
            <a:r>
              <a:rPr b="0" lang="en-US" sz="8400" strike="noStrike" u="none">
                <a:solidFill>
                  <a:srgbClr val="c6986b"/>
                </a:solidFill>
                <a:effectLst/>
                <a:uFillTx/>
                <a:latin typeface="Readex Pro"/>
                <a:ea typeface="Readex Pro"/>
              </a:rPr>
              <a:t>11%</a:t>
            </a:r>
            <a:endParaRPr b="0" lang="en-US" sz="8400" strike="noStrike" u="none">
              <a:solidFill>
                <a:srgbClr val="000000"/>
              </a:solidFill>
              <a:effectLst/>
              <a:uFillTx/>
              <a:latin typeface="Arial"/>
            </a:endParaRPr>
          </a:p>
        </p:txBody>
      </p:sp>
      <p:sp>
        <p:nvSpPr>
          <p:cNvPr id="84" name="TextBox 9"/>
          <p:cNvSpPr/>
          <p:nvPr/>
        </p:nvSpPr>
        <p:spPr>
          <a:xfrm>
            <a:off x="567000" y="2788920"/>
            <a:ext cx="3200040" cy="685440"/>
          </a:xfrm>
          <a:prstGeom prst="rect">
            <a:avLst/>
          </a:prstGeom>
          <a:noFill/>
          <a:ln w="0">
            <a:noFill/>
          </a:ln>
        </p:spPr>
        <p:style>
          <a:lnRef idx="0"/>
          <a:fillRef idx="0"/>
          <a:effectRef idx="0"/>
          <a:fontRef idx="minor"/>
        </p:style>
        <p:txBody>
          <a:bodyPr lIns="0" rIns="0" tIns="0" bIns="0" anchor="ctr">
            <a:spAutoFit/>
          </a:bodyPr>
          <a:p>
            <a:pPr algn="ctr" defTabSz="457200">
              <a:lnSpc>
                <a:spcPct val="105000"/>
              </a:lnSpc>
            </a:pPr>
            <a:r>
              <a:rPr b="0" lang="en-US" sz="1500" strike="noStrike" u="none">
                <a:solidFill>
                  <a:srgbClr val="4a4842"/>
                </a:solidFill>
                <a:effectLst/>
                <a:uFillTx/>
                <a:latin typeface="Readex Pro"/>
                <a:ea typeface="Readex Pro"/>
              </a:rPr>
              <a:t>of Arab primary-school children</a:t>
            </a:r>
            <a:endParaRPr b="0" lang="en-US" sz="1500" strike="noStrike" u="none">
              <a:solidFill>
                <a:srgbClr val="000000"/>
              </a:solidFill>
              <a:effectLst/>
              <a:uFillTx/>
              <a:latin typeface="Arial"/>
            </a:endParaRPr>
          </a:p>
          <a:p>
            <a:pPr algn="ctr" defTabSz="457200">
              <a:lnSpc>
                <a:spcPct val="105000"/>
              </a:lnSpc>
            </a:pPr>
            <a:r>
              <a:rPr b="0" lang="en-US" sz="1500" strike="noStrike" u="none">
                <a:solidFill>
                  <a:srgbClr val="4a4842"/>
                </a:solidFill>
                <a:effectLst/>
                <a:uFillTx/>
                <a:latin typeface="Readex Pro"/>
                <a:ea typeface="Readex Pro"/>
              </a:rPr>
              <a:t>have developmental dyslexia</a:t>
            </a:r>
            <a:endParaRPr b="0" lang="en-US" sz="1500" strike="noStrike" u="none">
              <a:solidFill>
                <a:srgbClr val="000000"/>
              </a:solidFill>
              <a:effectLst/>
              <a:uFillTx/>
              <a:latin typeface="Arial"/>
            </a:endParaRPr>
          </a:p>
        </p:txBody>
      </p:sp>
      <p:sp>
        <p:nvSpPr>
          <p:cNvPr id="85" name="Rectangle 10"/>
          <p:cNvSpPr/>
          <p:nvPr/>
        </p:nvSpPr>
        <p:spPr>
          <a:xfrm>
            <a:off x="1069920" y="3639240"/>
            <a:ext cx="45360" cy="145800"/>
          </a:xfrm>
          <a:prstGeom prst="rect">
            <a:avLst/>
          </a:prstGeom>
          <a:solidFill>
            <a:srgbClr val="c6986b"/>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trike="noStrike" u="none">
              <a:solidFill>
                <a:schemeClr val="lt1"/>
              </a:solidFill>
              <a:effectLst/>
              <a:uFillTx/>
              <a:latin typeface="SamsungOne 400"/>
              <a:ea typeface="SamsungOneKorean 400"/>
            </a:endParaRPr>
          </a:p>
        </p:txBody>
      </p:sp>
      <p:sp>
        <p:nvSpPr>
          <p:cNvPr id="86" name="TextBox 11"/>
          <p:cNvSpPr/>
          <p:nvPr/>
        </p:nvSpPr>
        <p:spPr>
          <a:xfrm>
            <a:off x="1179720" y="3611880"/>
            <a:ext cx="5943240" cy="200880"/>
          </a:xfrm>
          <a:prstGeom prst="rect">
            <a:avLst/>
          </a:prstGeom>
          <a:noFill/>
          <a:ln w="0">
            <a:noFill/>
          </a:ln>
        </p:spPr>
        <p:style>
          <a:lnRef idx="0"/>
          <a:fillRef idx="0"/>
          <a:effectRef idx="0"/>
          <a:fontRef idx="minor"/>
        </p:style>
        <p:txBody>
          <a:bodyPr lIns="0" rIns="0" tIns="0" bIns="0" anchor="ctr">
            <a:spAutoFit/>
          </a:bodyPr>
          <a:p>
            <a:pPr algn="ctr" defTabSz="457200">
              <a:lnSpc>
                <a:spcPct val="100000"/>
              </a:lnSpc>
            </a:pPr>
            <a:r>
              <a:rPr b="0" lang="en-US" sz="1050" strike="noStrike" u="none">
                <a:solidFill>
                  <a:srgbClr val="6f6b5e"/>
                </a:solidFill>
                <a:effectLst/>
                <a:uFillTx/>
                <a:latin typeface="Readex Pro"/>
                <a:ea typeface="Readex Pro"/>
              </a:rPr>
              <a:t>Al-Dakhil 2024 · 18 studies, N = 30,243</a:t>
            </a:r>
            <a:endParaRPr b="0" lang="en-US" sz="1050" strike="noStrike" u="none">
              <a:solidFill>
                <a:srgbClr val="000000"/>
              </a:solidFill>
              <a:effectLst/>
              <a:uFillTx/>
              <a:latin typeface="Arial"/>
            </a:endParaRPr>
          </a:p>
        </p:txBody>
      </p:sp>
      <p:sp>
        <p:nvSpPr>
          <p:cNvPr id="87" name="Rounded Rectangle 12"/>
          <p:cNvSpPr/>
          <p:nvPr/>
        </p:nvSpPr>
        <p:spPr>
          <a:xfrm>
            <a:off x="4069080" y="1572840"/>
            <a:ext cx="5257440" cy="3245760"/>
          </a:xfrm>
          <a:prstGeom prst="roundRect">
            <a:avLst>
              <a:gd name="adj" fmla="val 4507"/>
            </a:avLst>
          </a:prstGeom>
          <a:solidFill>
            <a:srgbClr val="efe9d9"/>
          </a:solidFill>
          <a:ln w="15875">
            <a:solidFill>
              <a:srgbClr val="e6dfcc"/>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trike="noStrike" u="none">
              <a:solidFill>
                <a:schemeClr val="lt1"/>
              </a:solidFill>
              <a:effectLst/>
              <a:uFillTx/>
              <a:latin typeface="SamsungOne 400"/>
              <a:ea typeface="SamsungOneKorean 400"/>
            </a:endParaRPr>
          </a:p>
        </p:txBody>
      </p:sp>
      <p:sp>
        <p:nvSpPr>
          <p:cNvPr id="88" name="TextBox 13"/>
          <p:cNvSpPr/>
          <p:nvPr/>
        </p:nvSpPr>
        <p:spPr>
          <a:xfrm>
            <a:off x="4069080" y="1737360"/>
            <a:ext cx="5257440" cy="868320"/>
          </a:xfrm>
          <a:prstGeom prst="rect">
            <a:avLst/>
          </a:prstGeom>
          <a:noFill/>
          <a:ln w="0">
            <a:noFill/>
          </a:ln>
        </p:spPr>
        <p:style>
          <a:lnRef idx="0"/>
          <a:fillRef idx="0"/>
          <a:effectRef idx="0"/>
          <a:fontRef idx="minor"/>
        </p:style>
        <p:txBody>
          <a:bodyPr lIns="0" rIns="0" tIns="0" bIns="0" anchor="ctr">
            <a:spAutoFit/>
          </a:bodyPr>
          <a:p>
            <a:pPr algn="ctr" defTabSz="457200" rtl="1">
              <a:lnSpc>
                <a:spcPct val="100000"/>
              </a:lnSpc>
            </a:pPr>
            <a:r>
              <a:rPr b="0" lang="ar-SA" sz="6800" strike="noStrike" u="none">
                <a:solidFill>
                  <a:srgbClr val="282824"/>
                </a:solidFill>
                <a:effectLst/>
                <a:uFillTx/>
                <a:latin typeface="Amiri"/>
                <a:cs typeface="Amiri"/>
              </a:rPr>
              <a:t>كتب</a:t>
            </a:r>
            <a:endParaRPr b="0" lang="en-US" sz="6800" strike="noStrike" u="none">
              <a:solidFill>
                <a:srgbClr val="000000"/>
              </a:solidFill>
              <a:effectLst/>
              <a:uFillTx/>
              <a:latin typeface="Arial"/>
            </a:endParaRPr>
          </a:p>
        </p:txBody>
      </p:sp>
      <p:sp>
        <p:nvSpPr>
          <p:cNvPr id="89" name="TextBox 14"/>
          <p:cNvSpPr/>
          <p:nvPr/>
        </p:nvSpPr>
        <p:spPr>
          <a:xfrm>
            <a:off x="4069080" y="2651760"/>
            <a:ext cx="5257440" cy="255600"/>
          </a:xfrm>
          <a:prstGeom prst="rect">
            <a:avLst/>
          </a:prstGeom>
          <a:noFill/>
          <a:ln w="0">
            <a:noFill/>
          </a:ln>
        </p:spPr>
        <p:style>
          <a:lnRef idx="0"/>
          <a:fillRef idx="0"/>
          <a:effectRef idx="0"/>
          <a:fontRef idx="minor"/>
        </p:style>
        <p:txBody>
          <a:bodyPr lIns="0" rIns="0" tIns="0" bIns="0" anchor="ctr">
            <a:spAutoFit/>
          </a:bodyPr>
          <a:p>
            <a:pPr algn="ctr" defTabSz="457200">
              <a:lnSpc>
                <a:spcPct val="100000"/>
              </a:lnSpc>
            </a:pPr>
            <a:r>
              <a:rPr b="0" lang="en-US" sz="1200" strike="noStrike" u="none">
                <a:solidFill>
                  <a:srgbClr val="6f6b5e"/>
                </a:solidFill>
                <a:effectLst/>
                <a:uFillTx/>
                <a:latin typeface="Readex Pro"/>
                <a:ea typeface="Readex Pro"/>
              </a:rPr>
              <a:t>one written form</a:t>
            </a:r>
            <a:endParaRPr b="0" lang="en-US" sz="1200" strike="noStrike" u="none">
              <a:solidFill>
                <a:srgbClr val="000000"/>
              </a:solidFill>
              <a:effectLst/>
              <a:uFillTx/>
              <a:latin typeface="Arial"/>
            </a:endParaRPr>
          </a:p>
        </p:txBody>
      </p:sp>
      <p:cxnSp>
        <p:nvCxnSpPr>
          <p:cNvPr id="90" name="Connector 15"/>
          <p:cNvCxnSpPr/>
          <p:nvPr/>
        </p:nvCxnSpPr>
        <p:spPr>
          <a:xfrm flipH="1">
            <a:off x="5143320" y="2989800"/>
            <a:ext cx="1554840" cy="274680"/>
          </a:xfrm>
          <a:prstGeom prst="straightConnector1">
            <a:avLst/>
          </a:prstGeom>
          <a:ln w="25400">
            <a:solidFill>
              <a:srgbClr val="c6986b"/>
            </a:solidFill>
            <a:tailEnd len="med" type="triangle" w="med"/>
          </a:ln>
        </p:spPr>
      </p:cxnSp>
      <p:sp>
        <p:nvSpPr>
          <p:cNvPr id="91" name="TextBox 16"/>
          <p:cNvSpPr/>
          <p:nvPr/>
        </p:nvSpPr>
        <p:spPr>
          <a:xfrm>
            <a:off x="4366440" y="3310200"/>
            <a:ext cx="1554120" cy="502560"/>
          </a:xfrm>
          <a:prstGeom prst="rect">
            <a:avLst/>
          </a:prstGeom>
          <a:noFill/>
          <a:ln w="0">
            <a:noFill/>
          </a:ln>
        </p:spPr>
        <p:style>
          <a:lnRef idx="0"/>
          <a:fillRef idx="0"/>
          <a:effectRef idx="0"/>
          <a:fontRef idx="minor"/>
        </p:style>
        <p:txBody>
          <a:bodyPr lIns="0" rIns="0" tIns="0" bIns="0" anchor="ctr">
            <a:spAutoFit/>
          </a:bodyPr>
          <a:p>
            <a:pPr algn="ctr" defTabSz="457200" rtl="1">
              <a:lnSpc>
                <a:spcPct val="100000"/>
              </a:lnSpc>
            </a:pPr>
            <a:r>
              <a:rPr b="0" lang="ar-SA" sz="3000" strike="noStrike" u="none">
                <a:solidFill>
                  <a:srgbClr val="282824"/>
                </a:solidFill>
                <a:effectLst/>
                <a:uFillTx/>
                <a:latin typeface="Amiri"/>
                <a:cs typeface="Amiri"/>
              </a:rPr>
              <a:t>كَتَبَ</a:t>
            </a:r>
            <a:endParaRPr b="0" lang="en-US" sz="3000" strike="noStrike" u="none">
              <a:solidFill>
                <a:srgbClr val="000000"/>
              </a:solidFill>
              <a:effectLst/>
              <a:uFillTx/>
              <a:latin typeface="Arial"/>
            </a:endParaRPr>
          </a:p>
        </p:txBody>
      </p:sp>
      <p:sp>
        <p:nvSpPr>
          <p:cNvPr id="92" name="TextBox 17"/>
          <p:cNvSpPr/>
          <p:nvPr/>
        </p:nvSpPr>
        <p:spPr>
          <a:xfrm>
            <a:off x="4366440" y="3904560"/>
            <a:ext cx="1554120" cy="502560"/>
          </a:xfrm>
          <a:prstGeom prst="rect">
            <a:avLst/>
          </a:prstGeom>
          <a:noFill/>
          <a:ln w="0">
            <a:noFill/>
          </a:ln>
        </p:spPr>
        <p:style>
          <a:lnRef idx="0"/>
          <a:fillRef idx="0"/>
          <a:effectRef idx="0"/>
          <a:fontRef idx="minor"/>
        </p:style>
        <p:txBody>
          <a:bodyPr lIns="0" rIns="0" tIns="0" bIns="0" anchor="ctr">
            <a:spAutoFit/>
          </a:bodyPr>
          <a:p>
            <a:pPr algn="ctr" defTabSz="457200">
              <a:lnSpc>
                <a:spcPct val="100000"/>
              </a:lnSpc>
            </a:pPr>
            <a:r>
              <a:rPr b="1" lang="en-US" sz="1200" strike="noStrike" u="none">
                <a:solidFill>
                  <a:srgbClr val="8a5e35"/>
                </a:solidFill>
                <a:effectLst/>
                <a:uFillTx/>
                <a:latin typeface="Readex Pro"/>
                <a:ea typeface="Readex Pro"/>
              </a:rPr>
              <a:t>kataba</a:t>
            </a:r>
            <a:endParaRPr b="0" lang="en-US" sz="1200" strike="noStrike" u="none">
              <a:solidFill>
                <a:srgbClr val="000000"/>
              </a:solidFill>
              <a:effectLst/>
              <a:uFillTx/>
              <a:latin typeface="Arial"/>
            </a:endParaRPr>
          </a:p>
          <a:p>
            <a:pPr algn="ctr" defTabSz="457200">
              <a:lnSpc>
                <a:spcPct val="100000"/>
              </a:lnSpc>
            </a:pPr>
            <a:r>
              <a:rPr b="0" lang="en-US" sz="1100" strike="noStrike" u="none">
                <a:solidFill>
                  <a:srgbClr val="8a5e35"/>
                </a:solidFill>
                <a:effectLst/>
                <a:uFillTx/>
                <a:latin typeface="Readex Pro"/>
                <a:ea typeface="Readex Pro"/>
              </a:rPr>
              <a:t>he wrote</a:t>
            </a:r>
            <a:endParaRPr b="0" lang="en-US" sz="1100" strike="noStrike" u="none">
              <a:solidFill>
                <a:srgbClr val="000000"/>
              </a:solidFill>
              <a:effectLst/>
              <a:uFillTx/>
              <a:latin typeface="Arial"/>
            </a:endParaRPr>
          </a:p>
        </p:txBody>
      </p:sp>
      <p:cxnSp>
        <p:nvCxnSpPr>
          <p:cNvPr id="93" name="Connector 18"/>
          <p:cNvCxnSpPr/>
          <p:nvPr/>
        </p:nvCxnSpPr>
        <p:spPr>
          <a:xfrm>
            <a:off x="6697800" y="2989800"/>
            <a:ext cx="360" cy="274680"/>
          </a:xfrm>
          <a:prstGeom prst="straightConnector1">
            <a:avLst/>
          </a:prstGeom>
          <a:ln w="25400">
            <a:solidFill>
              <a:srgbClr val="c6986b"/>
            </a:solidFill>
            <a:tailEnd len="med" type="triangle" w="med"/>
          </a:ln>
        </p:spPr>
      </p:cxnSp>
      <p:sp>
        <p:nvSpPr>
          <p:cNvPr id="94" name="TextBox 19"/>
          <p:cNvSpPr/>
          <p:nvPr/>
        </p:nvSpPr>
        <p:spPr>
          <a:xfrm>
            <a:off x="5920920" y="3310200"/>
            <a:ext cx="1554120" cy="502560"/>
          </a:xfrm>
          <a:prstGeom prst="rect">
            <a:avLst/>
          </a:prstGeom>
          <a:noFill/>
          <a:ln w="0">
            <a:noFill/>
          </a:ln>
        </p:spPr>
        <p:style>
          <a:lnRef idx="0"/>
          <a:fillRef idx="0"/>
          <a:effectRef idx="0"/>
          <a:fontRef idx="minor"/>
        </p:style>
        <p:txBody>
          <a:bodyPr lIns="0" rIns="0" tIns="0" bIns="0" anchor="ctr">
            <a:spAutoFit/>
          </a:bodyPr>
          <a:p>
            <a:pPr algn="ctr" defTabSz="457200" rtl="1">
              <a:lnSpc>
                <a:spcPct val="100000"/>
              </a:lnSpc>
            </a:pPr>
            <a:r>
              <a:rPr b="0" lang="ar-SA" sz="3000" strike="noStrike" u="none">
                <a:solidFill>
                  <a:srgbClr val="282824"/>
                </a:solidFill>
                <a:effectLst/>
                <a:uFillTx/>
                <a:latin typeface="Amiri"/>
                <a:cs typeface="Amiri"/>
              </a:rPr>
              <a:t>كُتِبَ</a:t>
            </a:r>
            <a:endParaRPr b="0" lang="en-US" sz="3000" strike="noStrike" u="none">
              <a:solidFill>
                <a:srgbClr val="000000"/>
              </a:solidFill>
              <a:effectLst/>
              <a:uFillTx/>
              <a:latin typeface="Arial"/>
            </a:endParaRPr>
          </a:p>
        </p:txBody>
      </p:sp>
      <p:sp>
        <p:nvSpPr>
          <p:cNvPr id="95" name="TextBox 20"/>
          <p:cNvSpPr/>
          <p:nvPr/>
        </p:nvSpPr>
        <p:spPr>
          <a:xfrm>
            <a:off x="5920920" y="3904560"/>
            <a:ext cx="1554120" cy="502560"/>
          </a:xfrm>
          <a:prstGeom prst="rect">
            <a:avLst/>
          </a:prstGeom>
          <a:noFill/>
          <a:ln w="0">
            <a:noFill/>
          </a:ln>
        </p:spPr>
        <p:style>
          <a:lnRef idx="0"/>
          <a:fillRef idx="0"/>
          <a:effectRef idx="0"/>
          <a:fontRef idx="minor"/>
        </p:style>
        <p:txBody>
          <a:bodyPr lIns="0" rIns="0" tIns="0" bIns="0" anchor="ctr">
            <a:spAutoFit/>
          </a:bodyPr>
          <a:p>
            <a:pPr algn="ctr" defTabSz="457200">
              <a:lnSpc>
                <a:spcPct val="100000"/>
              </a:lnSpc>
            </a:pPr>
            <a:r>
              <a:rPr b="1" lang="en-US" sz="1200" strike="noStrike" u="none">
                <a:solidFill>
                  <a:srgbClr val="8a5e35"/>
                </a:solidFill>
                <a:effectLst/>
                <a:uFillTx/>
                <a:latin typeface="Readex Pro"/>
                <a:ea typeface="Readex Pro"/>
              </a:rPr>
              <a:t>kutiba</a:t>
            </a:r>
            <a:endParaRPr b="0" lang="en-US" sz="1200" strike="noStrike" u="none">
              <a:solidFill>
                <a:srgbClr val="000000"/>
              </a:solidFill>
              <a:effectLst/>
              <a:uFillTx/>
              <a:latin typeface="Arial"/>
            </a:endParaRPr>
          </a:p>
          <a:p>
            <a:pPr algn="ctr" defTabSz="457200">
              <a:lnSpc>
                <a:spcPct val="100000"/>
              </a:lnSpc>
            </a:pPr>
            <a:r>
              <a:rPr b="0" lang="en-US" sz="1100" strike="noStrike" u="none">
                <a:solidFill>
                  <a:srgbClr val="8a5e35"/>
                </a:solidFill>
                <a:effectLst/>
                <a:uFillTx/>
                <a:latin typeface="Readex Pro"/>
                <a:ea typeface="Readex Pro"/>
              </a:rPr>
              <a:t>it was written</a:t>
            </a:r>
            <a:endParaRPr b="0" lang="en-US" sz="1100" strike="noStrike" u="none">
              <a:solidFill>
                <a:srgbClr val="000000"/>
              </a:solidFill>
              <a:effectLst/>
              <a:uFillTx/>
              <a:latin typeface="Arial"/>
            </a:endParaRPr>
          </a:p>
        </p:txBody>
      </p:sp>
      <p:cxnSp>
        <p:nvCxnSpPr>
          <p:cNvPr id="96" name="Connector 21"/>
          <p:cNvCxnSpPr/>
          <p:nvPr/>
        </p:nvCxnSpPr>
        <p:spPr>
          <a:xfrm>
            <a:off x="6697800" y="2989800"/>
            <a:ext cx="1554840" cy="274680"/>
          </a:xfrm>
          <a:prstGeom prst="straightConnector1">
            <a:avLst/>
          </a:prstGeom>
          <a:ln w="25400">
            <a:solidFill>
              <a:srgbClr val="c6986b"/>
            </a:solidFill>
            <a:tailEnd len="med" type="triangle" w="med"/>
          </a:ln>
        </p:spPr>
      </p:cxnSp>
      <p:sp>
        <p:nvSpPr>
          <p:cNvPr id="97" name="TextBox 22"/>
          <p:cNvSpPr/>
          <p:nvPr/>
        </p:nvSpPr>
        <p:spPr>
          <a:xfrm>
            <a:off x="7475400" y="3310200"/>
            <a:ext cx="1554120" cy="502560"/>
          </a:xfrm>
          <a:prstGeom prst="rect">
            <a:avLst/>
          </a:prstGeom>
          <a:noFill/>
          <a:ln w="0">
            <a:noFill/>
          </a:ln>
        </p:spPr>
        <p:style>
          <a:lnRef idx="0"/>
          <a:fillRef idx="0"/>
          <a:effectRef idx="0"/>
          <a:fontRef idx="minor"/>
        </p:style>
        <p:txBody>
          <a:bodyPr lIns="0" rIns="0" tIns="0" bIns="0" anchor="ctr">
            <a:spAutoFit/>
          </a:bodyPr>
          <a:p>
            <a:pPr algn="ctr" defTabSz="457200" rtl="1">
              <a:lnSpc>
                <a:spcPct val="100000"/>
              </a:lnSpc>
            </a:pPr>
            <a:r>
              <a:rPr b="0" lang="ar-SA" sz="3000" strike="noStrike" u="none">
                <a:solidFill>
                  <a:srgbClr val="282824"/>
                </a:solidFill>
                <a:effectLst/>
                <a:uFillTx/>
                <a:latin typeface="Amiri"/>
                <a:cs typeface="Amiri"/>
              </a:rPr>
              <a:t>كُتُب</a:t>
            </a:r>
            <a:endParaRPr b="0" lang="en-US" sz="3000" strike="noStrike" u="none">
              <a:solidFill>
                <a:srgbClr val="000000"/>
              </a:solidFill>
              <a:effectLst/>
              <a:uFillTx/>
              <a:latin typeface="Arial"/>
            </a:endParaRPr>
          </a:p>
        </p:txBody>
      </p:sp>
      <p:sp>
        <p:nvSpPr>
          <p:cNvPr id="98" name="TextBox 23"/>
          <p:cNvSpPr/>
          <p:nvPr/>
        </p:nvSpPr>
        <p:spPr>
          <a:xfrm>
            <a:off x="7475400" y="3904560"/>
            <a:ext cx="1554120" cy="502560"/>
          </a:xfrm>
          <a:prstGeom prst="rect">
            <a:avLst/>
          </a:prstGeom>
          <a:noFill/>
          <a:ln w="0">
            <a:noFill/>
          </a:ln>
        </p:spPr>
        <p:style>
          <a:lnRef idx="0"/>
          <a:fillRef idx="0"/>
          <a:effectRef idx="0"/>
          <a:fontRef idx="minor"/>
        </p:style>
        <p:txBody>
          <a:bodyPr lIns="0" rIns="0" tIns="0" bIns="0" anchor="ctr">
            <a:spAutoFit/>
          </a:bodyPr>
          <a:p>
            <a:pPr algn="ctr" defTabSz="457200">
              <a:lnSpc>
                <a:spcPct val="100000"/>
              </a:lnSpc>
            </a:pPr>
            <a:r>
              <a:rPr b="1" lang="en-US" sz="1200" strike="noStrike" u="none">
                <a:solidFill>
                  <a:srgbClr val="8a5e35"/>
                </a:solidFill>
                <a:effectLst/>
                <a:uFillTx/>
                <a:latin typeface="Readex Pro"/>
                <a:ea typeface="Readex Pro"/>
              </a:rPr>
              <a:t>kutub</a:t>
            </a:r>
            <a:endParaRPr b="0" lang="en-US" sz="1200" strike="noStrike" u="none">
              <a:solidFill>
                <a:srgbClr val="000000"/>
              </a:solidFill>
              <a:effectLst/>
              <a:uFillTx/>
              <a:latin typeface="Arial"/>
            </a:endParaRPr>
          </a:p>
          <a:p>
            <a:pPr algn="ctr" defTabSz="457200">
              <a:lnSpc>
                <a:spcPct val="100000"/>
              </a:lnSpc>
            </a:pPr>
            <a:r>
              <a:rPr b="0" lang="en-US" sz="1100" strike="noStrike" u="none">
                <a:solidFill>
                  <a:srgbClr val="8a5e35"/>
                </a:solidFill>
                <a:effectLst/>
                <a:uFillTx/>
                <a:latin typeface="Readex Pro"/>
                <a:ea typeface="Readex Pro"/>
              </a:rPr>
              <a:t>books</a:t>
            </a:r>
            <a:endParaRPr b="0" lang="en-US" sz="11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9" name="Background"/>
          <p:cNvSpPr/>
          <p:nvPr/>
        </p:nvSpPr>
        <p:spPr>
          <a:xfrm>
            <a:off x="0" y="0"/>
            <a:ext cx="9902520" cy="6857640"/>
          </a:xfrm>
          <a:prstGeom prst="rect">
            <a:avLst/>
          </a:prstGeom>
          <a:solidFill>
            <a:srgbClr val="f6f2e6"/>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trike="noStrike" u="none">
              <a:solidFill>
                <a:schemeClr val="lt1"/>
              </a:solidFill>
              <a:effectLst/>
              <a:uFillTx/>
              <a:latin typeface="SamsungOne 400"/>
              <a:ea typeface="SamsungOneKorean 400"/>
            </a:endParaRPr>
          </a:p>
        </p:txBody>
      </p:sp>
      <p:sp>
        <p:nvSpPr>
          <p:cNvPr id="100" name="Rectangle 2"/>
          <p:cNvSpPr/>
          <p:nvPr/>
        </p:nvSpPr>
        <p:spPr>
          <a:xfrm>
            <a:off x="567000" y="475560"/>
            <a:ext cx="63720" cy="273960"/>
          </a:xfrm>
          <a:prstGeom prst="rect">
            <a:avLst/>
          </a:prstGeom>
          <a:solidFill>
            <a:srgbClr val="c6986b"/>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trike="noStrike" u="none">
              <a:solidFill>
                <a:schemeClr val="lt1"/>
              </a:solidFill>
              <a:effectLst/>
              <a:uFillTx/>
              <a:latin typeface="SamsungOne 400"/>
              <a:ea typeface="SamsungOneKorean 400"/>
            </a:endParaRPr>
          </a:p>
        </p:txBody>
      </p:sp>
      <p:sp>
        <p:nvSpPr>
          <p:cNvPr id="101" name="TextBox 3"/>
          <p:cNvSpPr/>
          <p:nvPr/>
        </p:nvSpPr>
        <p:spPr>
          <a:xfrm>
            <a:off x="731520" y="438840"/>
            <a:ext cx="8586000" cy="310680"/>
          </a:xfrm>
          <a:prstGeom prst="rect">
            <a:avLst/>
          </a:prstGeom>
          <a:noFill/>
          <a:ln w="0">
            <a:noFill/>
          </a:ln>
        </p:spPr>
        <p:style>
          <a:lnRef idx="0"/>
          <a:fillRef idx="0"/>
          <a:effectRef idx="0"/>
          <a:fontRef idx="minor"/>
        </p:style>
        <p:txBody>
          <a:bodyPr lIns="0" rIns="0" tIns="0" bIns="0" anchor="ctr">
            <a:spAutoFit/>
          </a:bodyPr>
          <a:p>
            <a:pPr defTabSz="457200">
              <a:lnSpc>
                <a:spcPct val="100000"/>
              </a:lnSpc>
            </a:pPr>
            <a:r>
              <a:rPr b="1" lang="en-US" sz="1250" strike="noStrike" u="none">
                <a:solidFill>
                  <a:srgbClr val="c6986b"/>
                </a:solidFill>
                <a:effectLst/>
                <a:uFillTx/>
                <a:latin typeface="Readex Pro"/>
                <a:ea typeface="Readex Pro"/>
              </a:rPr>
              <a:t>01 · THE PROBLEM</a:t>
            </a:r>
            <a:endParaRPr b="0" lang="en-US" sz="1250" strike="noStrike" u="none">
              <a:solidFill>
                <a:srgbClr val="000000"/>
              </a:solidFill>
              <a:effectLst/>
              <a:uFillTx/>
              <a:latin typeface="Arial"/>
            </a:endParaRPr>
          </a:p>
        </p:txBody>
      </p:sp>
      <p:sp>
        <p:nvSpPr>
          <p:cNvPr id="102" name="TextBox 4"/>
          <p:cNvSpPr/>
          <p:nvPr/>
        </p:nvSpPr>
        <p:spPr>
          <a:xfrm>
            <a:off x="567000" y="804600"/>
            <a:ext cx="8768880" cy="502560"/>
          </a:xfrm>
          <a:prstGeom prst="rect">
            <a:avLst/>
          </a:prstGeom>
          <a:noFill/>
          <a:ln w="0">
            <a:noFill/>
          </a:ln>
        </p:spPr>
        <p:style>
          <a:lnRef idx="0"/>
          <a:fillRef idx="0"/>
          <a:effectRef idx="0"/>
          <a:fontRef idx="minor"/>
        </p:style>
        <p:txBody>
          <a:bodyPr lIns="0" rIns="0" tIns="0" bIns="0" anchor="ctr">
            <a:spAutoFit/>
          </a:bodyPr>
          <a:p>
            <a:pPr defTabSz="457200">
              <a:lnSpc>
                <a:spcPct val="100000"/>
              </a:lnSpc>
            </a:pPr>
            <a:r>
              <a:rPr b="1" lang="en-US" sz="2600" strike="noStrike" u="none">
                <a:solidFill>
                  <a:srgbClr val="282824"/>
                </a:solidFill>
                <a:effectLst/>
                <a:uFillTx/>
                <a:latin typeface="Readex Pro"/>
                <a:ea typeface="Readex Pro"/>
              </a:rPr>
              <a:t>Reading in Arabic adds load</a:t>
            </a:r>
            <a:endParaRPr b="0" lang="en-US" sz="2600" strike="noStrike" u="none">
              <a:solidFill>
                <a:srgbClr val="000000"/>
              </a:solidFill>
              <a:effectLst/>
              <a:uFillTx/>
              <a:latin typeface="Arial"/>
            </a:endParaRPr>
          </a:p>
        </p:txBody>
      </p:sp>
      <p:pic>
        <p:nvPicPr>
          <p:cNvPr id="103" name="Samsung logo" descr="Samsung"/>
          <p:cNvPicPr/>
          <p:nvPr/>
        </p:nvPicPr>
        <p:blipFill>
          <a:blip r:embed="rId1"/>
          <a:stretch/>
        </p:blipFill>
        <p:spPr>
          <a:xfrm>
            <a:off x="567000" y="6336720"/>
            <a:ext cx="1023840" cy="156960"/>
          </a:xfrm>
          <a:prstGeom prst="rect">
            <a:avLst/>
          </a:prstGeom>
          <a:noFill/>
          <a:ln w="0">
            <a:noFill/>
          </a:ln>
        </p:spPr>
      </p:pic>
      <p:sp>
        <p:nvSpPr>
          <p:cNvPr id="104" name="TextBox 6"/>
          <p:cNvSpPr/>
          <p:nvPr/>
        </p:nvSpPr>
        <p:spPr>
          <a:xfrm>
            <a:off x="1737360" y="6382440"/>
            <a:ext cx="3840120" cy="255600"/>
          </a:xfrm>
          <a:prstGeom prst="rect">
            <a:avLst/>
          </a:prstGeom>
          <a:noFill/>
          <a:ln w="0">
            <a:noFill/>
          </a:ln>
        </p:spPr>
        <p:style>
          <a:lnRef idx="0"/>
          <a:fillRef idx="0"/>
          <a:effectRef idx="0"/>
          <a:fontRef idx="minor"/>
        </p:style>
        <p:txBody>
          <a:bodyPr lIns="0" rIns="0" tIns="0" bIns="0" anchor="ctr">
            <a:spAutoFit/>
          </a:bodyPr>
          <a:p>
            <a:pPr defTabSz="457200">
              <a:lnSpc>
                <a:spcPct val="100000"/>
              </a:lnSpc>
            </a:pPr>
            <a:r>
              <a:rPr b="0" lang="en-US" sz="1000" strike="noStrike" u="none">
                <a:solidFill>
                  <a:srgbClr val="6f6b5e"/>
                </a:solidFill>
                <a:effectLst/>
                <a:uFillTx/>
                <a:latin typeface="Readex Pro"/>
                <a:ea typeface="Readex Pro"/>
              </a:rPr>
              <a:t>Samsung Innovation Campus  ·  AI Course</a:t>
            </a:r>
            <a:endParaRPr b="0" lang="en-US" sz="1000" strike="noStrike" u="none">
              <a:solidFill>
                <a:srgbClr val="000000"/>
              </a:solidFill>
              <a:effectLst/>
              <a:uFillTx/>
              <a:latin typeface="Arial"/>
            </a:endParaRPr>
          </a:p>
        </p:txBody>
      </p:sp>
      <p:sp>
        <p:nvSpPr>
          <p:cNvPr id="105" name="TextBox 7"/>
          <p:cNvSpPr/>
          <p:nvPr/>
        </p:nvSpPr>
        <p:spPr>
          <a:xfrm>
            <a:off x="8421480" y="6382440"/>
            <a:ext cx="914040" cy="255600"/>
          </a:xfrm>
          <a:prstGeom prst="rect">
            <a:avLst/>
          </a:prstGeom>
          <a:noFill/>
          <a:ln w="0">
            <a:noFill/>
          </a:ln>
        </p:spPr>
        <p:style>
          <a:lnRef idx="0"/>
          <a:fillRef idx="0"/>
          <a:effectRef idx="0"/>
          <a:fontRef idx="minor"/>
        </p:style>
        <p:txBody>
          <a:bodyPr lIns="0" rIns="0" tIns="0" bIns="0" anchor="ctr">
            <a:spAutoFit/>
          </a:bodyPr>
          <a:p>
            <a:pPr algn="r" defTabSz="457200">
              <a:lnSpc>
                <a:spcPct val="100000"/>
              </a:lnSpc>
            </a:pPr>
            <a:r>
              <a:rPr b="0" lang="en-US" sz="1000" strike="noStrike" u="none">
                <a:solidFill>
                  <a:srgbClr val="6f6b5e"/>
                </a:solidFill>
                <a:effectLst/>
                <a:uFillTx/>
                <a:latin typeface="Readex Pro"/>
                <a:ea typeface="Readex Pro"/>
              </a:rPr>
              <a:t>2 / 8</a:t>
            </a:r>
            <a:endParaRPr b="0" lang="en-US" sz="1000" strike="noStrike" u="none">
              <a:solidFill>
                <a:srgbClr val="000000"/>
              </a:solidFill>
              <a:effectLst/>
              <a:uFillTx/>
              <a:latin typeface="Arial"/>
            </a:endParaRPr>
          </a:p>
        </p:txBody>
      </p:sp>
      <p:sp>
        <p:nvSpPr>
          <p:cNvPr id="106" name="Rounded Rectangle 8"/>
          <p:cNvSpPr/>
          <p:nvPr/>
        </p:nvSpPr>
        <p:spPr>
          <a:xfrm>
            <a:off x="567000" y="1737360"/>
            <a:ext cx="4343040" cy="3977280"/>
          </a:xfrm>
          <a:prstGeom prst="roundRect">
            <a:avLst>
              <a:gd name="adj" fmla="val 3678"/>
            </a:avLst>
          </a:prstGeom>
          <a:solidFill>
            <a:srgbClr val="efe9d9"/>
          </a:solidFill>
          <a:ln w="15875">
            <a:solidFill>
              <a:srgbClr val="e6dfcc"/>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trike="noStrike" u="none">
              <a:solidFill>
                <a:schemeClr val="lt1"/>
              </a:solidFill>
              <a:effectLst/>
              <a:uFillTx/>
              <a:latin typeface="SamsungOne 400"/>
              <a:ea typeface="SamsungOneKorean 400"/>
            </a:endParaRPr>
          </a:p>
        </p:txBody>
      </p:sp>
      <p:sp>
        <p:nvSpPr>
          <p:cNvPr id="107" name="TextBox 9"/>
          <p:cNvSpPr/>
          <p:nvPr/>
        </p:nvSpPr>
        <p:spPr>
          <a:xfrm>
            <a:off x="567000" y="1938600"/>
            <a:ext cx="4343040" cy="347040"/>
          </a:xfrm>
          <a:prstGeom prst="rect">
            <a:avLst/>
          </a:prstGeom>
          <a:noFill/>
          <a:ln w="0">
            <a:noFill/>
          </a:ln>
        </p:spPr>
        <p:style>
          <a:lnRef idx="0"/>
          <a:fillRef idx="0"/>
          <a:effectRef idx="0"/>
          <a:fontRef idx="minor"/>
        </p:style>
        <p:txBody>
          <a:bodyPr lIns="0" rIns="0" tIns="0" bIns="0" anchor="ctr">
            <a:spAutoFit/>
          </a:bodyPr>
          <a:p>
            <a:pPr algn="ctr" defTabSz="457200">
              <a:lnSpc>
                <a:spcPct val="100000"/>
              </a:lnSpc>
            </a:pPr>
            <a:r>
              <a:rPr b="1" lang="en-US" sz="1800" strike="noStrike" u="none">
                <a:solidFill>
                  <a:srgbClr val="282824"/>
                </a:solidFill>
                <a:effectLst/>
                <a:uFillTx/>
                <a:latin typeface="Readex Pro"/>
                <a:ea typeface="Readex Pro"/>
              </a:rPr>
              <a:t>What helps</a:t>
            </a:r>
            <a:endParaRPr b="0" lang="en-US" sz="1800" strike="noStrike" u="none">
              <a:solidFill>
                <a:srgbClr val="000000"/>
              </a:solidFill>
              <a:effectLst/>
              <a:uFillTx/>
              <a:latin typeface="Arial"/>
            </a:endParaRPr>
          </a:p>
        </p:txBody>
      </p:sp>
      <p:sp>
        <p:nvSpPr>
          <p:cNvPr id="108" name="TextBox 10"/>
          <p:cNvSpPr/>
          <p:nvPr/>
        </p:nvSpPr>
        <p:spPr>
          <a:xfrm>
            <a:off x="887040" y="2606040"/>
            <a:ext cx="3702960" cy="2102760"/>
          </a:xfrm>
          <a:prstGeom prst="rect">
            <a:avLst/>
          </a:prstGeom>
          <a:noFill/>
          <a:ln w="0">
            <a:noFill/>
          </a:ln>
        </p:spPr>
        <p:style>
          <a:lnRef idx="0"/>
          <a:fillRef idx="0"/>
          <a:effectRef idx="0"/>
          <a:fontRef idx="minor"/>
        </p:style>
        <p:txBody>
          <a:bodyPr lIns="0" rIns="0" tIns="0" bIns="0" anchor="ctr">
            <a:spAutoFit/>
          </a:bodyPr>
          <a:p>
            <a:pPr algn="ctr" defTabSz="457200">
              <a:lnSpc>
                <a:spcPct val="115000"/>
              </a:lnSpc>
            </a:pPr>
            <a:r>
              <a:rPr b="0" lang="en-US" sz="1500" strike="noStrike" u="none">
                <a:solidFill>
                  <a:srgbClr val="4a4842"/>
                </a:solidFill>
                <a:effectLst/>
                <a:uFillTx/>
                <a:latin typeface="Readex Pro"/>
                <a:ea typeface="Readex Pro"/>
              </a:rPr>
              <a:t>Splitting long clauses into</a:t>
            </a:r>
            <a:endParaRPr b="0" lang="en-US" sz="1500" strike="noStrike" u="none">
              <a:solidFill>
                <a:srgbClr val="000000"/>
              </a:solidFill>
              <a:effectLst/>
              <a:uFillTx/>
              <a:latin typeface="Arial"/>
            </a:endParaRPr>
          </a:p>
          <a:p>
            <a:pPr algn="ctr" defTabSz="457200">
              <a:lnSpc>
                <a:spcPct val="115000"/>
              </a:lnSpc>
            </a:pPr>
            <a:r>
              <a:rPr b="0" lang="en-US" sz="1500" strike="noStrike" u="none">
                <a:solidFill>
                  <a:srgbClr val="4a4842"/>
                </a:solidFill>
                <a:effectLst/>
                <a:uFillTx/>
                <a:latin typeface="Readex Pro"/>
                <a:ea typeface="Readex Pro"/>
              </a:rPr>
              <a:t>short sentences: read faster,</a:t>
            </a:r>
            <a:endParaRPr b="0" lang="en-US" sz="1500" strike="noStrike" u="none">
              <a:solidFill>
                <a:srgbClr val="000000"/>
              </a:solidFill>
              <a:effectLst/>
              <a:uFillTx/>
              <a:latin typeface="Arial"/>
            </a:endParaRPr>
          </a:p>
          <a:p>
            <a:pPr algn="ctr" defTabSz="457200">
              <a:lnSpc>
                <a:spcPct val="115000"/>
              </a:lnSpc>
            </a:pPr>
            <a:r>
              <a:rPr b="0" lang="en-US" sz="1500" strike="noStrike" u="none">
                <a:solidFill>
                  <a:srgbClr val="4a4842"/>
                </a:solidFill>
                <a:effectLst/>
                <a:uFillTx/>
                <a:latin typeface="Readex Pro"/>
                <a:ea typeface="Readex Pro"/>
              </a:rPr>
              <a:t>understood better, most by</a:t>
            </a:r>
            <a:endParaRPr b="0" lang="en-US" sz="1500" strike="noStrike" u="none">
              <a:solidFill>
                <a:srgbClr val="000000"/>
              </a:solidFill>
              <a:effectLst/>
              <a:uFillTx/>
              <a:latin typeface="Arial"/>
            </a:endParaRPr>
          </a:p>
          <a:p>
            <a:pPr algn="ctr" defTabSz="457200">
              <a:lnSpc>
                <a:spcPct val="115000"/>
              </a:lnSpc>
            </a:pPr>
            <a:r>
              <a:rPr b="0" lang="en-US" sz="1500" strike="noStrike" u="none">
                <a:solidFill>
                  <a:srgbClr val="4a4842"/>
                </a:solidFill>
                <a:effectLst/>
                <a:uFillTx/>
                <a:latin typeface="Readex Pro"/>
                <a:ea typeface="Readex Pro"/>
              </a:rPr>
              <a:t>the weakest readers.</a:t>
            </a:r>
            <a:endParaRPr b="0" lang="en-US" sz="1500" strike="noStrike" u="none">
              <a:solidFill>
                <a:srgbClr val="000000"/>
              </a:solidFill>
              <a:effectLst/>
              <a:uFillTx/>
              <a:latin typeface="Arial"/>
            </a:endParaRPr>
          </a:p>
        </p:txBody>
      </p:sp>
      <p:sp>
        <p:nvSpPr>
          <p:cNvPr id="109" name="Rectangle 11"/>
          <p:cNvSpPr/>
          <p:nvPr/>
        </p:nvSpPr>
        <p:spPr>
          <a:xfrm>
            <a:off x="1069920" y="5239440"/>
            <a:ext cx="45360" cy="145800"/>
          </a:xfrm>
          <a:prstGeom prst="rect">
            <a:avLst/>
          </a:prstGeom>
          <a:solidFill>
            <a:srgbClr val="c6986b"/>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trike="noStrike" u="none">
              <a:solidFill>
                <a:schemeClr val="lt1"/>
              </a:solidFill>
              <a:effectLst/>
              <a:uFillTx/>
              <a:latin typeface="SamsungOne 400"/>
              <a:ea typeface="SamsungOneKorean 400"/>
            </a:endParaRPr>
          </a:p>
        </p:txBody>
      </p:sp>
      <p:sp>
        <p:nvSpPr>
          <p:cNvPr id="110" name="TextBox 12"/>
          <p:cNvSpPr/>
          <p:nvPr/>
        </p:nvSpPr>
        <p:spPr>
          <a:xfrm>
            <a:off x="1179720" y="5212080"/>
            <a:ext cx="5943240" cy="200880"/>
          </a:xfrm>
          <a:prstGeom prst="rect">
            <a:avLst/>
          </a:prstGeom>
          <a:noFill/>
          <a:ln w="0">
            <a:noFill/>
          </a:ln>
        </p:spPr>
        <p:style>
          <a:lnRef idx="0"/>
          <a:fillRef idx="0"/>
          <a:effectRef idx="0"/>
          <a:fontRef idx="minor"/>
        </p:style>
        <p:txBody>
          <a:bodyPr lIns="0" rIns="0" tIns="0" bIns="0" anchor="ctr">
            <a:spAutoFit/>
          </a:bodyPr>
          <a:p>
            <a:pPr defTabSz="457200">
              <a:lnSpc>
                <a:spcPct val="100000"/>
              </a:lnSpc>
            </a:pPr>
            <a:r>
              <a:rPr b="0" lang="en-US" sz="1050" strike="noStrike" u="none">
                <a:solidFill>
                  <a:srgbClr val="6f6b5e"/>
                </a:solidFill>
                <a:effectLst/>
                <a:uFillTx/>
                <a:latin typeface="Readex Pro"/>
                <a:ea typeface="Readex Pro"/>
              </a:rPr>
              <a:t>Javourey-Bonnet 2022</a:t>
            </a:r>
            <a:endParaRPr b="0" lang="en-US" sz="1050" strike="noStrike" u="none">
              <a:solidFill>
                <a:srgbClr val="000000"/>
              </a:solidFill>
              <a:effectLst/>
              <a:uFillTx/>
              <a:latin typeface="Arial"/>
            </a:endParaRPr>
          </a:p>
        </p:txBody>
      </p:sp>
      <p:sp>
        <p:nvSpPr>
          <p:cNvPr id="111" name="Rounded Rectangle 13"/>
          <p:cNvSpPr/>
          <p:nvPr/>
        </p:nvSpPr>
        <p:spPr>
          <a:xfrm>
            <a:off x="5230440" y="1737360"/>
            <a:ext cx="4343040" cy="3977280"/>
          </a:xfrm>
          <a:prstGeom prst="roundRect">
            <a:avLst>
              <a:gd name="adj" fmla="val 3218"/>
            </a:avLst>
          </a:prstGeom>
          <a:solidFill>
            <a:srgbClr val="eeddc7"/>
          </a:solidFill>
          <a:ln w="15875">
            <a:solidFill>
              <a:srgbClr val="c6986b"/>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trike="noStrike" u="none">
              <a:solidFill>
                <a:schemeClr val="lt1"/>
              </a:solidFill>
              <a:effectLst/>
              <a:uFillTx/>
              <a:latin typeface="SamsungOne 400"/>
              <a:ea typeface="SamsungOneKorean 400"/>
            </a:endParaRPr>
          </a:p>
        </p:txBody>
      </p:sp>
      <p:sp>
        <p:nvSpPr>
          <p:cNvPr id="112" name="TextBox 14"/>
          <p:cNvSpPr/>
          <p:nvPr/>
        </p:nvSpPr>
        <p:spPr>
          <a:xfrm>
            <a:off x="5230440" y="1938600"/>
            <a:ext cx="4343040" cy="347040"/>
          </a:xfrm>
          <a:prstGeom prst="rect">
            <a:avLst/>
          </a:prstGeom>
          <a:noFill/>
          <a:ln w="0">
            <a:noFill/>
          </a:ln>
        </p:spPr>
        <p:style>
          <a:lnRef idx="0"/>
          <a:fillRef idx="0"/>
          <a:effectRef idx="0"/>
          <a:fontRef idx="minor"/>
        </p:style>
        <p:txBody>
          <a:bodyPr lIns="0" rIns="0" tIns="0" bIns="0" anchor="ctr">
            <a:spAutoFit/>
          </a:bodyPr>
          <a:p>
            <a:pPr algn="ctr" defTabSz="457200">
              <a:lnSpc>
                <a:spcPct val="100000"/>
              </a:lnSpc>
            </a:pPr>
            <a:r>
              <a:rPr b="1" lang="en-US" sz="1800" strike="noStrike" u="none">
                <a:solidFill>
                  <a:srgbClr val="8a5e35"/>
                </a:solidFill>
                <a:effectLst/>
                <a:uFillTx/>
                <a:latin typeface="Readex Pro"/>
                <a:ea typeface="Readex Pro"/>
              </a:rPr>
              <a:t>Bayan's scope</a:t>
            </a:r>
            <a:endParaRPr b="0" lang="en-US" sz="1800" strike="noStrike" u="none">
              <a:solidFill>
                <a:srgbClr val="000000"/>
              </a:solidFill>
              <a:effectLst/>
              <a:uFillTx/>
              <a:latin typeface="Arial"/>
            </a:endParaRPr>
          </a:p>
        </p:txBody>
      </p:sp>
      <p:sp>
        <p:nvSpPr>
          <p:cNvPr id="113" name="Rounded Rectangle 15"/>
          <p:cNvSpPr/>
          <p:nvPr/>
        </p:nvSpPr>
        <p:spPr>
          <a:xfrm>
            <a:off x="6034680" y="2788920"/>
            <a:ext cx="2734560" cy="397440"/>
          </a:xfrm>
          <a:prstGeom prst="roundRect">
            <a:avLst>
              <a:gd name="adj" fmla="val 20689"/>
            </a:avLst>
          </a:prstGeom>
          <a:solidFill>
            <a:srgbClr val="f6f2e6"/>
          </a:solidFill>
          <a:ln w="15875">
            <a:solidFill>
              <a:srgbClr val="f6f2e6"/>
            </a:solidFill>
          </a:ln>
        </p:spPr>
        <p:style>
          <a:lnRef idx="1">
            <a:schemeClr val="accent1"/>
          </a:lnRef>
          <a:fillRef idx="3">
            <a:schemeClr val="accent1"/>
          </a:fillRef>
          <a:effectRef idx="2">
            <a:schemeClr val="accent1"/>
          </a:effectRef>
          <a:fontRef idx="minor"/>
        </p:style>
        <p:txBody>
          <a:bodyPr lIns="109800" rIns="109800" tIns="0" bIns="0" anchor="ctr">
            <a:noAutofit/>
          </a:bodyPr>
          <a:p>
            <a:pPr algn="ctr" defTabSz="457200">
              <a:lnSpc>
                <a:spcPct val="100000"/>
              </a:lnSpc>
            </a:pPr>
            <a:r>
              <a:rPr b="1" lang="en-US" sz="1500" strike="noStrike" u="none">
                <a:solidFill>
                  <a:srgbClr val="8a5e35"/>
                </a:solidFill>
                <a:effectLst/>
                <a:uFillTx/>
                <a:latin typeface="Readex Pro"/>
                <a:ea typeface="Readex Pro"/>
              </a:rPr>
              <a:t>we reduce reading load</a:t>
            </a:r>
            <a:endParaRPr b="0" lang="en-US" sz="1500" strike="noStrike" u="none">
              <a:solidFill>
                <a:srgbClr val="000000"/>
              </a:solidFill>
              <a:effectLst/>
              <a:uFillTx/>
              <a:latin typeface="Arial"/>
            </a:endParaRPr>
          </a:p>
        </p:txBody>
      </p:sp>
      <p:sp>
        <p:nvSpPr>
          <p:cNvPr id="114" name="Rounded Rectangle 16"/>
          <p:cNvSpPr/>
          <p:nvPr/>
        </p:nvSpPr>
        <p:spPr>
          <a:xfrm>
            <a:off x="5963400" y="3429000"/>
            <a:ext cx="2877120" cy="380520"/>
          </a:xfrm>
          <a:prstGeom prst="roundRect">
            <a:avLst>
              <a:gd name="adj" fmla="val 21599"/>
            </a:avLst>
          </a:prstGeom>
          <a:solidFill>
            <a:srgbClr val="f6f2e6"/>
          </a:solidFill>
          <a:ln w="15875">
            <a:solidFill>
              <a:srgbClr val="f6f2e6"/>
            </a:solidFill>
          </a:ln>
        </p:spPr>
        <p:style>
          <a:lnRef idx="1">
            <a:schemeClr val="accent1"/>
          </a:lnRef>
          <a:fillRef idx="3">
            <a:schemeClr val="accent1"/>
          </a:fillRef>
          <a:effectRef idx="2">
            <a:schemeClr val="accent1"/>
          </a:effectRef>
          <a:fontRef idx="minor"/>
        </p:style>
        <p:txBody>
          <a:bodyPr lIns="109800" rIns="109800" tIns="0" bIns="0" anchor="ctr">
            <a:noAutofit/>
          </a:bodyPr>
          <a:p>
            <a:pPr algn="ctr" defTabSz="457200">
              <a:lnSpc>
                <a:spcPct val="100000"/>
              </a:lnSpc>
            </a:pPr>
            <a:r>
              <a:rPr b="0" lang="en-US" sz="1400" strike="noStrike" u="none">
                <a:solidFill>
                  <a:srgbClr val="4a4842"/>
                </a:solidFill>
                <a:effectLst/>
                <a:uFillTx/>
                <a:latin typeface="Readex Pro"/>
                <a:ea typeface="Readex Pro"/>
              </a:rPr>
              <a:t>long clauses · hard words</a:t>
            </a:r>
            <a:endParaRPr b="0" lang="en-US" sz="1400" strike="noStrike" u="none">
              <a:solidFill>
                <a:srgbClr val="000000"/>
              </a:solidFill>
              <a:effectLst/>
              <a:uFillTx/>
              <a:latin typeface="Arial"/>
            </a:endParaRPr>
          </a:p>
        </p:txBody>
      </p:sp>
      <p:sp>
        <p:nvSpPr>
          <p:cNvPr id="115" name="Rounded Rectangle 17"/>
          <p:cNvSpPr/>
          <p:nvPr/>
        </p:nvSpPr>
        <p:spPr>
          <a:xfrm>
            <a:off x="5514120" y="4069080"/>
            <a:ext cx="3775680" cy="338760"/>
          </a:xfrm>
          <a:prstGeom prst="roundRect">
            <a:avLst>
              <a:gd name="adj" fmla="val 24269"/>
            </a:avLst>
          </a:prstGeom>
          <a:solidFill>
            <a:srgbClr val="f3e2da"/>
          </a:solidFill>
          <a:ln w="15875">
            <a:solidFill>
              <a:srgbClr val="f3e2da"/>
            </a:solidFill>
          </a:ln>
        </p:spPr>
        <p:style>
          <a:lnRef idx="1">
            <a:schemeClr val="accent1"/>
          </a:lnRef>
          <a:fillRef idx="3">
            <a:schemeClr val="accent1"/>
          </a:fillRef>
          <a:effectRef idx="2">
            <a:schemeClr val="accent1"/>
          </a:effectRef>
          <a:fontRef idx="minor"/>
        </p:style>
        <p:txBody>
          <a:bodyPr lIns="109800" rIns="109800" tIns="0" bIns="0" anchor="ctr">
            <a:noAutofit/>
          </a:bodyPr>
          <a:p>
            <a:pPr algn="ctr" defTabSz="457200">
              <a:lnSpc>
                <a:spcPct val="100000"/>
              </a:lnSpc>
            </a:pPr>
            <a:r>
              <a:rPr b="0" lang="en-US" sz="1150" strike="noStrike" u="none">
                <a:solidFill>
                  <a:srgbClr val="b5533c"/>
                </a:solidFill>
                <a:effectLst/>
                <a:uFillTx/>
                <a:latin typeface="Readex Pro"/>
                <a:ea typeface="Readex Pro"/>
              </a:rPr>
              <a:t>tashkeel is a setting · no reader claim yet</a:t>
            </a:r>
            <a:endParaRPr b="0" lang="en-US" sz="115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6" name="Background"/>
          <p:cNvSpPr/>
          <p:nvPr/>
        </p:nvSpPr>
        <p:spPr>
          <a:xfrm>
            <a:off x="0" y="0"/>
            <a:ext cx="9902520" cy="6857640"/>
          </a:xfrm>
          <a:prstGeom prst="rect">
            <a:avLst/>
          </a:prstGeom>
          <a:solidFill>
            <a:srgbClr val="f6f2e6"/>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trike="noStrike" u="none">
              <a:solidFill>
                <a:schemeClr val="lt1"/>
              </a:solidFill>
              <a:effectLst/>
              <a:uFillTx/>
              <a:latin typeface="SamsungOne 400"/>
              <a:ea typeface="SamsungOneKorean 400"/>
            </a:endParaRPr>
          </a:p>
        </p:txBody>
      </p:sp>
      <p:sp>
        <p:nvSpPr>
          <p:cNvPr id="117" name="Rectangle 2"/>
          <p:cNvSpPr/>
          <p:nvPr/>
        </p:nvSpPr>
        <p:spPr>
          <a:xfrm>
            <a:off x="567000" y="475560"/>
            <a:ext cx="63720" cy="273960"/>
          </a:xfrm>
          <a:prstGeom prst="rect">
            <a:avLst/>
          </a:prstGeom>
          <a:solidFill>
            <a:srgbClr val="c6986b"/>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trike="noStrike" u="none">
              <a:solidFill>
                <a:schemeClr val="lt1"/>
              </a:solidFill>
              <a:effectLst/>
              <a:uFillTx/>
              <a:latin typeface="SamsungOne 400"/>
              <a:ea typeface="SamsungOneKorean 400"/>
            </a:endParaRPr>
          </a:p>
        </p:txBody>
      </p:sp>
      <p:sp>
        <p:nvSpPr>
          <p:cNvPr id="118" name="TextBox 3"/>
          <p:cNvSpPr/>
          <p:nvPr/>
        </p:nvSpPr>
        <p:spPr>
          <a:xfrm>
            <a:off x="731520" y="438840"/>
            <a:ext cx="8586000" cy="310680"/>
          </a:xfrm>
          <a:prstGeom prst="rect">
            <a:avLst/>
          </a:prstGeom>
          <a:noFill/>
          <a:ln w="0">
            <a:noFill/>
          </a:ln>
        </p:spPr>
        <p:style>
          <a:lnRef idx="0"/>
          <a:fillRef idx="0"/>
          <a:effectRef idx="0"/>
          <a:fontRef idx="minor"/>
        </p:style>
        <p:txBody>
          <a:bodyPr lIns="0" rIns="0" tIns="0" bIns="0" anchor="ctr">
            <a:spAutoFit/>
          </a:bodyPr>
          <a:p>
            <a:pPr defTabSz="457200">
              <a:lnSpc>
                <a:spcPct val="100000"/>
              </a:lnSpc>
            </a:pPr>
            <a:r>
              <a:rPr b="1" lang="en-US" sz="1250" strike="noStrike" u="none">
                <a:solidFill>
                  <a:srgbClr val="c6986b"/>
                </a:solidFill>
                <a:effectLst/>
                <a:uFillTx/>
                <a:latin typeface="Readex Pro"/>
                <a:ea typeface="Readex Pro"/>
              </a:rPr>
              <a:t>02 · DATA</a:t>
            </a:r>
            <a:endParaRPr b="0" lang="en-US" sz="1250" strike="noStrike" u="none">
              <a:solidFill>
                <a:srgbClr val="000000"/>
              </a:solidFill>
              <a:effectLst/>
              <a:uFillTx/>
              <a:latin typeface="Arial"/>
            </a:endParaRPr>
          </a:p>
        </p:txBody>
      </p:sp>
      <p:sp>
        <p:nvSpPr>
          <p:cNvPr id="119" name="TextBox 4"/>
          <p:cNvSpPr/>
          <p:nvPr/>
        </p:nvSpPr>
        <p:spPr>
          <a:xfrm>
            <a:off x="567000" y="804600"/>
            <a:ext cx="8768880" cy="502560"/>
          </a:xfrm>
          <a:prstGeom prst="rect">
            <a:avLst/>
          </a:prstGeom>
          <a:noFill/>
          <a:ln w="0">
            <a:noFill/>
          </a:ln>
        </p:spPr>
        <p:style>
          <a:lnRef idx="0"/>
          <a:fillRef idx="0"/>
          <a:effectRef idx="0"/>
          <a:fontRef idx="minor"/>
        </p:style>
        <p:txBody>
          <a:bodyPr lIns="0" rIns="0" tIns="0" bIns="0" anchor="ctr">
            <a:spAutoFit/>
          </a:bodyPr>
          <a:p>
            <a:pPr defTabSz="457200">
              <a:lnSpc>
                <a:spcPct val="100000"/>
              </a:lnSpc>
            </a:pPr>
            <a:r>
              <a:rPr b="1" lang="en-US" sz="2600" strike="noStrike" u="none">
                <a:solidFill>
                  <a:srgbClr val="282824"/>
                </a:solidFill>
                <a:effectLst/>
                <a:uFillTx/>
                <a:latin typeface="Readex Pro"/>
                <a:ea typeface="Readex Pro"/>
              </a:rPr>
              <a:t>How we got to corpus v1</a:t>
            </a:r>
            <a:endParaRPr b="0" lang="en-US" sz="2600" strike="noStrike" u="none">
              <a:solidFill>
                <a:srgbClr val="000000"/>
              </a:solidFill>
              <a:effectLst/>
              <a:uFillTx/>
              <a:latin typeface="Arial"/>
            </a:endParaRPr>
          </a:p>
        </p:txBody>
      </p:sp>
      <p:pic>
        <p:nvPicPr>
          <p:cNvPr id="120" name="Samsung logo" descr="Samsung"/>
          <p:cNvPicPr/>
          <p:nvPr/>
        </p:nvPicPr>
        <p:blipFill>
          <a:blip r:embed="rId1"/>
          <a:stretch/>
        </p:blipFill>
        <p:spPr>
          <a:xfrm>
            <a:off x="567000" y="6336720"/>
            <a:ext cx="1023840" cy="156960"/>
          </a:xfrm>
          <a:prstGeom prst="rect">
            <a:avLst/>
          </a:prstGeom>
          <a:noFill/>
          <a:ln w="0">
            <a:noFill/>
          </a:ln>
        </p:spPr>
      </p:pic>
      <p:sp>
        <p:nvSpPr>
          <p:cNvPr id="121" name="TextBox 6"/>
          <p:cNvSpPr/>
          <p:nvPr/>
        </p:nvSpPr>
        <p:spPr>
          <a:xfrm>
            <a:off x="1737360" y="6382440"/>
            <a:ext cx="3840120" cy="255600"/>
          </a:xfrm>
          <a:prstGeom prst="rect">
            <a:avLst/>
          </a:prstGeom>
          <a:noFill/>
          <a:ln w="0">
            <a:noFill/>
          </a:ln>
        </p:spPr>
        <p:style>
          <a:lnRef idx="0"/>
          <a:fillRef idx="0"/>
          <a:effectRef idx="0"/>
          <a:fontRef idx="minor"/>
        </p:style>
        <p:txBody>
          <a:bodyPr lIns="0" rIns="0" tIns="0" bIns="0" anchor="ctr">
            <a:spAutoFit/>
          </a:bodyPr>
          <a:p>
            <a:pPr defTabSz="457200">
              <a:lnSpc>
                <a:spcPct val="100000"/>
              </a:lnSpc>
            </a:pPr>
            <a:r>
              <a:rPr b="0" lang="en-US" sz="1000" strike="noStrike" u="none">
                <a:solidFill>
                  <a:srgbClr val="6f6b5e"/>
                </a:solidFill>
                <a:effectLst/>
                <a:uFillTx/>
                <a:latin typeface="Readex Pro"/>
                <a:ea typeface="Readex Pro"/>
              </a:rPr>
              <a:t>Samsung Innovation Campus  ·  AI Course</a:t>
            </a:r>
            <a:endParaRPr b="0" lang="en-US" sz="1000" strike="noStrike" u="none">
              <a:solidFill>
                <a:srgbClr val="000000"/>
              </a:solidFill>
              <a:effectLst/>
              <a:uFillTx/>
              <a:latin typeface="Arial"/>
            </a:endParaRPr>
          </a:p>
        </p:txBody>
      </p:sp>
      <p:sp>
        <p:nvSpPr>
          <p:cNvPr id="122" name="TextBox 7"/>
          <p:cNvSpPr/>
          <p:nvPr/>
        </p:nvSpPr>
        <p:spPr>
          <a:xfrm>
            <a:off x="8421480" y="6382440"/>
            <a:ext cx="914040" cy="255600"/>
          </a:xfrm>
          <a:prstGeom prst="rect">
            <a:avLst/>
          </a:prstGeom>
          <a:noFill/>
          <a:ln w="0">
            <a:noFill/>
          </a:ln>
        </p:spPr>
        <p:style>
          <a:lnRef idx="0"/>
          <a:fillRef idx="0"/>
          <a:effectRef idx="0"/>
          <a:fontRef idx="minor"/>
        </p:style>
        <p:txBody>
          <a:bodyPr lIns="0" rIns="0" tIns="0" bIns="0" anchor="ctr">
            <a:spAutoFit/>
          </a:bodyPr>
          <a:p>
            <a:pPr algn="r" defTabSz="457200">
              <a:lnSpc>
                <a:spcPct val="100000"/>
              </a:lnSpc>
            </a:pPr>
            <a:r>
              <a:rPr b="0" lang="en-US" sz="1000" strike="noStrike" u="none">
                <a:solidFill>
                  <a:srgbClr val="6f6b5e"/>
                </a:solidFill>
                <a:effectLst/>
                <a:uFillTx/>
                <a:latin typeface="Readex Pro"/>
                <a:ea typeface="Readex Pro"/>
              </a:rPr>
              <a:t>3 / 8</a:t>
            </a:r>
            <a:endParaRPr b="0" lang="en-US" sz="1000" strike="noStrike" u="none">
              <a:solidFill>
                <a:srgbClr val="000000"/>
              </a:solidFill>
              <a:effectLst/>
              <a:uFillTx/>
              <a:latin typeface="Arial"/>
            </a:endParaRPr>
          </a:p>
        </p:txBody>
      </p:sp>
      <p:sp>
        <p:nvSpPr>
          <p:cNvPr id="123" name="Rounded Rectangle 8"/>
          <p:cNvSpPr/>
          <p:nvPr/>
        </p:nvSpPr>
        <p:spPr>
          <a:xfrm>
            <a:off x="567000" y="1691640"/>
            <a:ext cx="4343040" cy="4068720"/>
          </a:xfrm>
          <a:prstGeom prst="roundRect">
            <a:avLst>
              <a:gd name="adj" fmla="val 3595"/>
            </a:avLst>
          </a:prstGeom>
          <a:solidFill>
            <a:srgbClr val="efe9d9"/>
          </a:solidFill>
          <a:ln w="15875">
            <a:solidFill>
              <a:srgbClr val="e6dfcc"/>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trike="noStrike" u="none">
              <a:solidFill>
                <a:schemeClr val="lt1"/>
              </a:solidFill>
              <a:effectLst/>
              <a:uFillTx/>
              <a:latin typeface="SamsungOne 400"/>
              <a:ea typeface="SamsungOneKorean 400"/>
            </a:endParaRPr>
          </a:p>
        </p:txBody>
      </p:sp>
      <p:sp>
        <p:nvSpPr>
          <p:cNvPr id="124" name="TextBox 9"/>
          <p:cNvSpPr/>
          <p:nvPr/>
        </p:nvSpPr>
        <p:spPr>
          <a:xfrm>
            <a:off x="567000" y="1892880"/>
            <a:ext cx="4343040" cy="347040"/>
          </a:xfrm>
          <a:prstGeom prst="rect">
            <a:avLst/>
          </a:prstGeom>
          <a:noFill/>
          <a:ln w="0">
            <a:noFill/>
          </a:ln>
        </p:spPr>
        <p:style>
          <a:lnRef idx="0"/>
          <a:fillRef idx="0"/>
          <a:effectRef idx="0"/>
          <a:fontRef idx="minor"/>
        </p:style>
        <p:txBody>
          <a:bodyPr lIns="0" rIns="0" tIns="0" bIns="0" anchor="ctr">
            <a:spAutoFit/>
          </a:bodyPr>
          <a:p>
            <a:pPr algn="ctr" defTabSz="457200">
              <a:lnSpc>
                <a:spcPct val="100000"/>
              </a:lnSpc>
            </a:pPr>
            <a:r>
              <a:rPr b="1" lang="en-US" sz="1700" strike="noStrike" u="none">
                <a:solidFill>
                  <a:srgbClr val="282824"/>
                </a:solidFill>
                <a:effectLst/>
                <a:uFillTx/>
                <a:latin typeface="Readex Pro"/>
                <a:ea typeface="Readex Pro"/>
              </a:rPr>
              <a:t>SAMER · human-written</a:t>
            </a:r>
            <a:endParaRPr b="0" lang="en-US" sz="1700" strike="noStrike" u="none">
              <a:solidFill>
                <a:srgbClr val="000000"/>
              </a:solidFill>
              <a:effectLst/>
              <a:uFillTx/>
              <a:latin typeface="Arial"/>
            </a:endParaRPr>
          </a:p>
        </p:txBody>
      </p:sp>
      <p:sp>
        <p:nvSpPr>
          <p:cNvPr id="125" name="Rounded Rectangle 10"/>
          <p:cNvSpPr/>
          <p:nvPr/>
        </p:nvSpPr>
        <p:spPr>
          <a:xfrm>
            <a:off x="1501200" y="2743200"/>
            <a:ext cx="2474640" cy="363960"/>
          </a:xfrm>
          <a:prstGeom prst="roundRect">
            <a:avLst>
              <a:gd name="adj" fmla="val 22594"/>
            </a:avLst>
          </a:prstGeom>
          <a:solidFill>
            <a:srgbClr val="f6f2e6"/>
          </a:solidFill>
          <a:ln w="15875">
            <a:solidFill>
              <a:srgbClr val="f6f2e6"/>
            </a:solidFill>
          </a:ln>
        </p:spPr>
        <p:style>
          <a:lnRef idx="1">
            <a:schemeClr val="accent1"/>
          </a:lnRef>
          <a:fillRef idx="3">
            <a:schemeClr val="accent1"/>
          </a:fillRef>
          <a:effectRef idx="2">
            <a:schemeClr val="accent1"/>
          </a:effectRef>
          <a:fontRef idx="minor"/>
        </p:style>
        <p:txBody>
          <a:bodyPr lIns="109800" rIns="109800" tIns="0" bIns="0" anchor="ctr">
            <a:noAutofit/>
          </a:bodyPr>
          <a:p>
            <a:pPr algn="ctr" defTabSz="457200">
              <a:lnSpc>
                <a:spcPct val="100000"/>
              </a:lnSpc>
            </a:pPr>
            <a:r>
              <a:rPr b="0" lang="en-US" sz="1300" strike="noStrike" u="none">
                <a:solidFill>
                  <a:srgbClr val="4a4842"/>
                </a:solidFill>
                <a:effectLst/>
                <a:uFillTx/>
                <a:latin typeface="Readex Pro"/>
                <a:ea typeface="Readex Pro"/>
              </a:rPr>
              <a:t>novels, short sentences</a:t>
            </a:r>
            <a:endParaRPr b="0" lang="en-US" sz="1300" strike="noStrike" u="none">
              <a:solidFill>
                <a:srgbClr val="000000"/>
              </a:solidFill>
              <a:effectLst/>
              <a:uFillTx/>
              <a:latin typeface="Arial"/>
            </a:endParaRPr>
          </a:p>
        </p:txBody>
      </p:sp>
      <p:sp>
        <p:nvSpPr>
          <p:cNvPr id="126" name="Rounded Rectangle 11"/>
          <p:cNvSpPr/>
          <p:nvPr/>
        </p:nvSpPr>
        <p:spPr>
          <a:xfrm>
            <a:off x="1388160" y="3520440"/>
            <a:ext cx="2700720" cy="363960"/>
          </a:xfrm>
          <a:prstGeom prst="roundRect">
            <a:avLst>
              <a:gd name="adj" fmla="val 22594"/>
            </a:avLst>
          </a:prstGeom>
          <a:solidFill>
            <a:srgbClr val="f6f2e6"/>
          </a:solidFill>
          <a:ln w="15875">
            <a:solidFill>
              <a:srgbClr val="f6f2e6"/>
            </a:solidFill>
          </a:ln>
        </p:spPr>
        <p:style>
          <a:lnRef idx="1">
            <a:schemeClr val="accent1"/>
          </a:lnRef>
          <a:fillRef idx="3">
            <a:schemeClr val="accent1"/>
          </a:fillRef>
          <a:effectRef idx="2">
            <a:schemeClr val="accent1"/>
          </a:effectRef>
          <a:fontRef idx="minor"/>
        </p:style>
        <p:txBody>
          <a:bodyPr lIns="109800" rIns="109800" tIns="0" bIns="0" anchor="ctr">
            <a:noAutofit/>
          </a:bodyPr>
          <a:p>
            <a:pPr algn="ctr" defTabSz="457200">
              <a:lnSpc>
                <a:spcPct val="100000"/>
              </a:lnSpc>
            </a:pPr>
            <a:r>
              <a:rPr b="0" lang="en-US" sz="1300" strike="noStrike" u="none">
                <a:solidFill>
                  <a:srgbClr val="4a4842"/>
                </a:solidFill>
                <a:effectLst/>
                <a:uFillTx/>
                <a:latin typeface="Readex Pro"/>
                <a:ea typeface="Readex Pro"/>
              </a:rPr>
              <a:t>42–49% of pairs unchanged</a:t>
            </a:r>
            <a:endParaRPr b="0" lang="en-US" sz="1300" strike="noStrike" u="none">
              <a:solidFill>
                <a:srgbClr val="000000"/>
              </a:solidFill>
              <a:effectLst/>
              <a:uFillTx/>
              <a:latin typeface="Arial"/>
            </a:endParaRPr>
          </a:p>
        </p:txBody>
      </p:sp>
      <p:sp>
        <p:nvSpPr>
          <p:cNvPr id="127" name="Rounded Rectangle 12"/>
          <p:cNvSpPr/>
          <p:nvPr/>
        </p:nvSpPr>
        <p:spPr>
          <a:xfrm>
            <a:off x="828000" y="4297680"/>
            <a:ext cx="3821040" cy="338760"/>
          </a:xfrm>
          <a:prstGeom prst="roundRect">
            <a:avLst>
              <a:gd name="adj" fmla="val 24269"/>
            </a:avLst>
          </a:prstGeom>
          <a:solidFill>
            <a:srgbClr val="f6f2e6"/>
          </a:solidFill>
          <a:ln w="15875">
            <a:solidFill>
              <a:srgbClr val="f6f2e6"/>
            </a:solidFill>
          </a:ln>
        </p:spPr>
        <p:style>
          <a:lnRef idx="1">
            <a:schemeClr val="accent1"/>
          </a:lnRef>
          <a:fillRef idx="3">
            <a:schemeClr val="accent1"/>
          </a:fillRef>
          <a:effectRef idx="2">
            <a:schemeClr val="accent1"/>
          </a:effectRef>
          <a:fontRef idx="minor"/>
        </p:style>
        <p:txBody>
          <a:bodyPr lIns="109800" rIns="109800" tIns="0" bIns="0" anchor="ctr">
            <a:noAutofit/>
          </a:bodyPr>
          <a:p>
            <a:pPr algn="ctr" defTabSz="457200">
              <a:lnSpc>
                <a:spcPct val="100000"/>
              </a:lnSpc>
            </a:pPr>
            <a:r>
              <a:rPr b="0" lang="en-US" sz="1150" strike="noStrike" u="none">
                <a:solidFill>
                  <a:srgbClr val="4a4842"/>
                </a:solidFill>
                <a:effectLst/>
                <a:uFillTx/>
                <a:latin typeface="Readex Pro"/>
                <a:ea typeface="Readex Pro"/>
              </a:rPr>
              <a:t>length ratio 1.00: swaps words, never splits</a:t>
            </a:r>
            <a:endParaRPr b="0" lang="en-US" sz="1150" strike="noStrike" u="none">
              <a:solidFill>
                <a:srgbClr val="000000"/>
              </a:solidFill>
              <a:effectLst/>
              <a:uFillTx/>
              <a:latin typeface="Arial"/>
            </a:endParaRPr>
          </a:p>
        </p:txBody>
      </p:sp>
      <p:sp>
        <p:nvSpPr>
          <p:cNvPr id="128" name="Rounded Rectangle 13"/>
          <p:cNvSpPr/>
          <p:nvPr/>
        </p:nvSpPr>
        <p:spPr>
          <a:xfrm>
            <a:off x="5230440" y="1691640"/>
            <a:ext cx="4343040" cy="4068720"/>
          </a:xfrm>
          <a:prstGeom prst="roundRect">
            <a:avLst>
              <a:gd name="adj" fmla="val 3595"/>
            </a:avLst>
          </a:prstGeom>
          <a:solidFill>
            <a:srgbClr val="efe9d9"/>
          </a:solidFill>
          <a:ln w="15875">
            <a:solidFill>
              <a:srgbClr val="e6dfcc"/>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trike="noStrike" u="none">
              <a:solidFill>
                <a:schemeClr val="lt1"/>
              </a:solidFill>
              <a:effectLst/>
              <a:uFillTx/>
              <a:latin typeface="SamsungOne 400"/>
              <a:ea typeface="SamsungOneKorean 400"/>
            </a:endParaRPr>
          </a:p>
        </p:txBody>
      </p:sp>
      <p:sp>
        <p:nvSpPr>
          <p:cNvPr id="129" name="TextBox 14"/>
          <p:cNvSpPr/>
          <p:nvPr/>
        </p:nvSpPr>
        <p:spPr>
          <a:xfrm>
            <a:off x="5230440" y="1892880"/>
            <a:ext cx="4343040" cy="347040"/>
          </a:xfrm>
          <a:prstGeom prst="rect">
            <a:avLst/>
          </a:prstGeom>
          <a:noFill/>
          <a:ln w="0">
            <a:noFill/>
          </a:ln>
        </p:spPr>
        <p:style>
          <a:lnRef idx="0"/>
          <a:fillRef idx="0"/>
          <a:effectRef idx="0"/>
          <a:fontRef idx="minor"/>
        </p:style>
        <p:txBody>
          <a:bodyPr lIns="0" rIns="0" tIns="0" bIns="0" anchor="ctr">
            <a:spAutoFit/>
          </a:bodyPr>
          <a:p>
            <a:pPr algn="ctr" defTabSz="457200">
              <a:lnSpc>
                <a:spcPct val="100000"/>
              </a:lnSpc>
            </a:pPr>
            <a:r>
              <a:rPr b="1" lang="en-US" sz="1700" strike="noStrike" u="none">
                <a:solidFill>
                  <a:srgbClr val="282824"/>
                </a:solidFill>
                <a:effectLst/>
                <a:uFillTx/>
                <a:latin typeface="Readex Pro"/>
                <a:ea typeface="Readex Pro"/>
              </a:rPr>
              <a:t>Other sources · LLM-written</a:t>
            </a:r>
            <a:endParaRPr b="0" lang="en-US" sz="1700" strike="noStrike" u="none">
              <a:solidFill>
                <a:srgbClr val="000000"/>
              </a:solidFill>
              <a:effectLst/>
              <a:uFillTx/>
              <a:latin typeface="Arial"/>
            </a:endParaRPr>
          </a:p>
        </p:txBody>
      </p:sp>
      <p:sp>
        <p:nvSpPr>
          <p:cNvPr id="130" name="Rounded Rectangle 15"/>
          <p:cNvSpPr/>
          <p:nvPr/>
        </p:nvSpPr>
        <p:spPr>
          <a:xfrm>
            <a:off x="5931720" y="2743200"/>
            <a:ext cx="2940120" cy="363960"/>
          </a:xfrm>
          <a:prstGeom prst="roundRect">
            <a:avLst>
              <a:gd name="adj" fmla="val 22594"/>
            </a:avLst>
          </a:prstGeom>
          <a:solidFill>
            <a:srgbClr val="f6f2e6"/>
          </a:solidFill>
          <a:ln w="15875">
            <a:solidFill>
              <a:srgbClr val="f6f2e6"/>
            </a:solidFill>
          </a:ln>
        </p:spPr>
        <p:style>
          <a:lnRef idx="1">
            <a:schemeClr val="accent1"/>
          </a:lnRef>
          <a:fillRef idx="3">
            <a:schemeClr val="accent1"/>
          </a:fillRef>
          <a:effectRef idx="2">
            <a:schemeClr val="accent1"/>
          </a:effectRef>
          <a:fontRef idx="minor"/>
        </p:style>
        <p:txBody>
          <a:bodyPr lIns="109800" rIns="109800" tIns="0" bIns="0" anchor="ctr">
            <a:noAutofit/>
          </a:bodyPr>
          <a:p>
            <a:pPr algn="ctr" defTabSz="457200">
              <a:lnSpc>
                <a:spcPct val="100000"/>
              </a:lnSpc>
            </a:pPr>
            <a:r>
              <a:rPr b="0" lang="en-US" sz="1300" strike="noStrike" u="none">
                <a:solidFill>
                  <a:srgbClr val="4a4842"/>
                </a:solidFill>
                <a:effectLst/>
                <a:uFillTx/>
                <a:latin typeface="Readex Pro"/>
                <a:ea typeface="Readex Pro"/>
              </a:rPr>
              <a:t>many targets are summaries</a:t>
            </a:r>
            <a:endParaRPr b="0" lang="en-US" sz="1300" strike="noStrike" u="none">
              <a:solidFill>
                <a:srgbClr val="000000"/>
              </a:solidFill>
              <a:effectLst/>
              <a:uFillTx/>
              <a:latin typeface="Arial"/>
            </a:endParaRPr>
          </a:p>
        </p:txBody>
      </p:sp>
      <p:sp>
        <p:nvSpPr>
          <p:cNvPr id="131" name="Rounded Rectangle 16"/>
          <p:cNvSpPr/>
          <p:nvPr/>
        </p:nvSpPr>
        <p:spPr>
          <a:xfrm>
            <a:off x="5823720" y="3520440"/>
            <a:ext cx="3156480" cy="363960"/>
          </a:xfrm>
          <a:prstGeom prst="roundRect">
            <a:avLst>
              <a:gd name="adj" fmla="val 22594"/>
            </a:avLst>
          </a:prstGeom>
          <a:solidFill>
            <a:srgbClr val="f6f2e6"/>
          </a:solidFill>
          <a:ln w="15875">
            <a:solidFill>
              <a:srgbClr val="f6f2e6"/>
            </a:solidFill>
          </a:ln>
        </p:spPr>
        <p:style>
          <a:lnRef idx="1">
            <a:schemeClr val="accent1"/>
          </a:lnRef>
          <a:fillRef idx="3">
            <a:schemeClr val="accent1"/>
          </a:fillRef>
          <a:effectRef idx="2">
            <a:schemeClr val="accent1"/>
          </a:effectRef>
          <a:fontRef idx="minor"/>
        </p:style>
        <p:txBody>
          <a:bodyPr lIns="109800" rIns="109800" tIns="0" bIns="0" anchor="ctr">
            <a:noAutofit/>
          </a:bodyPr>
          <a:p>
            <a:pPr algn="ctr" defTabSz="457200">
              <a:lnSpc>
                <a:spcPct val="100000"/>
              </a:lnSpc>
            </a:pPr>
            <a:r>
              <a:rPr b="0" lang="en-US" sz="1300" strike="noStrike" u="none">
                <a:solidFill>
                  <a:srgbClr val="4a4842"/>
                </a:solidFill>
                <a:effectLst/>
                <a:uFillTx/>
                <a:latin typeface="Readex Pro"/>
                <a:ea typeface="Readex Pro"/>
              </a:rPr>
              <a:t>they drop facts, delete options</a:t>
            </a:r>
            <a:endParaRPr b="0" lang="en-US" sz="1300" strike="noStrike" u="none">
              <a:solidFill>
                <a:srgbClr val="000000"/>
              </a:solidFill>
              <a:effectLst/>
              <a:uFillTx/>
              <a:latin typeface="Arial"/>
            </a:endParaRPr>
          </a:p>
        </p:txBody>
      </p:sp>
      <p:sp>
        <p:nvSpPr>
          <p:cNvPr id="132" name="Rounded Rectangle 17"/>
          <p:cNvSpPr/>
          <p:nvPr/>
        </p:nvSpPr>
        <p:spPr>
          <a:xfrm>
            <a:off x="5684040" y="4297680"/>
            <a:ext cx="3435480" cy="363960"/>
          </a:xfrm>
          <a:prstGeom prst="roundRect">
            <a:avLst>
              <a:gd name="adj" fmla="val 22594"/>
            </a:avLst>
          </a:prstGeom>
          <a:solidFill>
            <a:srgbClr val="f6f2e6"/>
          </a:solidFill>
          <a:ln w="15875">
            <a:solidFill>
              <a:srgbClr val="f6f2e6"/>
            </a:solidFill>
          </a:ln>
        </p:spPr>
        <p:style>
          <a:lnRef idx="1">
            <a:schemeClr val="accent1"/>
          </a:lnRef>
          <a:fillRef idx="3">
            <a:schemeClr val="accent1"/>
          </a:fillRef>
          <a:effectRef idx="2">
            <a:schemeClr val="accent1"/>
          </a:effectRef>
          <a:fontRef idx="minor"/>
        </p:style>
        <p:txBody>
          <a:bodyPr lIns="109800" rIns="109800" tIns="0" bIns="0" anchor="ctr">
            <a:noAutofit/>
          </a:bodyPr>
          <a:p>
            <a:pPr algn="ctr" defTabSz="457200">
              <a:lnSpc>
                <a:spcPct val="100000"/>
              </a:lnSpc>
            </a:pPr>
            <a:r>
              <a:rPr b="0" lang="en-US" sz="1300" strike="noStrike" u="none">
                <a:solidFill>
                  <a:srgbClr val="4a4842"/>
                </a:solidFill>
                <a:effectLst/>
                <a:uFillTx/>
                <a:latin typeface="Readex Pro"/>
                <a:ea typeface="Readex Pro"/>
              </a:rPr>
              <a:t>after a meaning filter: 6,888 pairs</a:t>
            </a:r>
            <a:endParaRPr b="0" lang="en-US" sz="13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3" name="Background"/>
          <p:cNvSpPr/>
          <p:nvPr/>
        </p:nvSpPr>
        <p:spPr>
          <a:xfrm>
            <a:off x="0" y="0"/>
            <a:ext cx="9902520" cy="6857640"/>
          </a:xfrm>
          <a:prstGeom prst="rect">
            <a:avLst/>
          </a:prstGeom>
          <a:solidFill>
            <a:srgbClr val="f6f2e6"/>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trike="noStrike" u="none">
              <a:solidFill>
                <a:schemeClr val="lt1"/>
              </a:solidFill>
              <a:effectLst/>
              <a:uFillTx/>
              <a:latin typeface="SamsungOne 400"/>
              <a:ea typeface="SamsungOneKorean 400"/>
            </a:endParaRPr>
          </a:p>
        </p:txBody>
      </p:sp>
      <p:sp>
        <p:nvSpPr>
          <p:cNvPr id="134" name="Rectangle 2"/>
          <p:cNvSpPr/>
          <p:nvPr/>
        </p:nvSpPr>
        <p:spPr>
          <a:xfrm>
            <a:off x="567000" y="475560"/>
            <a:ext cx="63720" cy="273960"/>
          </a:xfrm>
          <a:prstGeom prst="rect">
            <a:avLst/>
          </a:prstGeom>
          <a:solidFill>
            <a:srgbClr val="c6986b"/>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trike="noStrike" u="none">
              <a:solidFill>
                <a:schemeClr val="lt1"/>
              </a:solidFill>
              <a:effectLst/>
              <a:uFillTx/>
              <a:latin typeface="SamsungOne 400"/>
              <a:ea typeface="SamsungOneKorean 400"/>
            </a:endParaRPr>
          </a:p>
        </p:txBody>
      </p:sp>
      <p:sp>
        <p:nvSpPr>
          <p:cNvPr id="135" name="TextBox 3"/>
          <p:cNvSpPr/>
          <p:nvPr/>
        </p:nvSpPr>
        <p:spPr>
          <a:xfrm>
            <a:off x="731520" y="438840"/>
            <a:ext cx="8586000" cy="310680"/>
          </a:xfrm>
          <a:prstGeom prst="rect">
            <a:avLst/>
          </a:prstGeom>
          <a:noFill/>
          <a:ln w="0">
            <a:noFill/>
          </a:ln>
        </p:spPr>
        <p:style>
          <a:lnRef idx="0"/>
          <a:fillRef idx="0"/>
          <a:effectRef idx="0"/>
          <a:fontRef idx="minor"/>
        </p:style>
        <p:txBody>
          <a:bodyPr lIns="0" rIns="0" tIns="0" bIns="0" anchor="ctr">
            <a:spAutoFit/>
          </a:bodyPr>
          <a:p>
            <a:pPr defTabSz="457200">
              <a:lnSpc>
                <a:spcPct val="100000"/>
              </a:lnSpc>
            </a:pPr>
            <a:r>
              <a:rPr b="1" lang="en-US" sz="1250" strike="noStrike" u="none">
                <a:solidFill>
                  <a:srgbClr val="c6986b"/>
                </a:solidFill>
                <a:effectLst/>
                <a:uFillTx/>
                <a:latin typeface="Readex Pro"/>
                <a:ea typeface="Readex Pro"/>
              </a:rPr>
              <a:t>02 · DATA</a:t>
            </a:r>
            <a:endParaRPr b="0" lang="en-US" sz="1250" strike="noStrike" u="none">
              <a:solidFill>
                <a:srgbClr val="000000"/>
              </a:solidFill>
              <a:effectLst/>
              <a:uFillTx/>
              <a:latin typeface="Arial"/>
            </a:endParaRPr>
          </a:p>
        </p:txBody>
      </p:sp>
      <p:sp>
        <p:nvSpPr>
          <p:cNvPr id="136" name="TextBox 4"/>
          <p:cNvSpPr/>
          <p:nvPr/>
        </p:nvSpPr>
        <p:spPr>
          <a:xfrm>
            <a:off x="567000" y="804600"/>
            <a:ext cx="8768880" cy="502560"/>
          </a:xfrm>
          <a:prstGeom prst="rect">
            <a:avLst/>
          </a:prstGeom>
          <a:noFill/>
          <a:ln w="0">
            <a:noFill/>
          </a:ln>
        </p:spPr>
        <p:style>
          <a:lnRef idx="0"/>
          <a:fillRef idx="0"/>
          <a:effectRef idx="0"/>
          <a:fontRef idx="minor"/>
        </p:style>
        <p:txBody>
          <a:bodyPr lIns="0" rIns="0" tIns="0" bIns="0" anchor="ctr">
            <a:spAutoFit/>
          </a:bodyPr>
          <a:p>
            <a:pPr defTabSz="457200">
              <a:lnSpc>
                <a:spcPct val="100000"/>
              </a:lnSpc>
            </a:pPr>
            <a:r>
              <a:rPr b="1" lang="en-US" sz="2600" strike="noStrike" u="none">
                <a:solidFill>
                  <a:srgbClr val="282824"/>
                </a:solidFill>
                <a:effectLst/>
                <a:uFillTx/>
                <a:latin typeface="Readex Pro"/>
                <a:ea typeface="Readex Pro"/>
              </a:rPr>
              <a:t>How we got to corpus v1</a:t>
            </a:r>
            <a:endParaRPr b="0" lang="en-US" sz="2600" strike="noStrike" u="none">
              <a:solidFill>
                <a:srgbClr val="000000"/>
              </a:solidFill>
              <a:effectLst/>
              <a:uFillTx/>
              <a:latin typeface="Arial"/>
            </a:endParaRPr>
          </a:p>
        </p:txBody>
      </p:sp>
      <p:pic>
        <p:nvPicPr>
          <p:cNvPr id="137" name="Samsung logo" descr="Samsung"/>
          <p:cNvPicPr/>
          <p:nvPr/>
        </p:nvPicPr>
        <p:blipFill>
          <a:blip r:embed="rId1"/>
          <a:stretch/>
        </p:blipFill>
        <p:spPr>
          <a:xfrm>
            <a:off x="567000" y="6336720"/>
            <a:ext cx="1023840" cy="156960"/>
          </a:xfrm>
          <a:prstGeom prst="rect">
            <a:avLst/>
          </a:prstGeom>
          <a:noFill/>
          <a:ln w="0">
            <a:noFill/>
          </a:ln>
        </p:spPr>
      </p:pic>
      <p:sp>
        <p:nvSpPr>
          <p:cNvPr id="138" name="TextBox 6"/>
          <p:cNvSpPr/>
          <p:nvPr/>
        </p:nvSpPr>
        <p:spPr>
          <a:xfrm>
            <a:off x="1737360" y="6382440"/>
            <a:ext cx="3840120" cy="255600"/>
          </a:xfrm>
          <a:prstGeom prst="rect">
            <a:avLst/>
          </a:prstGeom>
          <a:noFill/>
          <a:ln w="0">
            <a:noFill/>
          </a:ln>
        </p:spPr>
        <p:style>
          <a:lnRef idx="0"/>
          <a:fillRef idx="0"/>
          <a:effectRef idx="0"/>
          <a:fontRef idx="minor"/>
        </p:style>
        <p:txBody>
          <a:bodyPr lIns="0" rIns="0" tIns="0" bIns="0" anchor="ctr">
            <a:spAutoFit/>
          </a:bodyPr>
          <a:p>
            <a:pPr defTabSz="457200">
              <a:lnSpc>
                <a:spcPct val="100000"/>
              </a:lnSpc>
            </a:pPr>
            <a:r>
              <a:rPr b="0" lang="en-US" sz="1000" strike="noStrike" u="none">
                <a:solidFill>
                  <a:srgbClr val="6f6b5e"/>
                </a:solidFill>
                <a:effectLst/>
                <a:uFillTx/>
                <a:latin typeface="Readex Pro"/>
                <a:ea typeface="Readex Pro"/>
              </a:rPr>
              <a:t>Samsung Innovation Campus  ·  AI Course</a:t>
            </a:r>
            <a:endParaRPr b="0" lang="en-US" sz="1000" strike="noStrike" u="none">
              <a:solidFill>
                <a:srgbClr val="000000"/>
              </a:solidFill>
              <a:effectLst/>
              <a:uFillTx/>
              <a:latin typeface="Arial"/>
            </a:endParaRPr>
          </a:p>
        </p:txBody>
      </p:sp>
      <p:sp>
        <p:nvSpPr>
          <p:cNvPr id="139" name="TextBox 7"/>
          <p:cNvSpPr/>
          <p:nvPr/>
        </p:nvSpPr>
        <p:spPr>
          <a:xfrm>
            <a:off x="8421480" y="6382440"/>
            <a:ext cx="914040" cy="255600"/>
          </a:xfrm>
          <a:prstGeom prst="rect">
            <a:avLst/>
          </a:prstGeom>
          <a:noFill/>
          <a:ln w="0">
            <a:noFill/>
          </a:ln>
        </p:spPr>
        <p:style>
          <a:lnRef idx="0"/>
          <a:fillRef idx="0"/>
          <a:effectRef idx="0"/>
          <a:fontRef idx="minor"/>
        </p:style>
        <p:txBody>
          <a:bodyPr lIns="0" rIns="0" tIns="0" bIns="0" anchor="ctr">
            <a:spAutoFit/>
          </a:bodyPr>
          <a:p>
            <a:pPr algn="r" defTabSz="457200">
              <a:lnSpc>
                <a:spcPct val="100000"/>
              </a:lnSpc>
            </a:pPr>
            <a:r>
              <a:rPr b="0" lang="en-US" sz="1000" strike="noStrike" u="none">
                <a:solidFill>
                  <a:srgbClr val="6f6b5e"/>
                </a:solidFill>
                <a:effectLst/>
                <a:uFillTx/>
                <a:latin typeface="Readex Pro"/>
                <a:ea typeface="Readex Pro"/>
              </a:rPr>
              <a:t>3 / 8</a:t>
            </a:r>
            <a:endParaRPr b="0" lang="en-US" sz="1000" strike="noStrike" u="none">
              <a:solidFill>
                <a:srgbClr val="000000"/>
              </a:solidFill>
              <a:effectLst/>
              <a:uFillTx/>
              <a:latin typeface="Arial"/>
            </a:endParaRPr>
          </a:p>
        </p:txBody>
      </p:sp>
      <p:sp>
        <p:nvSpPr>
          <p:cNvPr id="140" name="TextBox 8"/>
          <p:cNvSpPr/>
          <p:nvPr/>
        </p:nvSpPr>
        <p:spPr>
          <a:xfrm>
            <a:off x="567000" y="1481400"/>
            <a:ext cx="8768880" cy="255600"/>
          </a:xfrm>
          <a:prstGeom prst="rect">
            <a:avLst/>
          </a:prstGeom>
          <a:noFill/>
          <a:ln w="0">
            <a:noFill/>
          </a:ln>
        </p:spPr>
        <p:style>
          <a:lnRef idx="0"/>
          <a:fillRef idx="0"/>
          <a:effectRef idx="0"/>
          <a:fontRef idx="minor"/>
        </p:style>
        <p:txBody>
          <a:bodyPr lIns="0" rIns="0" tIns="0" bIns="0" anchor="ctr">
            <a:spAutoFit/>
          </a:bodyPr>
          <a:p>
            <a:pPr algn="ctr" defTabSz="457200">
              <a:lnSpc>
                <a:spcPct val="100000"/>
              </a:lnSpc>
            </a:pPr>
            <a:r>
              <a:rPr b="0" lang="en-US" sz="1200" strike="noStrike" u="none">
                <a:solidFill>
                  <a:srgbClr val="6f6b5e"/>
                </a:solidFill>
                <a:effectLst/>
                <a:uFillTx/>
                <a:latin typeface="Readex Pro"/>
                <a:ea typeface="Readex Pro"/>
              </a:rPr>
              <a:t>corpus v0, our first synthetic data</a:t>
            </a:r>
            <a:endParaRPr b="0" lang="en-US" sz="1200" strike="noStrike" u="none">
              <a:solidFill>
                <a:srgbClr val="000000"/>
              </a:solidFill>
              <a:effectLst/>
              <a:uFillTx/>
              <a:latin typeface="Arial"/>
            </a:endParaRPr>
          </a:p>
        </p:txBody>
      </p:sp>
      <p:sp>
        <p:nvSpPr>
          <p:cNvPr id="141" name="Rounded Rectangle 9"/>
          <p:cNvSpPr/>
          <p:nvPr/>
        </p:nvSpPr>
        <p:spPr>
          <a:xfrm>
            <a:off x="745200" y="1874520"/>
            <a:ext cx="2468520" cy="776880"/>
          </a:xfrm>
          <a:prstGeom prst="roundRect">
            <a:avLst>
              <a:gd name="adj" fmla="val 11764"/>
            </a:avLst>
          </a:prstGeom>
          <a:solidFill>
            <a:srgbClr val="efe9d9"/>
          </a:solidFill>
          <a:ln w="15875">
            <a:solidFill>
              <a:srgbClr val="e6dfcc"/>
            </a:solidFill>
          </a:ln>
        </p:spPr>
        <p:style>
          <a:lnRef idx="1">
            <a:schemeClr val="accent1"/>
          </a:lnRef>
          <a:fillRef idx="3">
            <a:schemeClr val="accent1"/>
          </a:fillRef>
          <a:effectRef idx="2">
            <a:schemeClr val="accent1"/>
          </a:effectRef>
          <a:fontRef idx="minor"/>
        </p:style>
        <p:txBody>
          <a:bodyPr lIns="109800" rIns="109800" tIns="0" bIns="0" anchor="ctr">
            <a:noAutofit/>
          </a:bodyPr>
          <a:p>
            <a:pPr algn="ctr" defTabSz="457200">
              <a:lnSpc>
                <a:spcPct val="100000"/>
              </a:lnSpc>
            </a:pPr>
            <a:r>
              <a:rPr b="0" lang="en-US" sz="1200" strike="noStrike" u="none">
                <a:solidFill>
                  <a:srgbClr val="4a4842"/>
                </a:solidFill>
                <a:effectLst/>
                <a:uFillTx/>
                <a:latin typeface="Readex Pro"/>
                <a:ea typeface="Readex Pro"/>
              </a:rPr>
              <a:t>DeepSeek: 5 candidates</a:t>
            </a:r>
            <a:endParaRPr b="0" lang="en-US" sz="1200" strike="noStrike" u="none">
              <a:solidFill>
                <a:srgbClr val="000000"/>
              </a:solidFill>
              <a:effectLst/>
              <a:uFillTx/>
              <a:latin typeface="Arial"/>
            </a:endParaRPr>
          </a:p>
          <a:p>
            <a:pPr algn="ctr" defTabSz="457200">
              <a:lnSpc>
                <a:spcPct val="100000"/>
              </a:lnSpc>
            </a:pPr>
            <a:r>
              <a:rPr b="0" lang="en-US" sz="1200" strike="noStrike" u="none">
                <a:solidFill>
                  <a:srgbClr val="4a4842"/>
                </a:solidFill>
                <a:effectLst/>
                <a:uFillTx/>
                <a:latin typeface="Readex Pro"/>
                <a:ea typeface="Readex Pro"/>
              </a:rPr>
              <a:t>per source</a:t>
            </a:r>
            <a:endParaRPr b="0" lang="en-US" sz="1200" strike="noStrike" u="none">
              <a:solidFill>
                <a:srgbClr val="000000"/>
              </a:solidFill>
              <a:effectLst/>
              <a:uFillTx/>
              <a:latin typeface="Arial"/>
            </a:endParaRPr>
          </a:p>
        </p:txBody>
      </p:sp>
      <p:sp>
        <p:nvSpPr>
          <p:cNvPr id="142" name="Rounded Rectangle 10"/>
          <p:cNvSpPr/>
          <p:nvPr/>
        </p:nvSpPr>
        <p:spPr>
          <a:xfrm>
            <a:off x="3717000" y="1874520"/>
            <a:ext cx="2468520" cy="776880"/>
          </a:xfrm>
          <a:prstGeom prst="roundRect">
            <a:avLst>
              <a:gd name="adj" fmla="val 11764"/>
            </a:avLst>
          </a:prstGeom>
          <a:solidFill>
            <a:srgbClr val="efe9d9"/>
          </a:solidFill>
          <a:ln w="15875">
            <a:solidFill>
              <a:srgbClr val="e6dfcc"/>
            </a:solidFill>
          </a:ln>
        </p:spPr>
        <p:style>
          <a:lnRef idx="1">
            <a:schemeClr val="accent1"/>
          </a:lnRef>
          <a:fillRef idx="3">
            <a:schemeClr val="accent1"/>
          </a:fillRef>
          <a:effectRef idx="2">
            <a:schemeClr val="accent1"/>
          </a:effectRef>
          <a:fontRef idx="minor"/>
        </p:style>
        <p:txBody>
          <a:bodyPr lIns="109800" rIns="109800" tIns="0" bIns="0" anchor="ctr">
            <a:noAutofit/>
          </a:bodyPr>
          <a:p>
            <a:pPr algn="ctr" defTabSz="457200">
              <a:lnSpc>
                <a:spcPct val="100000"/>
              </a:lnSpc>
            </a:pPr>
            <a:r>
              <a:rPr b="0" lang="en-US" sz="1200" strike="noStrike" u="none">
                <a:solidFill>
                  <a:srgbClr val="4a4842"/>
                </a:solidFill>
                <a:effectLst/>
                <a:uFillTx/>
                <a:latin typeface="Readex Pro"/>
                <a:ea typeface="Readex Pro"/>
              </a:rPr>
              <a:t>LLM equivalence</a:t>
            </a:r>
            <a:endParaRPr b="0" lang="en-US" sz="1200" strike="noStrike" u="none">
              <a:solidFill>
                <a:srgbClr val="000000"/>
              </a:solidFill>
              <a:effectLst/>
              <a:uFillTx/>
              <a:latin typeface="Arial"/>
            </a:endParaRPr>
          </a:p>
          <a:p>
            <a:pPr algn="ctr" defTabSz="457200">
              <a:lnSpc>
                <a:spcPct val="100000"/>
              </a:lnSpc>
            </a:pPr>
            <a:r>
              <a:rPr b="0" lang="en-US" sz="1200" strike="noStrike" u="none">
                <a:solidFill>
                  <a:srgbClr val="4a4842"/>
                </a:solidFill>
                <a:effectLst/>
                <a:uFillTx/>
                <a:latin typeface="Readex Pro"/>
                <a:ea typeface="Readex Pro"/>
              </a:rPr>
              <a:t>validator</a:t>
            </a:r>
            <a:endParaRPr b="0" lang="en-US" sz="1200" strike="noStrike" u="none">
              <a:solidFill>
                <a:srgbClr val="000000"/>
              </a:solidFill>
              <a:effectLst/>
              <a:uFillTx/>
              <a:latin typeface="Arial"/>
            </a:endParaRPr>
          </a:p>
        </p:txBody>
      </p:sp>
      <p:cxnSp>
        <p:nvCxnSpPr>
          <p:cNvPr id="143" name="Connector 11"/>
          <p:cNvCxnSpPr/>
          <p:nvPr/>
        </p:nvCxnSpPr>
        <p:spPr>
          <a:xfrm>
            <a:off x="3214080" y="2258280"/>
            <a:ext cx="503280" cy="360"/>
          </a:xfrm>
          <a:prstGeom prst="straightConnector1">
            <a:avLst/>
          </a:prstGeom>
          <a:ln w="25400">
            <a:solidFill>
              <a:srgbClr val="c6986b"/>
            </a:solidFill>
            <a:tailEnd len="med" type="triangle" w="med"/>
          </a:ln>
        </p:spPr>
      </p:cxnSp>
      <p:sp>
        <p:nvSpPr>
          <p:cNvPr id="144" name="Rounded Rectangle 12"/>
          <p:cNvSpPr/>
          <p:nvPr/>
        </p:nvSpPr>
        <p:spPr>
          <a:xfrm>
            <a:off x="6688800" y="1874520"/>
            <a:ext cx="2468520" cy="776880"/>
          </a:xfrm>
          <a:prstGeom prst="roundRect">
            <a:avLst>
              <a:gd name="adj" fmla="val 11764"/>
            </a:avLst>
          </a:prstGeom>
          <a:solidFill>
            <a:srgbClr val="efe9d9"/>
          </a:solidFill>
          <a:ln w="15875">
            <a:solidFill>
              <a:srgbClr val="e6dfcc"/>
            </a:solidFill>
          </a:ln>
        </p:spPr>
        <p:style>
          <a:lnRef idx="1">
            <a:schemeClr val="accent1"/>
          </a:lnRef>
          <a:fillRef idx="3">
            <a:schemeClr val="accent1"/>
          </a:fillRef>
          <a:effectRef idx="2">
            <a:schemeClr val="accent1"/>
          </a:effectRef>
          <a:fontRef idx="minor"/>
        </p:style>
        <p:txBody>
          <a:bodyPr lIns="109800" rIns="109800" tIns="0" bIns="0" anchor="ctr">
            <a:noAutofit/>
          </a:bodyPr>
          <a:p>
            <a:pPr algn="ctr" defTabSz="457200">
              <a:lnSpc>
                <a:spcPct val="100000"/>
              </a:lnSpc>
            </a:pPr>
            <a:r>
              <a:rPr b="0" lang="en-US" sz="1200" strike="noStrike" u="none">
                <a:solidFill>
                  <a:srgbClr val="4a4842"/>
                </a:solidFill>
                <a:effectLst/>
                <a:uFillTx/>
                <a:latin typeface="Readex Pro"/>
                <a:ea typeface="Readex Pro"/>
              </a:rPr>
              <a:t>CAMeL readability</a:t>
            </a:r>
            <a:endParaRPr b="0" lang="en-US" sz="1200" strike="noStrike" u="none">
              <a:solidFill>
                <a:srgbClr val="000000"/>
              </a:solidFill>
              <a:effectLst/>
              <a:uFillTx/>
              <a:latin typeface="Arial"/>
            </a:endParaRPr>
          </a:p>
          <a:p>
            <a:pPr algn="ctr" defTabSz="457200">
              <a:lnSpc>
                <a:spcPct val="100000"/>
              </a:lnSpc>
            </a:pPr>
            <a:r>
              <a:rPr b="0" lang="en-US" sz="1200" strike="noStrike" u="none">
                <a:solidFill>
                  <a:srgbClr val="4a4842"/>
                </a:solidFill>
                <a:effectLst/>
                <a:uFillTx/>
                <a:latin typeface="Readex Pro"/>
                <a:ea typeface="Readex Pro"/>
              </a:rPr>
              <a:t>gate</a:t>
            </a:r>
            <a:endParaRPr b="0" lang="en-US" sz="1200" strike="noStrike" u="none">
              <a:solidFill>
                <a:srgbClr val="000000"/>
              </a:solidFill>
              <a:effectLst/>
              <a:uFillTx/>
              <a:latin typeface="Arial"/>
            </a:endParaRPr>
          </a:p>
        </p:txBody>
      </p:sp>
      <p:cxnSp>
        <p:nvCxnSpPr>
          <p:cNvPr id="145" name="Connector 13"/>
          <p:cNvCxnSpPr/>
          <p:nvPr/>
        </p:nvCxnSpPr>
        <p:spPr>
          <a:xfrm>
            <a:off x="6185880" y="2258280"/>
            <a:ext cx="503280" cy="360"/>
          </a:xfrm>
          <a:prstGeom prst="straightConnector1">
            <a:avLst/>
          </a:prstGeom>
          <a:ln w="25400">
            <a:solidFill>
              <a:srgbClr val="c6986b"/>
            </a:solidFill>
            <a:tailEnd len="med" type="triangle" w="med"/>
          </a:ln>
        </p:spPr>
      </p:cxnSp>
      <p:sp>
        <p:nvSpPr>
          <p:cNvPr id="146" name="TextBox 14"/>
          <p:cNvSpPr/>
          <p:nvPr/>
        </p:nvSpPr>
        <p:spPr>
          <a:xfrm>
            <a:off x="567000" y="2971800"/>
            <a:ext cx="8768880" cy="347040"/>
          </a:xfrm>
          <a:prstGeom prst="rect">
            <a:avLst/>
          </a:prstGeom>
          <a:noFill/>
          <a:ln w="0">
            <a:noFill/>
          </a:ln>
        </p:spPr>
        <p:style>
          <a:lnRef idx="0"/>
          <a:fillRef idx="0"/>
          <a:effectRef idx="0"/>
          <a:fontRef idx="minor"/>
        </p:style>
        <p:txBody>
          <a:bodyPr lIns="0" rIns="0" tIns="0" bIns="0" anchor="ctr">
            <a:spAutoFit/>
          </a:bodyPr>
          <a:p>
            <a:pPr defTabSz="457200">
              <a:lnSpc>
                <a:spcPct val="100000"/>
              </a:lnSpc>
            </a:pPr>
            <a:r>
              <a:rPr b="1" lang="en-US" sz="1700" strike="noStrike" u="none">
                <a:solidFill>
                  <a:srgbClr val="282824"/>
                </a:solidFill>
                <a:effectLst/>
                <a:uFillTx/>
                <a:latin typeface="Readex Pro"/>
                <a:ea typeface="Readex Pro"/>
              </a:rPr>
              <a:t>What the audit found</a:t>
            </a:r>
            <a:endParaRPr b="0" lang="en-US" sz="1700" strike="noStrike" u="none">
              <a:solidFill>
                <a:srgbClr val="000000"/>
              </a:solidFill>
              <a:effectLst/>
              <a:uFillTx/>
              <a:latin typeface="Arial"/>
            </a:endParaRPr>
          </a:p>
        </p:txBody>
      </p:sp>
      <p:sp>
        <p:nvSpPr>
          <p:cNvPr id="147" name="Rounded Rectangle 15"/>
          <p:cNvSpPr/>
          <p:nvPr/>
        </p:nvSpPr>
        <p:spPr>
          <a:xfrm>
            <a:off x="567000" y="3401640"/>
            <a:ext cx="2659320" cy="363960"/>
          </a:xfrm>
          <a:prstGeom prst="roundRect">
            <a:avLst>
              <a:gd name="adj" fmla="val 22594"/>
            </a:avLst>
          </a:prstGeom>
          <a:solidFill>
            <a:srgbClr val="f3e2da"/>
          </a:solidFill>
          <a:ln w="15875">
            <a:solidFill>
              <a:srgbClr val="f3e2da"/>
            </a:solidFill>
          </a:ln>
        </p:spPr>
        <p:style>
          <a:lnRef idx="1">
            <a:schemeClr val="accent1"/>
          </a:lnRef>
          <a:fillRef idx="3">
            <a:schemeClr val="accent1"/>
          </a:fillRef>
          <a:effectRef idx="2">
            <a:schemeClr val="accent1"/>
          </a:effectRef>
          <a:fontRef idx="minor"/>
        </p:style>
        <p:txBody>
          <a:bodyPr lIns="109800" rIns="109800" tIns="0" bIns="0" anchor="ctr">
            <a:noAutofit/>
          </a:bodyPr>
          <a:p>
            <a:pPr algn="ctr" defTabSz="457200">
              <a:lnSpc>
                <a:spcPct val="100000"/>
              </a:lnSpc>
            </a:pPr>
            <a:r>
              <a:rPr b="1" lang="en-US" sz="1300" strike="noStrike" u="none">
                <a:solidFill>
                  <a:srgbClr val="b5533c"/>
                </a:solidFill>
                <a:effectLst/>
                <a:uFillTx/>
                <a:latin typeface="Readex Pro"/>
                <a:ea typeface="Readex Pro"/>
              </a:rPr>
              <a:t>57% of rows had tashkeel</a:t>
            </a:r>
            <a:endParaRPr b="0" lang="en-US" sz="1300" strike="noStrike" u="none">
              <a:solidFill>
                <a:srgbClr val="000000"/>
              </a:solidFill>
              <a:effectLst/>
              <a:uFillTx/>
              <a:latin typeface="Arial"/>
            </a:endParaRPr>
          </a:p>
        </p:txBody>
      </p:sp>
      <p:sp>
        <p:nvSpPr>
          <p:cNvPr id="148" name="Rounded Rectangle 16"/>
          <p:cNvSpPr/>
          <p:nvPr/>
        </p:nvSpPr>
        <p:spPr>
          <a:xfrm>
            <a:off x="567000" y="3877200"/>
            <a:ext cx="4485240" cy="363960"/>
          </a:xfrm>
          <a:prstGeom prst="roundRect">
            <a:avLst>
              <a:gd name="adj" fmla="val 22594"/>
            </a:avLst>
          </a:prstGeom>
          <a:solidFill>
            <a:srgbClr val="f3e2da"/>
          </a:solidFill>
          <a:ln w="15875">
            <a:solidFill>
              <a:srgbClr val="f3e2da"/>
            </a:solidFill>
          </a:ln>
        </p:spPr>
        <p:style>
          <a:lnRef idx="1">
            <a:schemeClr val="accent1"/>
          </a:lnRef>
          <a:fillRef idx="3">
            <a:schemeClr val="accent1"/>
          </a:fillRef>
          <a:effectRef idx="2">
            <a:schemeClr val="accent1"/>
          </a:effectRef>
          <a:fontRef idx="minor"/>
        </p:style>
        <p:txBody>
          <a:bodyPr lIns="109800" rIns="109800" tIns="0" bIns="0" anchor="ctr">
            <a:noAutofit/>
          </a:bodyPr>
          <a:p>
            <a:pPr algn="ctr" defTabSz="457200">
              <a:lnSpc>
                <a:spcPct val="100000"/>
              </a:lnSpc>
            </a:pPr>
            <a:r>
              <a:rPr b="1" lang="en-US" sz="1300" strike="noStrike" u="none">
                <a:solidFill>
                  <a:srgbClr val="b5533c"/>
                </a:solidFill>
                <a:effectLst/>
                <a:uFillTx/>
                <a:latin typeface="Readex Pro"/>
                <a:ea typeface="Readex Pro"/>
              </a:rPr>
              <a:t>63% of cut-off sources were simply completed</a:t>
            </a:r>
            <a:endParaRPr b="0" lang="en-US" sz="1300" strike="noStrike" u="none">
              <a:solidFill>
                <a:srgbClr val="000000"/>
              </a:solidFill>
              <a:effectLst/>
              <a:uFillTx/>
              <a:latin typeface="Arial"/>
            </a:endParaRPr>
          </a:p>
        </p:txBody>
      </p:sp>
      <p:sp>
        <p:nvSpPr>
          <p:cNvPr id="149" name="Rounded Rectangle 17"/>
          <p:cNvSpPr/>
          <p:nvPr/>
        </p:nvSpPr>
        <p:spPr>
          <a:xfrm>
            <a:off x="567000" y="4352400"/>
            <a:ext cx="3843000" cy="363960"/>
          </a:xfrm>
          <a:prstGeom prst="roundRect">
            <a:avLst>
              <a:gd name="adj" fmla="val 22594"/>
            </a:avLst>
          </a:prstGeom>
          <a:solidFill>
            <a:srgbClr val="f3e2da"/>
          </a:solidFill>
          <a:ln w="15875">
            <a:solidFill>
              <a:srgbClr val="f3e2da"/>
            </a:solidFill>
          </a:ln>
        </p:spPr>
        <p:style>
          <a:lnRef idx="1">
            <a:schemeClr val="accent1"/>
          </a:lnRef>
          <a:fillRef idx="3">
            <a:schemeClr val="accent1"/>
          </a:fillRef>
          <a:effectRef idx="2">
            <a:schemeClr val="accent1"/>
          </a:effectRef>
          <a:fontRef idx="minor"/>
        </p:style>
        <p:txBody>
          <a:bodyPr lIns="109800" rIns="109800" tIns="0" bIns="0" anchor="ctr">
            <a:noAutofit/>
          </a:bodyPr>
          <a:p>
            <a:pPr algn="ctr" defTabSz="457200">
              <a:lnSpc>
                <a:spcPct val="100000"/>
              </a:lnSpc>
            </a:pPr>
            <a:r>
              <a:rPr b="1" lang="en-US" sz="1300" strike="noStrike" u="none">
                <a:solidFill>
                  <a:srgbClr val="b5533c"/>
                </a:solidFill>
                <a:effectLst/>
                <a:uFillTx/>
                <a:latin typeface="Readex Pro"/>
                <a:ea typeface="Readex Pro"/>
              </a:rPr>
              <a:t>only 43% of pairs were 2+ levels easier</a:t>
            </a:r>
            <a:endParaRPr b="0" lang="en-US" sz="1300" strike="noStrike" u="none">
              <a:solidFill>
                <a:srgbClr val="000000"/>
              </a:solidFill>
              <a:effectLst/>
              <a:uFillTx/>
              <a:latin typeface="Arial"/>
            </a:endParaRPr>
          </a:p>
        </p:txBody>
      </p:sp>
      <p:sp>
        <p:nvSpPr>
          <p:cNvPr id="150" name="Rounded Rectangle 18"/>
          <p:cNvSpPr/>
          <p:nvPr/>
        </p:nvSpPr>
        <p:spPr>
          <a:xfrm>
            <a:off x="567000" y="5029200"/>
            <a:ext cx="7020720" cy="347040"/>
          </a:xfrm>
          <a:prstGeom prst="roundRect">
            <a:avLst>
              <a:gd name="adj" fmla="val 23684"/>
            </a:avLst>
          </a:prstGeom>
          <a:solidFill>
            <a:srgbClr val="efe9d9"/>
          </a:solidFill>
          <a:ln w="15875">
            <a:solidFill>
              <a:srgbClr val="efe9d9"/>
            </a:solidFill>
          </a:ln>
        </p:spPr>
        <p:style>
          <a:lnRef idx="1">
            <a:schemeClr val="accent1"/>
          </a:lnRef>
          <a:fillRef idx="3">
            <a:schemeClr val="accent1"/>
          </a:fillRef>
          <a:effectRef idx="2">
            <a:schemeClr val="accent1"/>
          </a:effectRef>
          <a:fontRef idx="minor"/>
        </p:style>
        <p:txBody>
          <a:bodyPr lIns="109800" rIns="109800" tIns="0" bIns="0" anchor="ctr">
            <a:noAutofit/>
          </a:bodyPr>
          <a:p>
            <a:pPr algn="ctr" defTabSz="457200">
              <a:lnSpc>
                <a:spcPct val="100000"/>
              </a:lnSpc>
            </a:pPr>
            <a:r>
              <a:rPr b="0" lang="en-US" sz="1200" strike="noStrike" u="none">
                <a:solidFill>
                  <a:srgbClr val="4a4842"/>
                </a:solidFill>
                <a:effectLst/>
                <a:uFillTx/>
                <a:latin typeface="Readex Pro"/>
                <a:ea typeface="Readex Pro"/>
              </a:rPr>
              <a:t>the validator accepted 34% of planted added sentences · we trained nothing on v0</a:t>
            </a:r>
            <a:endParaRPr b="0" lang="en-US" sz="12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1" name="Background"/>
          <p:cNvSpPr/>
          <p:nvPr/>
        </p:nvSpPr>
        <p:spPr>
          <a:xfrm>
            <a:off x="0" y="0"/>
            <a:ext cx="9902520" cy="6857640"/>
          </a:xfrm>
          <a:prstGeom prst="rect">
            <a:avLst/>
          </a:prstGeom>
          <a:solidFill>
            <a:srgbClr val="f6f2e6"/>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trike="noStrike" u="none">
              <a:solidFill>
                <a:schemeClr val="lt1"/>
              </a:solidFill>
              <a:effectLst/>
              <a:uFillTx/>
              <a:latin typeface="SamsungOne 400"/>
              <a:ea typeface="SamsungOneKorean 400"/>
            </a:endParaRPr>
          </a:p>
        </p:txBody>
      </p:sp>
      <p:sp>
        <p:nvSpPr>
          <p:cNvPr id="152" name="Rectangle 2"/>
          <p:cNvSpPr/>
          <p:nvPr/>
        </p:nvSpPr>
        <p:spPr>
          <a:xfrm>
            <a:off x="567000" y="475560"/>
            <a:ext cx="63720" cy="273960"/>
          </a:xfrm>
          <a:prstGeom prst="rect">
            <a:avLst/>
          </a:prstGeom>
          <a:solidFill>
            <a:srgbClr val="c6986b"/>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trike="noStrike" u="none">
              <a:solidFill>
                <a:schemeClr val="lt1"/>
              </a:solidFill>
              <a:effectLst/>
              <a:uFillTx/>
              <a:latin typeface="SamsungOne 400"/>
              <a:ea typeface="SamsungOneKorean 400"/>
            </a:endParaRPr>
          </a:p>
        </p:txBody>
      </p:sp>
      <p:sp>
        <p:nvSpPr>
          <p:cNvPr id="153" name="TextBox 3"/>
          <p:cNvSpPr/>
          <p:nvPr/>
        </p:nvSpPr>
        <p:spPr>
          <a:xfrm>
            <a:off x="731520" y="438840"/>
            <a:ext cx="8586000" cy="310680"/>
          </a:xfrm>
          <a:prstGeom prst="rect">
            <a:avLst/>
          </a:prstGeom>
          <a:noFill/>
          <a:ln w="0">
            <a:noFill/>
          </a:ln>
        </p:spPr>
        <p:style>
          <a:lnRef idx="0"/>
          <a:fillRef idx="0"/>
          <a:effectRef idx="0"/>
          <a:fontRef idx="minor"/>
        </p:style>
        <p:txBody>
          <a:bodyPr lIns="0" rIns="0" tIns="0" bIns="0" anchor="ctr">
            <a:spAutoFit/>
          </a:bodyPr>
          <a:p>
            <a:pPr defTabSz="457200">
              <a:lnSpc>
                <a:spcPct val="100000"/>
              </a:lnSpc>
            </a:pPr>
            <a:r>
              <a:rPr b="1" lang="en-US" sz="1250" strike="noStrike" u="none">
                <a:solidFill>
                  <a:srgbClr val="c6986b"/>
                </a:solidFill>
                <a:effectLst/>
                <a:uFillTx/>
                <a:latin typeface="Readex Pro"/>
                <a:ea typeface="Readex Pro"/>
              </a:rPr>
              <a:t>02 · DATA</a:t>
            </a:r>
            <a:endParaRPr b="0" lang="en-US" sz="1250" strike="noStrike" u="none">
              <a:solidFill>
                <a:srgbClr val="000000"/>
              </a:solidFill>
              <a:effectLst/>
              <a:uFillTx/>
              <a:latin typeface="Arial"/>
            </a:endParaRPr>
          </a:p>
        </p:txBody>
      </p:sp>
      <p:sp>
        <p:nvSpPr>
          <p:cNvPr id="154" name="TextBox 4"/>
          <p:cNvSpPr/>
          <p:nvPr/>
        </p:nvSpPr>
        <p:spPr>
          <a:xfrm>
            <a:off x="567000" y="804600"/>
            <a:ext cx="8768880" cy="502560"/>
          </a:xfrm>
          <a:prstGeom prst="rect">
            <a:avLst/>
          </a:prstGeom>
          <a:noFill/>
          <a:ln w="0">
            <a:noFill/>
          </a:ln>
        </p:spPr>
        <p:style>
          <a:lnRef idx="0"/>
          <a:fillRef idx="0"/>
          <a:effectRef idx="0"/>
          <a:fontRef idx="minor"/>
        </p:style>
        <p:txBody>
          <a:bodyPr lIns="0" rIns="0" tIns="0" bIns="0" anchor="ctr">
            <a:spAutoFit/>
          </a:bodyPr>
          <a:p>
            <a:pPr defTabSz="457200">
              <a:lnSpc>
                <a:spcPct val="100000"/>
              </a:lnSpc>
            </a:pPr>
            <a:r>
              <a:rPr b="1" lang="en-US" sz="2600" strike="noStrike" u="none">
                <a:solidFill>
                  <a:srgbClr val="282824"/>
                </a:solidFill>
                <a:effectLst/>
                <a:uFillTx/>
                <a:latin typeface="Readex Pro"/>
                <a:ea typeface="Readex Pro"/>
              </a:rPr>
              <a:t>How we got to corpus v1</a:t>
            </a:r>
            <a:endParaRPr b="0" lang="en-US" sz="2600" strike="noStrike" u="none">
              <a:solidFill>
                <a:srgbClr val="000000"/>
              </a:solidFill>
              <a:effectLst/>
              <a:uFillTx/>
              <a:latin typeface="Arial"/>
            </a:endParaRPr>
          </a:p>
        </p:txBody>
      </p:sp>
      <p:pic>
        <p:nvPicPr>
          <p:cNvPr id="155" name="Samsung logo" descr="Samsung"/>
          <p:cNvPicPr/>
          <p:nvPr/>
        </p:nvPicPr>
        <p:blipFill>
          <a:blip r:embed="rId1"/>
          <a:stretch/>
        </p:blipFill>
        <p:spPr>
          <a:xfrm>
            <a:off x="567000" y="6336720"/>
            <a:ext cx="1023840" cy="156960"/>
          </a:xfrm>
          <a:prstGeom prst="rect">
            <a:avLst/>
          </a:prstGeom>
          <a:noFill/>
          <a:ln w="0">
            <a:noFill/>
          </a:ln>
        </p:spPr>
      </p:pic>
      <p:sp>
        <p:nvSpPr>
          <p:cNvPr id="156" name="TextBox 6"/>
          <p:cNvSpPr/>
          <p:nvPr/>
        </p:nvSpPr>
        <p:spPr>
          <a:xfrm>
            <a:off x="1737360" y="6382440"/>
            <a:ext cx="3840120" cy="255600"/>
          </a:xfrm>
          <a:prstGeom prst="rect">
            <a:avLst/>
          </a:prstGeom>
          <a:noFill/>
          <a:ln w="0">
            <a:noFill/>
          </a:ln>
        </p:spPr>
        <p:style>
          <a:lnRef idx="0"/>
          <a:fillRef idx="0"/>
          <a:effectRef idx="0"/>
          <a:fontRef idx="minor"/>
        </p:style>
        <p:txBody>
          <a:bodyPr lIns="0" rIns="0" tIns="0" bIns="0" anchor="ctr">
            <a:spAutoFit/>
          </a:bodyPr>
          <a:p>
            <a:pPr defTabSz="457200">
              <a:lnSpc>
                <a:spcPct val="100000"/>
              </a:lnSpc>
            </a:pPr>
            <a:r>
              <a:rPr b="0" lang="en-US" sz="1000" strike="noStrike" u="none">
                <a:solidFill>
                  <a:srgbClr val="6f6b5e"/>
                </a:solidFill>
                <a:effectLst/>
                <a:uFillTx/>
                <a:latin typeface="Readex Pro"/>
                <a:ea typeface="Readex Pro"/>
              </a:rPr>
              <a:t>Samsung Innovation Campus  ·  AI Course</a:t>
            </a:r>
            <a:endParaRPr b="0" lang="en-US" sz="1000" strike="noStrike" u="none">
              <a:solidFill>
                <a:srgbClr val="000000"/>
              </a:solidFill>
              <a:effectLst/>
              <a:uFillTx/>
              <a:latin typeface="Arial"/>
            </a:endParaRPr>
          </a:p>
        </p:txBody>
      </p:sp>
      <p:sp>
        <p:nvSpPr>
          <p:cNvPr id="157" name="TextBox 7"/>
          <p:cNvSpPr/>
          <p:nvPr/>
        </p:nvSpPr>
        <p:spPr>
          <a:xfrm>
            <a:off x="8421480" y="6382440"/>
            <a:ext cx="914040" cy="255600"/>
          </a:xfrm>
          <a:prstGeom prst="rect">
            <a:avLst/>
          </a:prstGeom>
          <a:noFill/>
          <a:ln w="0">
            <a:noFill/>
          </a:ln>
        </p:spPr>
        <p:style>
          <a:lnRef idx="0"/>
          <a:fillRef idx="0"/>
          <a:effectRef idx="0"/>
          <a:fontRef idx="minor"/>
        </p:style>
        <p:txBody>
          <a:bodyPr lIns="0" rIns="0" tIns="0" bIns="0" anchor="ctr">
            <a:spAutoFit/>
          </a:bodyPr>
          <a:p>
            <a:pPr algn="r" defTabSz="457200">
              <a:lnSpc>
                <a:spcPct val="100000"/>
              </a:lnSpc>
            </a:pPr>
            <a:r>
              <a:rPr b="0" lang="en-US" sz="1000" strike="noStrike" u="none">
                <a:solidFill>
                  <a:srgbClr val="6f6b5e"/>
                </a:solidFill>
                <a:effectLst/>
                <a:uFillTx/>
                <a:latin typeface="Readex Pro"/>
                <a:ea typeface="Readex Pro"/>
              </a:rPr>
              <a:t>3 / 8</a:t>
            </a:r>
            <a:endParaRPr b="0" lang="en-US" sz="1000" strike="noStrike" u="none">
              <a:solidFill>
                <a:srgbClr val="000000"/>
              </a:solidFill>
              <a:effectLst/>
              <a:uFillTx/>
              <a:latin typeface="Arial"/>
            </a:endParaRPr>
          </a:p>
        </p:txBody>
      </p:sp>
      <p:sp>
        <p:nvSpPr>
          <p:cNvPr id="158" name="TextBox 8"/>
          <p:cNvSpPr/>
          <p:nvPr/>
        </p:nvSpPr>
        <p:spPr>
          <a:xfrm>
            <a:off x="567000" y="1481400"/>
            <a:ext cx="4343040" cy="255600"/>
          </a:xfrm>
          <a:prstGeom prst="rect">
            <a:avLst/>
          </a:prstGeom>
          <a:noFill/>
          <a:ln w="0">
            <a:noFill/>
          </a:ln>
        </p:spPr>
        <p:style>
          <a:lnRef idx="0"/>
          <a:fillRef idx="0"/>
          <a:effectRef idx="0"/>
          <a:fontRef idx="minor"/>
        </p:style>
        <p:txBody>
          <a:bodyPr lIns="0" rIns="0" tIns="0" bIns="0" anchor="ctr">
            <a:spAutoFit/>
          </a:bodyPr>
          <a:p>
            <a:pPr algn="ctr" defTabSz="457200">
              <a:lnSpc>
                <a:spcPct val="100000"/>
              </a:lnSpc>
            </a:pPr>
            <a:r>
              <a:rPr b="1" lang="en-US" sz="1100" strike="noStrike" u="none">
                <a:solidFill>
                  <a:srgbClr val="c6986b"/>
                </a:solidFill>
                <a:effectLst/>
                <a:uFillTx/>
                <a:latin typeface="Readex Pro"/>
                <a:ea typeface="Readex Pro"/>
              </a:rPr>
              <a:t>V1 · FROM THE SOURCE</a:t>
            </a:r>
            <a:endParaRPr b="0" lang="en-US" sz="1100" strike="noStrike" u="none">
              <a:solidFill>
                <a:srgbClr val="000000"/>
              </a:solidFill>
              <a:effectLst/>
              <a:uFillTx/>
              <a:latin typeface="Arial"/>
            </a:endParaRPr>
          </a:p>
        </p:txBody>
      </p:sp>
      <p:sp>
        <p:nvSpPr>
          <p:cNvPr id="159" name="Rounded Rectangle 9"/>
          <p:cNvSpPr/>
          <p:nvPr/>
        </p:nvSpPr>
        <p:spPr>
          <a:xfrm>
            <a:off x="567000" y="1874520"/>
            <a:ext cx="4343040" cy="959760"/>
          </a:xfrm>
          <a:prstGeom prst="roundRect">
            <a:avLst>
              <a:gd name="adj" fmla="val 11428"/>
            </a:avLst>
          </a:prstGeom>
          <a:solidFill>
            <a:srgbClr val="efe9d9"/>
          </a:solidFill>
          <a:ln w="15875">
            <a:solidFill>
              <a:srgbClr val="e6dfcc"/>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trike="noStrike" u="none">
              <a:solidFill>
                <a:schemeClr val="lt1"/>
              </a:solidFill>
              <a:effectLst/>
              <a:uFillTx/>
              <a:latin typeface="SamsungOne 400"/>
              <a:ea typeface="SamsungOneKorean 400"/>
            </a:endParaRPr>
          </a:p>
        </p:txBody>
      </p:sp>
      <p:sp>
        <p:nvSpPr>
          <p:cNvPr id="160" name="TextBox 10"/>
          <p:cNvSpPr/>
          <p:nvPr/>
        </p:nvSpPr>
        <p:spPr>
          <a:xfrm>
            <a:off x="676800" y="2039040"/>
            <a:ext cx="4123440" cy="292320"/>
          </a:xfrm>
          <a:prstGeom prst="rect">
            <a:avLst/>
          </a:prstGeom>
          <a:noFill/>
          <a:ln w="0">
            <a:noFill/>
          </a:ln>
        </p:spPr>
        <p:style>
          <a:lnRef idx="0"/>
          <a:fillRef idx="0"/>
          <a:effectRef idx="0"/>
          <a:fontRef idx="minor"/>
        </p:style>
        <p:txBody>
          <a:bodyPr lIns="0" rIns="0" tIns="0" bIns="0" anchor="ctr">
            <a:spAutoFit/>
          </a:bodyPr>
          <a:p>
            <a:pPr algn="ctr" defTabSz="457200">
              <a:lnSpc>
                <a:spcPct val="100000"/>
              </a:lnSpc>
            </a:pPr>
            <a:r>
              <a:rPr b="1" lang="en-US" sz="1400" strike="noStrike" u="none">
                <a:solidFill>
                  <a:srgbClr val="282824"/>
                </a:solidFill>
                <a:effectLst/>
                <a:uFillTx/>
                <a:latin typeface="Readex Pro"/>
                <a:ea typeface="Readex Pro"/>
              </a:rPr>
              <a:t>BAREC train + dev</a:t>
            </a:r>
            <a:endParaRPr b="0" lang="en-US" sz="1400" strike="noStrike" u="none">
              <a:solidFill>
                <a:srgbClr val="000000"/>
              </a:solidFill>
              <a:effectLst/>
              <a:uFillTx/>
              <a:latin typeface="Arial"/>
            </a:endParaRPr>
          </a:p>
        </p:txBody>
      </p:sp>
      <p:sp>
        <p:nvSpPr>
          <p:cNvPr id="161" name="TextBox 11"/>
          <p:cNvSpPr/>
          <p:nvPr/>
        </p:nvSpPr>
        <p:spPr>
          <a:xfrm>
            <a:off x="676800" y="2404800"/>
            <a:ext cx="4123440" cy="273960"/>
          </a:xfrm>
          <a:prstGeom prst="rect">
            <a:avLst/>
          </a:prstGeom>
          <a:noFill/>
          <a:ln w="0">
            <a:noFill/>
          </a:ln>
        </p:spPr>
        <p:style>
          <a:lnRef idx="0"/>
          <a:fillRef idx="0"/>
          <a:effectRef idx="0"/>
          <a:fontRef idx="minor"/>
        </p:style>
        <p:txBody>
          <a:bodyPr lIns="0" rIns="0" tIns="0" bIns="0" anchor="ctr">
            <a:spAutoFit/>
          </a:bodyPr>
          <a:p>
            <a:pPr algn="ctr" defTabSz="457200">
              <a:lnSpc>
                <a:spcPct val="100000"/>
              </a:lnSpc>
            </a:pPr>
            <a:r>
              <a:rPr b="0" lang="en-US" sz="1100" strike="noStrike" u="none">
                <a:solidFill>
                  <a:srgbClr val="6f6b5e"/>
                </a:solidFill>
                <a:effectLst/>
                <a:uFillTx/>
                <a:latin typeface="Readex Pro"/>
                <a:ea typeface="Readex Pro"/>
              </a:rPr>
              <a:t>test never enters</a:t>
            </a:r>
            <a:endParaRPr b="0" lang="en-US" sz="1100" strike="noStrike" u="none">
              <a:solidFill>
                <a:srgbClr val="000000"/>
              </a:solidFill>
              <a:effectLst/>
              <a:uFillTx/>
              <a:latin typeface="Arial"/>
            </a:endParaRPr>
          </a:p>
        </p:txBody>
      </p:sp>
      <p:sp>
        <p:nvSpPr>
          <p:cNvPr id="162" name="Rounded Rectangle 12"/>
          <p:cNvSpPr/>
          <p:nvPr/>
        </p:nvSpPr>
        <p:spPr>
          <a:xfrm>
            <a:off x="567000" y="3044880"/>
            <a:ext cx="4343040" cy="959760"/>
          </a:xfrm>
          <a:prstGeom prst="roundRect">
            <a:avLst>
              <a:gd name="adj" fmla="val 11428"/>
            </a:avLst>
          </a:prstGeom>
          <a:solidFill>
            <a:srgbClr val="efe9d9"/>
          </a:solidFill>
          <a:ln w="15875">
            <a:solidFill>
              <a:srgbClr val="e6dfcc"/>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trike="noStrike" u="none">
              <a:solidFill>
                <a:schemeClr val="lt1"/>
              </a:solidFill>
              <a:effectLst/>
              <a:uFillTx/>
              <a:latin typeface="SamsungOne 400"/>
              <a:ea typeface="SamsungOneKorean 400"/>
            </a:endParaRPr>
          </a:p>
        </p:txBody>
      </p:sp>
      <p:sp>
        <p:nvSpPr>
          <p:cNvPr id="163" name="TextBox 13"/>
          <p:cNvSpPr/>
          <p:nvPr/>
        </p:nvSpPr>
        <p:spPr>
          <a:xfrm>
            <a:off x="676800" y="3209400"/>
            <a:ext cx="4123440" cy="292320"/>
          </a:xfrm>
          <a:prstGeom prst="rect">
            <a:avLst/>
          </a:prstGeom>
          <a:noFill/>
          <a:ln w="0">
            <a:noFill/>
          </a:ln>
        </p:spPr>
        <p:style>
          <a:lnRef idx="0"/>
          <a:fillRef idx="0"/>
          <a:effectRef idx="0"/>
          <a:fontRef idx="minor"/>
        </p:style>
        <p:txBody>
          <a:bodyPr lIns="0" rIns="0" tIns="0" bIns="0" anchor="ctr">
            <a:spAutoFit/>
          </a:bodyPr>
          <a:p>
            <a:pPr algn="ctr" defTabSz="457200">
              <a:lnSpc>
                <a:spcPct val="100000"/>
              </a:lnSpc>
            </a:pPr>
            <a:r>
              <a:rPr b="1" lang="en-US" sz="1400" strike="noStrike" u="none">
                <a:solidFill>
                  <a:srgbClr val="282824"/>
                </a:solidFill>
                <a:effectLst/>
                <a:uFillTx/>
                <a:latin typeface="Readex Pro"/>
                <a:ea typeface="Readex Pro"/>
              </a:rPr>
              <a:t>strip tashkeel and tatweel</a:t>
            </a:r>
            <a:endParaRPr b="0" lang="en-US" sz="1400" strike="noStrike" u="none">
              <a:solidFill>
                <a:srgbClr val="000000"/>
              </a:solidFill>
              <a:effectLst/>
              <a:uFillTx/>
              <a:latin typeface="Arial"/>
            </a:endParaRPr>
          </a:p>
        </p:txBody>
      </p:sp>
      <p:sp>
        <p:nvSpPr>
          <p:cNvPr id="164" name="TextBox 14"/>
          <p:cNvSpPr/>
          <p:nvPr/>
        </p:nvSpPr>
        <p:spPr>
          <a:xfrm>
            <a:off x="676800" y="3575160"/>
            <a:ext cx="4123440" cy="273960"/>
          </a:xfrm>
          <a:prstGeom prst="rect">
            <a:avLst/>
          </a:prstGeom>
          <a:noFill/>
          <a:ln w="0">
            <a:noFill/>
          </a:ln>
        </p:spPr>
        <p:style>
          <a:lnRef idx="0"/>
          <a:fillRef idx="0"/>
          <a:effectRef idx="0"/>
          <a:fontRef idx="minor"/>
        </p:style>
        <p:txBody>
          <a:bodyPr lIns="0" rIns="0" tIns="0" bIns="0" anchor="ctr">
            <a:spAutoFit/>
          </a:bodyPr>
          <a:p>
            <a:pPr algn="ctr" defTabSz="457200">
              <a:lnSpc>
                <a:spcPct val="100000"/>
              </a:lnSpc>
            </a:pPr>
            <a:r>
              <a:rPr b="0" lang="en-US" sz="1100" strike="noStrike" u="none">
                <a:solidFill>
                  <a:srgbClr val="6f6b5e"/>
                </a:solidFill>
                <a:effectLst/>
                <a:uFillTx/>
                <a:latin typeface="Readex Pro"/>
                <a:ea typeface="Readex Pro"/>
              </a:rPr>
              <a:t>every text</a:t>
            </a:r>
            <a:endParaRPr b="0" lang="en-US" sz="1100" strike="noStrike" u="none">
              <a:solidFill>
                <a:srgbClr val="000000"/>
              </a:solidFill>
              <a:effectLst/>
              <a:uFillTx/>
              <a:latin typeface="Arial"/>
            </a:endParaRPr>
          </a:p>
        </p:txBody>
      </p:sp>
      <p:cxnSp>
        <p:nvCxnSpPr>
          <p:cNvPr id="165" name="Connector 15"/>
          <p:cNvCxnSpPr/>
          <p:nvPr/>
        </p:nvCxnSpPr>
        <p:spPr>
          <a:xfrm>
            <a:off x="2738520" y="2862000"/>
            <a:ext cx="360" cy="183240"/>
          </a:xfrm>
          <a:prstGeom prst="straightConnector1">
            <a:avLst/>
          </a:prstGeom>
          <a:ln w="25400">
            <a:solidFill>
              <a:srgbClr val="c6986b"/>
            </a:solidFill>
            <a:tailEnd len="med" type="triangle" w="med"/>
          </a:ln>
        </p:spPr>
      </p:cxnSp>
      <p:sp>
        <p:nvSpPr>
          <p:cNvPr id="166" name="Rounded Rectangle 16"/>
          <p:cNvSpPr/>
          <p:nvPr/>
        </p:nvSpPr>
        <p:spPr>
          <a:xfrm>
            <a:off x="567000" y="4215240"/>
            <a:ext cx="4343040" cy="959760"/>
          </a:xfrm>
          <a:prstGeom prst="roundRect">
            <a:avLst>
              <a:gd name="adj" fmla="val 11428"/>
            </a:avLst>
          </a:prstGeom>
          <a:solidFill>
            <a:srgbClr val="efe9d9"/>
          </a:solidFill>
          <a:ln w="15875">
            <a:solidFill>
              <a:srgbClr val="e6dfcc"/>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trike="noStrike" u="none">
              <a:solidFill>
                <a:schemeClr val="lt1"/>
              </a:solidFill>
              <a:effectLst/>
              <a:uFillTx/>
              <a:latin typeface="SamsungOne 400"/>
              <a:ea typeface="SamsungOneKorean 400"/>
            </a:endParaRPr>
          </a:p>
        </p:txBody>
      </p:sp>
      <p:sp>
        <p:nvSpPr>
          <p:cNvPr id="167" name="TextBox 17"/>
          <p:cNvSpPr/>
          <p:nvPr/>
        </p:nvSpPr>
        <p:spPr>
          <a:xfrm>
            <a:off x="676800" y="4380120"/>
            <a:ext cx="4123440" cy="292320"/>
          </a:xfrm>
          <a:prstGeom prst="rect">
            <a:avLst/>
          </a:prstGeom>
          <a:noFill/>
          <a:ln w="0">
            <a:noFill/>
          </a:ln>
        </p:spPr>
        <p:style>
          <a:lnRef idx="0"/>
          <a:fillRef idx="0"/>
          <a:effectRef idx="0"/>
          <a:fontRef idx="minor"/>
        </p:style>
        <p:txBody>
          <a:bodyPr lIns="0" rIns="0" tIns="0" bIns="0" anchor="ctr">
            <a:spAutoFit/>
          </a:bodyPr>
          <a:p>
            <a:pPr algn="ctr" defTabSz="457200">
              <a:lnSpc>
                <a:spcPct val="100000"/>
              </a:lnSpc>
            </a:pPr>
            <a:r>
              <a:rPr b="1" lang="en-US" sz="1400" strike="noStrike" u="none">
                <a:solidFill>
                  <a:srgbClr val="282824"/>
                </a:solidFill>
                <a:effectLst/>
                <a:uFillTx/>
                <a:latin typeface="Readex Pro"/>
                <a:ea typeface="Readex Pro"/>
              </a:rPr>
              <a:t>route each source</a:t>
            </a:r>
            <a:endParaRPr b="0" lang="en-US" sz="1400" strike="noStrike" u="none">
              <a:solidFill>
                <a:srgbClr val="000000"/>
              </a:solidFill>
              <a:effectLst/>
              <a:uFillTx/>
              <a:latin typeface="Arial"/>
            </a:endParaRPr>
          </a:p>
        </p:txBody>
      </p:sp>
      <p:sp>
        <p:nvSpPr>
          <p:cNvPr id="168" name="TextBox 18"/>
          <p:cNvSpPr/>
          <p:nvPr/>
        </p:nvSpPr>
        <p:spPr>
          <a:xfrm>
            <a:off x="676800" y="4745880"/>
            <a:ext cx="4123440" cy="273960"/>
          </a:xfrm>
          <a:prstGeom prst="rect">
            <a:avLst/>
          </a:prstGeom>
          <a:noFill/>
          <a:ln w="0">
            <a:noFill/>
          </a:ln>
        </p:spPr>
        <p:style>
          <a:lnRef idx="0"/>
          <a:fillRef idx="0"/>
          <a:effectRef idx="0"/>
          <a:fontRef idx="minor"/>
        </p:style>
        <p:txBody>
          <a:bodyPr lIns="0" rIns="0" tIns="0" bIns="0" anchor="ctr">
            <a:spAutoFit/>
          </a:bodyPr>
          <a:p>
            <a:pPr algn="ctr" defTabSz="457200">
              <a:lnSpc>
                <a:spcPct val="100000"/>
              </a:lnSpc>
            </a:pPr>
            <a:r>
              <a:rPr b="0" lang="en-US" sz="1100" strike="noStrike" u="none">
                <a:solidFill>
                  <a:srgbClr val="6f6b5e"/>
                </a:solidFill>
                <a:effectLst/>
                <a:uFillTx/>
                <a:latin typeface="Readex Pro"/>
                <a:ea typeface="Readex Pro"/>
              </a:rPr>
              <a:t>protected · short · hard  →  23,221 hard</a:t>
            </a:r>
            <a:endParaRPr b="0" lang="en-US" sz="1100" strike="noStrike" u="none">
              <a:solidFill>
                <a:srgbClr val="000000"/>
              </a:solidFill>
              <a:effectLst/>
              <a:uFillTx/>
              <a:latin typeface="Arial"/>
            </a:endParaRPr>
          </a:p>
        </p:txBody>
      </p:sp>
      <p:cxnSp>
        <p:nvCxnSpPr>
          <p:cNvPr id="169" name="Connector 19"/>
          <p:cNvCxnSpPr/>
          <p:nvPr/>
        </p:nvCxnSpPr>
        <p:spPr>
          <a:xfrm>
            <a:off x="2738520" y="4032360"/>
            <a:ext cx="360" cy="183240"/>
          </a:xfrm>
          <a:prstGeom prst="straightConnector1">
            <a:avLst/>
          </a:prstGeom>
          <a:ln w="25400">
            <a:solidFill>
              <a:srgbClr val="c6986b"/>
            </a:solidFill>
            <a:tailEnd len="med" type="triangle" w="med"/>
          </a:ln>
        </p:spPr>
      </p:cxnSp>
      <p:sp>
        <p:nvSpPr>
          <p:cNvPr id="170" name="TextBox 20"/>
          <p:cNvSpPr/>
          <p:nvPr/>
        </p:nvSpPr>
        <p:spPr>
          <a:xfrm>
            <a:off x="5230440" y="1481400"/>
            <a:ext cx="4343040" cy="255600"/>
          </a:xfrm>
          <a:prstGeom prst="rect">
            <a:avLst/>
          </a:prstGeom>
          <a:noFill/>
          <a:ln w="0">
            <a:noFill/>
          </a:ln>
        </p:spPr>
        <p:style>
          <a:lnRef idx="0"/>
          <a:fillRef idx="0"/>
          <a:effectRef idx="0"/>
          <a:fontRef idx="minor"/>
        </p:style>
        <p:txBody>
          <a:bodyPr lIns="0" rIns="0" tIns="0" bIns="0" anchor="ctr">
            <a:spAutoFit/>
          </a:bodyPr>
          <a:p>
            <a:pPr algn="ctr" defTabSz="457200">
              <a:lnSpc>
                <a:spcPct val="100000"/>
              </a:lnSpc>
            </a:pPr>
            <a:r>
              <a:rPr b="1" lang="en-US" sz="1100" strike="noStrike" u="none">
                <a:solidFill>
                  <a:srgbClr val="c6986b"/>
                </a:solidFill>
                <a:effectLst/>
                <a:uFillTx/>
                <a:latin typeface="Readex Pro"/>
                <a:ea typeface="Readex Pro"/>
              </a:rPr>
              <a:t>V1 · INTO THE CORPUS</a:t>
            </a:r>
            <a:endParaRPr b="0" lang="en-US" sz="1100" strike="noStrike" u="none">
              <a:solidFill>
                <a:srgbClr val="000000"/>
              </a:solidFill>
              <a:effectLst/>
              <a:uFillTx/>
              <a:latin typeface="Arial"/>
            </a:endParaRPr>
          </a:p>
        </p:txBody>
      </p:sp>
      <p:sp>
        <p:nvSpPr>
          <p:cNvPr id="171" name="Rounded Rectangle 21"/>
          <p:cNvSpPr/>
          <p:nvPr/>
        </p:nvSpPr>
        <p:spPr>
          <a:xfrm>
            <a:off x="5230440" y="1874520"/>
            <a:ext cx="4343040" cy="959760"/>
          </a:xfrm>
          <a:prstGeom prst="roundRect">
            <a:avLst>
              <a:gd name="adj" fmla="val 11428"/>
            </a:avLst>
          </a:prstGeom>
          <a:solidFill>
            <a:srgbClr val="efe9d9"/>
          </a:solidFill>
          <a:ln w="15875">
            <a:solidFill>
              <a:srgbClr val="e6dfcc"/>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trike="noStrike" u="none">
              <a:solidFill>
                <a:schemeClr val="lt1"/>
              </a:solidFill>
              <a:effectLst/>
              <a:uFillTx/>
              <a:latin typeface="SamsungOne 400"/>
              <a:ea typeface="SamsungOneKorean 400"/>
            </a:endParaRPr>
          </a:p>
        </p:txBody>
      </p:sp>
      <p:sp>
        <p:nvSpPr>
          <p:cNvPr id="172" name="TextBox 22"/>
          <p:cNvSpPr/>
          <p:nvPr/>
        </p:nvSpPr>
        <p:spPr>
          <a:xfrm>
            <a:off x="5340240" y="2039040"/>
            <a:ext cx="4123440" cy="292320"/>
          </a:xfrm>
          <a:prstGeom prst="rect">
            <a:avLst/>
          </a:prstGeom>
          <a:noFill/>
          <a:ln w="0">
            <a:noFill/>
          </a:ln>
        </p:spPr>
        <p:style>
          <a:lnRef idx="0"/>
          <a:fillRef idx="0"/>
          <a:effectRef idx="0"/>
          <a:fontRef idx="minor"/>
        </p:style>
        <p:txBody>
          <a:bodyPr lIns="0" rIns="0" tIns="0" bIns="0" anchor="ctr">
            <a:spAutoFit/>
          </a:bodyPr>
          <a:p>
            <a:pPr algn="ctr" defTabSz="457200">
              <a:lnSpc>
                <a:spcPct val="100000"/>
              </a:lnSpc>
            </a:pPr>
            <a:r>
              <a:rPr b="1" lang="en-US" sz="1400" strike="noStrike" u="none">
                <a:solidFill>
                  <a:srgbClr val="282824"/>
                </a:solidFill>
                <a:effectLst/>
                <a:uFillTx/>
                <a:latin typeface="Readex Pro"/>
                <a:ea typeface="Readex Pro"/>
              </a:rPr>
              <a:t>Gemma 4 31B writes candidates</a:t>
            </a:r>
            <a:endParaRPr b="0" lang="en-US" sz="1400" strike="noStrike" u="none">
              <a:solidFill>
                <a:srgbClr val="000000"/>
              </a:solidFill>
              <a:effectLst/>
              <a:uFillTx/>
              <a:latin typeface="Arial"/>
            </a:endParaRPr>
          </a:p>
        </p:txBody>
      </p:sp>
      <p:sp>
        <p:nvSpPr>
          <p:cNvPr id="173" name="TextBox 23"/>
          <p:cNvSpPr/>
          <p:nvPr/>
        </p:nvSpPr>
        <p:spPr>
          <a:xfrm>
            <a:off x="5340240" y="2404800"/>
            <a:ext cx="4123440" cy="273960"/>
          </a:xfrm>
          <a:prstGeom prst="rect">
            <a:avLst/>
          </a:prstGeom>
          <a:noFill/>
          <a:ln w="0">
            <a:noFill/>
          </a:ln>
        </p:spPr>
        <p:style>
          <a:lnRef idx="0"/>
          <a:fillRef idx="0"/>
          <a:effectRef idx="0"/>
          <a:fontRef idx="minor"/>
        </p:style>
        <p:txBody>
          <a:bodyPr lIns="0" rIns="0" tIns="0" bIns="0" anchor="ctr">
            <a:spAutoFit/>
          </a:bodyPr>
          <a:p>
            <a:pPr algn="ctr" defTabSz="457200">
              <a:lnSpc>
                <a:spcPct val="100000"/>
              </a:lnSpc>
            </a:pPr>
            <a:r>
              <a:rPr b="0" lang="en-US" sz="1100" strike="noStrike" u="none">
                <a:solidFill>
                  <a:srgbClr val="6f6b5e"/>
                </a:solidFill>
                <a:effectLst/>
                <a:uFillTx/>
                <a:latin typeface="Readex Pro"/>
                <a:ea typeface="Readex Pro"/>
              </a:rPr>
              <a:t>hard band only  →  23,205 responses</a:t>
            </a:r>
            <a:endParaRPr b="0" lang="en-US" sz="1100" strike="noStrike" u="none">
              <a:solidFill>
                <a:srgbClr val="000000"/>
              </a:solidFill>
              <a:effectLst/>
              <a:uFillTx/>
              <a:latin typeface="Arial"/>
            </a:endParaRPr>
          </a:p>
        </p:txBody>
      </p:sp>
      <p:sp>
        <p:nvSpPr>
          <p:cNvPr id="174" name="Rounded Rectangle 24"/>
          <p:cNvSpPr/>
          <p:nvPr/>
        </p:nvSpPr>
        <p:spPr>
          <a:xfrm>
            <a:off x="5230440" y="3044880"/>
            <a:ext cx="4343040" cy="959760"/>
          </a:xfrm>
          <a:prstGeom prst="roundRect">
            <a:avLst>
              <a:gd name="adj" fmla="val 11428"/>
            </a:avLst>
          </a:prstGeom>
          <a:solidFill>
            <a:srgbClr val="efe9d9"/>
          </a:solidFill>
          <a:ln w="15875">
            <a:solidFill>
              <a:srgbClr val="e6dfcc"/>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trike="noStrike" u="none">
              <a:solidFill>
                <a:schemeClr val="lt1"/>
              </a:solidFill>
              <a:effectLst/>
              <a:uFillTx/>
              <a:latin typeface="SamsungOne 400"/>
              <a:ea typeface="SamsungOneKorean 400"/>
            </a:endParaRPr>
          </a:p>
        </p:txBody>
      </p:sp>
      <p:sp>
        <p:nvSpPr>
          <p:cNvPr id="175" name="TextBox 25"/>
          <p:cNvSpPr/>
          <p:nvPr/>
        </p:nvSpPr>
        <p:spPr>
          <a:xfrm>
            <a:off x="5340240" y="3209400"/>
            <a:ext cx="4123440" cy="292320"/>
          </a:xfrm>
          <a:prstGeom prst="rect">
            <a:avLst/>
          </a:prstGeom>
          <a:noFill/>
          <a:ln w="0">
            <a:noFill/>
          </a:ln>
        </p:spPr>
        <p:style>
          <a:lnRef idx="0"/>
          <a:fillRef idx="0"/>
          <a:effectRef idx="0"/>
          <a:fontRef idx="minor"/>
        </p:style>
        <p:txBody>
          <a:bodyPr lIns="0" rIns="0" tIns="0" bIns="0" anchor="ctr">
            <a:spAutoFit/>
          </a:bodyPr>
          <a:p>
            <a:pPr algn="ctr" defTabSz="457200">
              <a:lnSpc>
                <a:spcPct val="100000"/>
              </a:lnSpc>
            </a:pPr>
            <a:r>
              <a:rPr b="1" lang="en-US" sz="1400" strike="noStrike" u="none">
                <a:solidFill>
                  <a:srgbClr val="282824"/>
                </a:solidFill>
                <a:effectLst/>
                <a:uFillTx/>
                <a:latin typeface="Readex Pro"/>
                <a:ea typeface="Readex Pro"/>
              </a:rPr>
              <a:t>code gates</a:t>
            </a:r>
            <a:endParaRPr b="0" lang="en-US" sz="1400" strike="noStrike" u="none">
              <a:solidFill>
                <a:srgbClr val="000000"/>
              </a:solidFill>
              <a:effectLst/>
              <a:uFillTx/>
              <a:latin typeface="Arial"/>
            </a:endParaRPr>
          </a:p>
        </p:txBody>
      </p:sp>
      <p:sp>
        <p:nvSpPr>
          <p:cNvPr id="176" name="TextBox 26"/>
          <p:cNvSpPr/>
          <p:nvPr/>
        </p:nvSpPr>
        <p:spPr>
          <a:xfrm>
            <a:off x="5340240" y="3575160"/>
            <a:ext cx="4123440" cy="273960"/>
          </a:xfrm>
          <a:prstGeom prst="rect">
            <a:avLst/>
          </a:prstGeom>
          <a:noFill/>
          <a:ln w="0">
            <a:noFill/>
          </a:ln>
        </p:spPr>
        <p:style>
          <a:lnRef idx="0"/>
          <a:fillRef idx="0"/>
          <a:effectRef idx="0"/>
          <a:fontRef idx="minor"/>
        </p:style>
        <p:txBody>
          <a:bodyPr lIns="0" rIns="0" tIns="0" bIns="0" anchor="ctr">
            <a:spAutoFit/>
          </a:bodyPr>
          <a:p>
            <a:pPr algn="ctr" defTabSz="457200">
              <a:lnSpc>
                <a:spcPct val="100000"/>
              </a:lnSpc>
            </a:pPr>
            <a:r>
              <a:rPr b="0" lang="en-US" sz="1100" strike="noStrike" u="none">
                <a:solidFill>
                  <a:srgbClr val="6f6b5e"/>
                </a:solidFill>
                <a:effectLst/>
                <a:uFillTx/>
                <a:latin typeface="Readex Pro"/>
                <a:ea typeface="Readex Pro"/>
              </a:rPr>
              <a:t>numbers · quotes · options</a:t>
            </a:r>
            <a:endParaRPr b="0" lang="en-US" sz="1100" strike="noStrike" u="none">
              <a:solidFill>
                <a:srgbClr val="000000"/>
              </a:solidFill>
              <a:effectLst/>
              <a:uFillTx/>
              <a:latin typeface="Arial"/>
            </a:endParaRPr>
          </a:p>
        </p:txBody>
      </p:sp>
      <p:cxnSp>
        <p:nvCxnSpPr>
          <p:cNvPr id="177" name="Connector 27"/>
          <p:cNvCxnSpPr/>
          <p:nvPr/>
        </p:nvCxnSpPr>
        <p:spPr>
          <a:xfrm>
            <a:off x="7401960" y="2862000"/>
            <a:ext cx="360" cy="183240"/>
          </a:xfrm>
          <a:prstGeom prst="straightConnector1">
            <a:avLst/>
          </a:prstGeom>
          <a:ln w="25400">
            <a:solidFill>
              <a:srgbClr val="c6986b"/>
            </a:solidFill>
            <a:tailEnd len="med" type="triangle" w="med"/>
          </a:ln>
        </p:spPr>
      </p:cxnSp>
      <p:sp>
        <p:nvSpPr>
          <p:cNvPr id="178" name="Rounded Rectangle 28"/>
          <p:cNvSpPr/>
          <p:nvPr/>
        </p:nvSpPr>
        <p:spPr>
          <a:xfrm>
            <a:off x="5230440" y="4215240"/>
            <a:ext cx="4343040" cy="959760"/>
          </a:xfrm>
          <a:prstGeom prst="roundRect">
            <a:avLst>
              <a:gd name="adj" fmla="val 11428"/>
            </a:avLst>
          </a:prstGeom>
          <a:solidFill>
            <a:srgbClr val="efe9d9"/>
          </a:solidFill>
          <a:ln w="15875">
            <a:solidFill>
              <a:srgbClr val="e6dfcc"/>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trike="noStrike" u="none">
              <a:solidFill>
                <a:schemeClr val="lt1"/>
              </a:solidFill>
              <a:effectLst/>
              <a:uFillTx/>
              <a:latin typeface="SamsungOne 400"/>
              <a:ea typeface="SamsungOneKorean 400"/>
            </a:endParaRPr>
          </a:p>
        </p:txBody>
      </p:sp>
      <p:sp>
        <p:nvSpPr>
          <p:cNvPr id="179" name="TextBox 29"/>
          <p:cNvSpPr/>
          <p:nvPr/>
        </p:nvSpPr>
        <p:spPr>
          <a:xfrm>
            <a:off x="5340240" y="4380120"/>
            <a:ext cx="4123440" cy="292320"/>
          </a:xfrm>
          <a:prstGeom prst="rect">
            <a:avLst/>
          </a:prstGeom>
          <a:noFill/>
          <a:ln w="0">
            <a:noFill/>
          </a:ln>
        </p:spPr>
        <p:style>
          <a:lnRef idx="0"/>
          <a:fillRef idx="0"/>
          <a:effectRef idx="0"/>
          <a:fontRef idx="minor"/>
        </p:style>
        <p:txBody>
          <a:bodyPr lIns="0" rIns="0" tIns="0" bIns="0" anchor="ctr">
            <a:spAutoFit/>
          </a:bodyPr>
          <a:p>
            <a:pPr algn="ctr" defTabSz="457200">
              <a:lnSpc>
                <a:spcPct val="100000"/>
              </a:lnSpc>
            </a:pPr>
            <a:r>
              <a:rPr b="1" lang="en-US" sz="1400" strike="noStrike" u="none">
                <a:solidFill>
                  <a:srgbClr val="282824"/>
                </a:solidFill>
                <a:effectLst/>
                <a:uFillTx/>
                <a:latin typeface="Readex Pro"/>
                <a:ea typeface="Readex Pro"/>
              </a:rPr>
              <a:t>readability + meaning gates</a:t>
            </a:r>
            <a:endParaRPr b="0" lang="en-US" sz="1400" strike="noStrike" u="none">
              <a:solidFill>
                <a:srgbClr val="000000"/>
              </a:solidFill>
              <a:effectLst/>
              <a:uFillTx/>
              <a:latin typeface="Arial"/>
            </a:endParaRPr>
          </a:p>
        </p:txBody>
      </p:sp>
      <p:sp>
        <p:nvSpPr>
          <p:cNvPr id="180" name="TextBox 30"/>
          <p:cNvSpPr/>
          <p:nvPr/>
        </p:nvSpPr>
        <p:spPr>
          <a:xfrm>
            <a:off x="5340240" y="4745880"/>
            <a:ext cx="4123440" cy="273960"/>
          </a:xfrm>
          <a:prstGeom prst="rect">
            <a:avLst/>
          </a:prstGeom>
          <a:noFill/>
          <a:ln w="0">
            <a:noFill/>
          </a:ln>
        </p:spPr>
        <p:style>
          <a:lnRef idx="0"/>
          <a:fillRef idx="0"/>
          <a:effectRef idx="0"/>
          <a:fontRef idx="minor"/>
        </p:style>
        <p:txBody>
          <a:bodyPr lIns="0" rIns="0" tIns="0" bIns="0" anchor="ctr">
            <a:spAutoFit/>
          </a:bodyPr>
          <a:p>
            <a:pPr algn="ctr" defTabSz="457200">
              <a:lnSpc>
                <a:spcPct val="100000"/>
              </a:lnSpc>
            </a:pPr>
            <a:r>
              <a:rPr b="0" lang="en-US" sz="1100" strike="noStrike" u="none">
                <a:solidFill>
                  <a:srgbClr val="6f6b5e"/>
                </a:solidFill>
                <a:effectLst/>
                <a:uFillTx/>
                <a:latin typeface="Readex Pro"/>
                <a:ea typeface="Readex Pro"/>
              </a:rPr>
              <a:t>≥ 2 levels · meaning gate  →  10,693 accepted</a:t>
            </a:r>
            <a:endParaRPr b="0" lang="en-US" sz="1100" strike="noStrike" u="none">
              <a:solidFill>
                <a:srgbClr val="000000"/>
              </a:solidFill>
              <a:effectLst/>
              <a:uFillTx/>
              <a:latin typeface="Arial"/>
            </a:endParaRPr>
          </a:p>
        </p:txBody>
      </p:sp>
      <p:cxnSp>
        <p:nvCxnSpPr>
          <p:cNvPr id="181" name="Connector 31"/>
          <p:cNvCxnSpPr/>
          <p:nvPr/>
        </p:nvCxnSpPr>
        <p:spPr>
          <a:xfrm>
            <a:off x="7401960" y="4032360"/>
            <a:ext cx="360" cy="183240"/>
          </a:xfrm>
          <a:prstGeom prst="straightConnector1">
            <a:avLst/>
          </a:prstGeom>
          <a:ln w="25400">
            <a:solidFill>
              <a:srgbClr val="c6986b"/>
            </a:solidFill>
            <a:tailEnd len="med" type="triangle" w="med"/>
          </a:ln>
        </p:spPr>
      </p:cxn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2" name="Background"/>
          <p:cNvSpPr/>
          <p:nvPr/>
        </p:nvSpPr>
        <p:spPr>
          <a:xfrm>
            <a:off x="0" y="0"/>
            <a:ext cx="9902520" cy="6857640"/>
          </a:xfrm>
          <a:prstGeom prst="rect">
            <a:avLst/>
          </a:prstGeom>
          <a:solidFill>
            <a:srgbClr val="f6f2e6"/>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trike="noStrike" u="none">
              <a:solidFill>
                <a:schemeClr val="lt1"/>
              </a:solidFill>
              <a:effectLst/>
              <a:uFillTx/>
              <a:latin typeface="SamsungOne 400"/>
              <a:ea typeface="SamsungOneKorean 400"/>
            </a:endParaRPr>
          </a:p>
        </p:txBody>
      </p:sp>
      <p:sp>
        <p:nvSpPr>
          <p:cNvPr id="183" name="Rectangle 2"/>
          <p:cNvSpPr/>
          <p:nvPr/>
        </p:nvSpPr>
        <p:spPr>
          <a:xfrm>
            <a:off x="567000" y="475560"/>
            <a:ext cx="63720" cy="273960"/>
          </a:xfrm>
          <a:prstGeom prst="rect">
            <a:avLst/>
          </a:prstGeom>
          <a:solidFill>
            <a:srgbClr val="c6986b"/>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trike="noStrike" u="none">
              <a:solidFill>
                <a:schemeClr val="lt1"/>
              </a:solidFill>
              <a:effectLst/>
              <a:uFillTx/>
              <a:latin typeface="SamsungOne 400"/>
              <a:ea typeface="SamsungOneKorean 400"/>
            </a:endParaRPr>
          </a:p>
        </p:txBody>
      </p:sp>
      <p:sp>
        <p:nvSpPr>
          <p:cNvPr id="184" name="TextBox 3"/>
          <p:cNvSpPr/>
          <p:nvPr/>
        </p:nvSpPr>
        <p:spPr>
          <a:xfrm>
            <a:off x="731520" y="438840"/>
            <a:ext cx="8586000" cy="310680"/>
          </a:xfrm>
          <a:prstGeom prst="rect">
            <a:avLst/>
          </a:prstGeom>
          <a:noFill/>
          <a:ln w="0">
            <a:noFill/>
          </a:ln>
        </p:spPr>
        <p:style>
          <a:lnRef idx="0"/>
          <a:fillRef idx="0"/>
          <a:effectRef idx="0"/>
          <a:fontRef idx="minor"/>
        </p:style>
        <p:txBody>
          <a:bodyPr lIns="0" rIns="0" tIns="0" bIns="0" anchor="ctr">
            <a:spAutoFit/>
          </a:bodyPr>
          <a:p>
            <a:pPr defTabSz="457200">
              <a:lnSpc>
                <a:spcPct val="100000"/>
              </a:lnSpc>
            </a:pPr>
            <a:r>
              <a:rPr b="1" lang="en-US" sz="1250" strike="noStrike" u="none">
                <a:solidFill>
                  <a:srgbClr val="c6986b"/>
                </a:solidFill>
                <a:effectLst/>
                <a:uFillTx/>
                <a:latin typeface="Readex Pro"/>
                <a:ea typeface="Readex Pro"/>
              </a:rPr>
              <a:t>02 · DATA</a:t>
            </a:r>
            <a:endParaRPr b="0" lang="en-US" sz="1250" strike="noStrike" u="none">
              <a:solidFill>
                <a:srgbClr val="000000"/>
              </a:solidFill>
              <a:effectLst/>
              <a:uFillTx/>
              <a:latin typeface="Arial"/>
            </a:endParaRPr>
          </a:p>
        </p:txBody>
      </p:sp>
      <p:sp>
        <p:nvSpPr>
          <p:cNvPr id="185" name="TextBox 4"/>
          <p:cNvSpPr/>
          <p:nvPr/>
        </p:nvSpPr>
        <p:spPr>
          <a:xfrm>
            <a:off x="567000" y="804600"/>
            <a:ext cx="8768880" cy="502560"/>
          </a:xfrm>
          <a:prstGeom prst="rect">
            <a:avLst/>
          </a:prstGeom>
          <a:noFill/>
          <a:ln w="0">
            <a:noFill/>
          </a:ln>
        </p:spPr>
        <p:style>
          <a:lnRef idx="0"/>
          <a:fillRef idx="0"/>
          <a:effectRef idx="0"/>
          <a:fontRef idx="minor"/>
        </p:style>
        <p:txBody>
          <a:bodyPr lIns="0" rIns="0" tIns="0" bIns="0" anchor="ctr">
            <a:spAutoFit/>
          </a:bodyPr>
          <a:p>
            <a:pPr defTabSz="457200">
              <a:lnSpc>
                <a:spcPct val="100000"/>
              </a:lnSpc>
            </a:pPr>
            <a:r>
              <a:rPr b="1" lang="en-US" sz="2600" strike="noStrike" u="none">
                <a:solidFill>
                  <a:srgbClr val="282824"/>
                </a:solidFill>
                <a:effectLst/>
                <a:uFillTx/>
                <a:latin typeface="Readex Pro"/>
                <a:ea typeface="Readex Pro"/>
              </a:rPr>
              <a:t>How we got to corpus v1</a:t>
            </a:r>
            <a:endParaRPr b="0" lang="en-US" sz="2600" strike="noStrike" u="none">
              <a:solidFill>
                <a:srgbClr val="000000"/>
              </a:solidFill>
              <a:effectLst/>
              <a:uFillTx/>
              <a:latin typeface="Arial"/>
            </a:endParaRPr>
          </a:p>
        </p:txBody>
      </p:sp>
      <p:pic>
        <p:nvPicPr>
          <p:cNvPr id="186" name="Samsung logo" descr="Samsung"/>
          <p:cNvPicPr/>
          <p:nvPr/>
        </p:nvPicPr>
        <p:blipFill>
          <a:blip r:embed="rId1"/>
          <a:stretch/>
        </p:blipFill>
        <p:spPr>
          <a:xfrm>
            <a:off x="567000" y="6336720"/>
            <a:ext cx="1023840" cy="156960"/>
          </a:xfrm>
          <a:prstGeom prst="rect">
            <a:avLst/>
          </a:prstGeom>
          <a:noFill/>
          <a:ln w="0">
            <a:noFill/>
          </a:ln>
        </p:spPr>
      </p:pic>
      <p:sp>
        <p:nvSpPr>
          <p:cNvPr id="187" name="TextBox 6"/>
          <p:cNvSpPr/>
          <p:nvPr/>
        </p:nvSpPr>
        <p:spPr>
          <a:xfrm>
            <a:off x="1737360" y="6382440"/>
            <a:ext cx="3840120" cy="255600"/>
          </a:xfrm>
          <a:prstGeom prst="rect">
            <a:avLst/>
          </a:prstGeom>
          <a:noFill/>
          <a:ln w="0">
            <a:noFill/>
          </a:ln>
        </p:spPr>
        <p:style>
          <a:lnRef idx="0"/>
          <a:fillRef idx="0"/>
          <a:effectRef idx="0"/>
          <a:fontRef idx="minor"/>
        </p:style>
        <p:txBody>
          <a:bodyPr lIns="0" rIns="0" tIns="0" bIns="0" anchor="ctr">
            <a:spAutoFit/>
          </a:bodyPr>
          <a:p>
            <a:pPr defTabSz="457200">
              <a:lnSpc>
                <a:spcPct val="100000"/>
              </a:lnSpc>
            </a:pPr>
            <a:r>
              <a:rPr b="0" lang="en-US" sz="1000" strike="noStrike" u="none">
                <a:solidFill>
                  <a:srgbClr val="6f6b5e"/>
                </a:solidFill>
                <a:effectLst/>
                <a:uFillTx/>
                <a:latin typeface="Readex Pro"/>
                <a:ea typeface="Readex Pro"/>
              </a:rPr>
              <a:t>Samsung Innovation Campus  ·  AI Course</a:t>
            </a:r>
            <a:endParaRPr b="0" lang="en-US" sz="1000" strike="noStrike" u="none">
              <a:solidFill>
                <a:srgbClr val="000000"/>
              </a:solidFill>
              <a:effectLst/>
              <a:uFillTx/>
              <a:latin typeface="Arial"/>
            </a:endParaRPr>
          </a:p>
        </p:txBody>
      </p:sp>
      <p:sp>
        <p:nvSpPr>
          <p:cNvPr id="188" name="TextBox 7"/>
          <p:cNvSpPr/>
          <p:nvPr/>
        </p:nvSpPr>
        <p:spPr>
          <a:xfrm>
            <a:off x="8421480" y="6382440"/>
            <a:ext cx="914040" cy="255600"/>
          </a:xfrm>
          <a:prstGeom prst="rect">
            <a:avLst/>
          </a:prstGeom>
          <a:noFill/>
          <a:ln w="0">
            <a:noFill/>
          </a:ln>
        </p:spPr>
        <p:style>
          <a:lnRef idx="0"/>
          <a:fillRef idx="0"/>
          <a:effectRef idx="0"/>
          <a:fontRef idx="minor"/>
        </p:style>
        <p:txBody>
          <a:bodyPr lIns="0" rIns="0" tIns="0" bIns="0" anchor="ctr">
            <a:spAutoFit/>
          </a:bodyPr>
          <a:p>
            <a:pPr algn="r" defTabSz="457200">
              <a:lnSpc>
                <a:spcPct val="100000"/>
              </a:lnSpc>
            </a:pPr>
            <a:r>
              <a:rPr b="0" lang="en-US" sz="1000" strike="noStrike" u="none">
                <a:solidFill>
                  <a:srgbClr val="6f6b5e"/>
                </a:solidFill>
                <a:effectLst/>
                <a:uFillTx/>
                <a:latin typeface="Readex Pro"/>
                <a:ea typeface="Readex Pro"/>
              </a:rPr>
              <a:t>3 / 8</a:t>
            </a:r>
            <a:endParaRPr b="0" lang="en-US" sz="1000" strike="noStrike" u="none">
              <a:solidFill>
                <a:srgbClr val="000000"/>
              </a:solidFill>
              <a:effectLst/>
              <a:uFillTx/>
              <a:latin typeface="Arial"/>
            </a:endParaRPr>
          </a:p>
        </p:txBody>
      </p:sp>
      <p:sp>
        <p:nvSpPr>
          <p:cNvPr id="189" name="TextBox 8"/>
          <p:cNvSpPr/>
          <p:nvPr/>
        </p:nvSpPr>
        <p:spPr>
          <a:xfrm>
            <a:off x="567000" y="1554480"/>
            <a:ext cx="8768880" cy="273960"/>
          </a:xfrm>
          <a:prstGeom prst="rect">
            <a:avLst/>
          </a:prstGeom>
          <a:noFill/>
          <a:ln w="0">
            <a:noFill/>
          </a:ln>
        </p:spPr>
        <p:style>
          <a:lnRef idx="0"/>
          <a:fillRef idx="0"/>
          <a:effectRef idx="0"/>
          <a:fontRef idx="minor"/>
        </p:style>
        <p:txBody>
          <a:bodyPr lIns="0" rIns="0" tIns="0" bIns="0" anchor="ctr">
            <a:spAutoFit/>
          </a:bodyPr>
          <a:p>
            <a:pPr algn="ctr" defTabSz="457200">
              <a:lnSpc>
                <a:spcPct val="100000"/>
              </a:lnSpc>
            </a:pPr>
            <a:r>
              <a:rPr b="0" lang="en-US" sz="1300" strike="noStrike" u="none">
                <a:solidFill>
                  <a:srgbClr val="6f6b5e"/>
                </a:solidFill>
                <a:effectLst/>
                <a:uFillTx/>
                <a:latin typeface="Readex Pro"/>
                <a:ea typeface="Readex Pro"/>
              </a:rPr>
              <a:t>from the source  →  into the corpus</a:t>
            </a:r>
            <a:endParaRPr b="0" lang="en-US" sz="1300" strike="noStrike" u="none">
              <a:solidFill>
                <a:srgbClr val="000000"/>
              </a:solidFill>
              <a:effectLst/>
              <a:uFillTx/>
              <a:latin typeface="Arial"/>
            </a:endParaRPr>
          </a:p>
        </p:txBody>
      </p:sp>
      <p:sp>
        <p:nvSpPr>
          <p:cNvPr id="190" name="Rounded Rectangle 9"/>
          <p:cNvSpPr/>
          <p:nvPr/>
        </p:nvSpPr>
        <p:spPr>
          <a:xfrm>
            <a:off x="567000" y="2148840"/>
            <a:ext cx="4663080" cy="1142640"/>
          </a:xfrm>
          <a:prstGeom prst="roundRect">
            <a:avLst>
              <a:gd name="adj" fmla="val 9600"/>
            </a:avLst>
          </a:prstGeom>
          <a:solidFill>
            <a:srgbClr val="eeddc7"/>
          </a:solidFill>
          <a:ln w="15875">
            <a:solidFill>
              <a:srgbClr val="c6986b"/>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trike="noStrike" u="none">
              <a:solidFill>
                <a:schemeClr val="lt1"/>
              </a:solidFill>
              <a:effectLst/>
              <a:uFillTx/>
              <a:latin typeface="SamsungOne 400"/>
              <a:ea typeface="SamsungOneKorean 400"/>
            </a:endParaRPr>
          </a:p>
        </p:txBody>
      </p:sp>
      <p:sp>
        <p:nvSpPr>
          <p:cNvPr id="191" name="TextBox 10"/>
          <p:cNvSpPr/>
          <p:nvPr/>
        </p:nvSpPr>
        <p:spPr>
          <a:xfrm>
            <a:off x="567000" y="2313360"/>
            <a:ext cx="4663080" cy="502560"/>
          </a:xfrm>
          <a:prstGeom prst="rect">
            <a:avLst/>
          </a:prstGeom>
          <a:noFill/>
          <a:ln w="0">
            <a:noFill/>
          </a:ln>
        </p:spPr>
        <p:style>
          <a:lnRef idx="0"/>
          <a:fillRef idx="0"/>
          <a:effectRef idx="0"/>
          <a:fontRef idx="minor"/>
        </p:style>
        <p:txBody>
          <a:bodyPr lIns="0" rIns="0" tIns="0" bIns="0" anchor="ctr">
            <a:spAutoFit/>
          </a:bodyPr>
          <a:p>
            <a:pPr algn="ctr" defTabSz="457200">
              <a:lnSpc>
                <a:spcPct val="100000"/>
              </a:lnSpc>
            </a:pPr>
            <a:r>
              <a:rPr b="1" lang="en-US" sz="3000" strike="noStrike" u="none">
                <a:solidFill>
                  <a:srgbClr val="8a5e35"/>
                </a:solidFill>
                <a:effectLst/>
                <a:uFillTx/>
                <a:latin typeface="Readex Pro"/>
                <a:ea typeface="Readex Pro"/>
              </a:rPr>
              <a:t>14,975 rows</a:t>
            </a:r>
            <a:endParaRPr b="0" lang="en-US" sz="3000" strike="noStrike" u="none">
              <a:solidFill>
                <a:srgbClr val="000000"/>
              </a:solidFill>
              <a:effectLst/>
              <a:uFillTx/>
              <a:latin typeface="Arial"/>
            </a:endParaRPr>
          </a:p>
        </p:txBody>
      </p:sp>
      <p:sp>
        <p:nvSpPr>
          <p:cNvPr id="192" name="TextBox 11"/>
          <p:cNvSpPr/>
          <p:nvPr/>
        </p:nvSpPr>
        <p:spPr>
          <a:xfrm>
            <a:off x="567000" y="2862000"/>
            <a:ext cx="4663080" cy="273960"/>
          </a:xfrm>
          <a:prstGeom prst="rect">
            <a:avLst/>
          </a:prstGeom>
          <a:noFill/>
          <a:ln w="0">
            <a:noFill/>
          </a:ln>
        </p:spPr>
        <p:style>
          <a:lnRef idx="0"/>
          <a:fillRef idx="0"/>
          <a:effectRef idx="0"/>
          <a:fontRef idx="minor"/>
        </p:style>
        <p:txBody>
          <a:bodyPr lIns="0" rIns="0" tIns="0" bIns="0" anchor="ctr">
            <a:spAutoFit/>
          </a:bodyPr>
          <a:p>
            <a:pPr algn="ctr" defTabSz="457200">
              <a:lnSpc>
                <a:spcPct val="100000"/>
              </a:lnSpc>
            </a:pPr>
            <a:r>
              <a:rPr b="0" lang="en-US" sz="1200" strike="noStrike" u="none">
                <a:solidFill>
                  <a:srgbClr val="4a4842"/>
                </a:solidFill>
                <a:effectLst/>
                <a:uFillTx/>
                <a:latin typeface="Readex Pro"/>
                <a:ea typeface="Readex Pro"/>
              </a:rPr>
              <a:t>0 rule violations · 0 leakage vs BAREC test</a:t>
            </a:r>
            <a:endParaRPr b="0" lang="en-US" sz="1200" strike="noStrike" u="none">
              <a:solidFill>
                <a:srgbClr val="000000"/>
              </a:solidFill>
              <a:effectLst/>
              <a:uFillTx/>
              <a:latin typeface="Arial"/>
            </a:endParaRPr>
          </a:p>
        </p:txBody>
      </p:sp>
      <p:sp>
        <p:nvSpPr>
          <p:cNvPr id="193" name="Rounded Rectangle 12"/>
          <p:cNvSpPr/>
          <p:nvPr/>
        </p:nvSpPr>
        <p:spPr>
          <a:xfrm>
            <a:off x="5596200" y="2331720"/>
            <a:ext cx="2827440" cy="615240"/>
          </a:xfrm>
          <a:prstGeom prst="roundRect">
            <a:avLst>
              <a:gd name="adj" fmla="val 13366"/>
            </a:avLst>
          </a:prstGeom>
          <a:solidFill>
            <a:srgbClr val="efe9d9"/>
          </a:solidFill>
          <a:ln w="15875">
            <a:solidFill>
              <a:srgbClr val="efe9d9"/>
            </a:solidFill>
          </a:ln>
        </p:spPr>
        <p:style>
          <a:lnRef idx="1">
            <a:schemeClr val="accent1"/>
          </a:lnRef>
          <a:fillRef idx="3">
            <a:schemeClr val="accent1"/>
          </a:fillRef>
          <a:effectRef idx="2">
            <a:schemeClr val="accent1"/>
          </a:effectRef>
          <a:fontRef idx="minor"/>
        </p:style>
        <p:txBody>
          <a:bodyPr lIns="109800" rIns="109800" tIns="0" bIns="0" anchor="ctr">
            <a:noAutofit/>
          </a:bodyPr>
          <a:p>
            <a:pPr algn="ctr" defTabSz="457200">
              <a:lnSpc>
                <a:spcPct val="100000"/>
              </a:lnSpc>
            </a:pPr>
            <a:r>
              <a:rPr b="0" lang="en-US" sz="1400" strike="noStrike" u="none">
                <a:solidFill>
                  <a:srgbClr val="4a4842"/>
                </a:solidFill>
                <a:effectLst/>
                <a:uFillTx/>
                <a:latin typeface="Readex Pro"/>
                <a:ea typeface="Readex Pro"/>
              </a:rPr>
              <a:t>blind audit of 1,039 pairs:</a:t>
            </a:r>
            <a:endParaRPr b="0" lang="en-US" sz="1400" strike="noStrike" u="none">
              <a:solidFill>
                <a:srgbClr val="000000"/>
              </a:solidFill>
              <a:effectLst/>
              <a:uFillTx/>
              <a:latin typeface="Arial"/>
            </a:endParaRPr>
          </a:p>
          <a:p>
            <a:pPr algn="ctr" defTabSz="457200">
              <a:lnSpc>
                <a:spcPct val="100000"/>
              </a:lnSpc>
            </a:pPr>
            <a:r>
              <a:rPr b="0" lang="en-US" sz="1400" strike="noStrike" u="none">
                <a:solidFill>
                  <a:srgbClr val="4a4842"/>
                </a:solidFill>
                <a:effectLst/>
                <a:uFillTx/>
                <a:latin typeface="Readex Pro"/>
                <a:ea typeface="Readex Pro"/>
              </a:rPr>
              <a:t>1.7% meaning changed</a:t>
            </a:r>
            <a:endParaRPr b="0" lang="en-US" sz="1400" strike="noStrike" u="none">
              <a:solidFill>
                <a:srgbClr val="000000"/>
              </a:solidFill>
              <a:effectLst/>
              <a:uFillTx/>
              <a:latin typeface="Arial"/>
            </a:endParaRPr>
          </a:p>
        </p:txBody>
      </p:sp>
      <p:sp>
        <p:nvSpPr>
          <p:cNvPr id="194" name="Rounded Rectangle 13"/>
          <p:cNvSpPr/>
          <p:nvPr/>
        </p:nvSpPr>
        <p:spPr>
          <a:xfrm>
            <a:off x="1920600" y="3977640"/>
            <a:ext cx="6061680" cy="380520"/>
          </a:xfrm>
          <a:prstGeom prst="roundRect">
            <a:avLst>
              <a:gd name="adj" fmla="val 21599"/>
            </a:avLst>
          </a:prstGeom>
          <a:solidFill>
            <a:srgbClr val="eeddc7"/>
          </a:solidFill>
          <a:ln w="15875">
            <a:solidFill>
              <a:srgbClr val="eeddc7"/>
            </a:solidFill>
          </a:ln>
        </p:spPr>
        <p:style>
          <a:lnRef idx="1">
            <a:schemeClr val="accent1"/>
          </a:lnRef>
          <a:fillRef idx="3">
            <a:schemeClr val="accent1"/>
          </a:fillRef>
          <a:effectRef idx="2">
            <a:schemeClr val="accent1"/>
          </a:effectRef>
          <a:fontRef idx="minor"/>
        </p:style>
        <p:txBody>
          <a:bodyPr lIns="109800" rIns="109800" tIns="0" bIns="0" anchor="ctr">
            <a:noAutofit/>
          </a:bodyPr>
          <a:p>
            <a:pPr algn="ctr" defTabSz="457200">
              <a:lnSpc>
                <a:spcPct val="100000"/>
              </a:lnSpc>
            </a:pPr>
            <a:r>
              <a:rPr b="1" lang="en-US" sz="1400" strike="noStrike" u="none">
                <a:solidFill>
                  <a:srgbClr val="8a5e35"/>
                </a:solidFill>
                <a:effectLst/>
                <a:uFillTx/>
                <a:latin typeface="Readex Pro"/>
                <a:ea typeface="Readex Pro"/>
              </a:rPr>
              <a:t>every gate in corpus v1 exists because of a failure we saw</a:t>
            </a:r>
            <a:endParaRPr b="0" lang="en-US" sz="14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95" name="Background"/>
          <p:cNvSpPr/>
          <p:nvPr/>
        </p:nvSpPr>
        <p:spPr>
          <a:xfrm>
            <a:off x="0" y="0"/>
            <a:ext cx="9902520" cy="6857640"/>
          </a:xfrm>
          <a:prstGeom prst="rect">
            <a:avLst/>
          </a:prstGeom>
          <a:solidFill>
            <a:srgbClr val="f6f2e6"/>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trike="noStrike" u="none">
              <a:solidFill>
                <a:schemeClr val="lt1"/>
              </a:solidFill>
              <a:effectLst/>
              <a:uFillTx/>
              <a:latin typeface="SamsungOne 400"/>
              <a:ea typeface="SamsungOneKorean 400"/>
            </a:endParaRPr>
          </a:p>
        </p:txBody>
      </p:sp>
      <p:sp>
        <p:nvSpPr>
          <p:cNvPr id="196" name="Rectangle 2"/>
          <p:cNvSpPr/>
          <p:nvPr/>
        </p:nvSpPr>
        <p:spPr>
          <a:xfrm>
            <a:off x="567000" y="475560"/>
            <a:ext cx="63720" cy="273960"/>
          </a:xfrm>
          <a:prstGeom prst="rect">
            <a:avLst/>
          </a:prstGeom>
          <a:solidFill>
            <a:srgbClr val="c6986b"/>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trike="noStrike" u="none">
              <a:solidFill>
                <a:schemeClr val="lt1"/>
              </a:solidFill>
              <a:effectLst/>
              <a:uFillTx/>
              <a:latin typeface="SamsungOne 400"/>
              <a:ea typeface="SamsungOneKorean 400"/>
            </a:endParaRPr>
          </a:p>
        </p:txBody>
      </p:sp>
      <p:sp>
        <p:nvSpPr>
          <p:cNvPr id="197" name="TextBox 3"/>
          <p:cNvSpPr/>
          <p:nvPr/>
        </p:nvSpPr>
        <p:spPr>
          <a:xfrm>
            <a:off x="731520" y="438840"/>
            <a:ext cx="8586000" cy="310680"/>
          </a:xfrm>
          <a:prstGeom prst="rect">
            <a:avLst/>
          </a:prstGeom>
          <a:noFill/>
          <a:ln w="0">
            <a:noFill/>
          </a:ln>
        </p:spPr>
        <p:style>
          <a:lnRef idx="0"/>
          <a:fillRef idx="0"/>
          <a:effectRef idx="0"/>
          <a:fontRef idx="minor"/>
        </p:style>
        <p:txBody>
          <a:bodyPr lIns="0" rIns="0" tIns="0" bIns="0" anchor="ctr">
            <a:spAutoFit/>
          </a:bodyPr>
          <a:p>
            <a:pPr defTabSz="457200">
              <a:lnSpc>
                <a:spcPct val="100000"/>
              </a:lnSpc>
            </a:pPr>
            <a:r>
              <a:rPr b="1" lang="en-US" sz="1250" strike="noStrike" u="none">
                <a:solidFill>
                  <a:srgbClr val="c6986b"/>
                </a:solidFill>
                <a:effectLst/>
                <a:uFillTx/>
                <a:latin typeface="Readex Pro"/>
                <a:ea typeface="Readex Pro"/>
              </a:rPr>
              <a:t>03 · BAYANSIMPLIFY MODELS</a:t>
            </a:r>
            <a:endParaRPr b="0" lang="en-US" sz="1250" strike="noStrike" u="none">
              <a:solidFill>
                <a:srgbClr val="000000"/>
              </a:solidFill>
              <a:effectLst/>
              <a:uFillTx/>
              <a:latin typeface="Arial"/>
            </a:endParaRPr>
          </a:p>
        </p:txBody>
      </p:sp>
      <p:sp>
        <p:nvSpPr>
          <p:cNvPr id="198" name="TextBox 4"/>
          <p:cNvSpPr/>
          <p:nvPr/>
        </p:nvSpPr>
        <p:spPr>
          <a:xfrm>
            <a:off x="567000" y="804600"/>
            <a:ext cx="8768880" cy="502560"/>
          </a:xfrm>
          <a:prstGeom prst="rect">
            <a:avLst/>
          </a:prstGeom>
          <a:noFill/>
          <a:ln w="0">
            <a:noFill/>
          </a:ln>
        </p:spPr>
        <p:style>
          <a:lnRef idx="0"/>
          <a:fillRef idx="0"/>
          <a:effectRef idx="0"/>
          <a:fontRef idx="minor"/>
        </p:style>
        <p:txBody>
          <a:bodyPr lIns="0" rIns="0" tIns="0" bIns="0" anchor="ctr">
            <a:spAutoFit/>
          </a:bodyPr>
          <a:p>
            <a:pPr defTabSz="457200">
              <a:lnSpc>
                <a:spcPct val="100000"/>
              </a:lnSpc>
            </a:pPr>
            <a:r>
              <a:rPr b="1" lang="en-US" sz="2600" strike="noStrike" u="none">
                <a:solidFill>
                  <a:srgbClr val="282824"/>
                </a:solidFill>
                <a:effectLst/>
                <a:uFillTx/>
                <a:latin typeface="Readex Pro"/>
                <a:ea typeface="Readex Pro"/>
              </a:rPr>
              <a:t>Each version answered the last failure</a:t>
            </a:r>
            <a:endParaRPr b="0" lang="en-US" sz="2600" strike="noStrike" u="none">
              <a:solidFill>
                <a:srgbClr val="000000"/>
              </a:solidFill>
              <a:effectLst/>
              <a:uFillTx/>
              <a:latin typeface="Arial"/>
            </a:endParaRPr>
          </a:p>
        </p:txBody>
      </p:sp>
      <p:pic>
        <p:nvPicPr>
          <p:cNvPr id="199" name="Samsung logo" descr="Samsung"/>
          <p:cNvPicPr/>
          <p:nvPr/>
        </p:nvPicPr>
        <p:blipFill>
          <a:blip r:embed="rId1"/>
          <a:stretch/>
        </p:blipFill>
        <p:spPr>
          <a:xfrm>
            <a:off x="567000" y="6336720"/>
            <a:ext cx="1023840" cy="156960"/>
          </a:xfrm>
          <a:prstGeom prst="rect">
            <a:avLst/>
          </a:prstGeom>
          <a:noFill/>
          <a:ln w="0">
            <a:noFill/>
          </a:ln>
        </p:spPr>
      </p:pic>
      <p:sp>
        <p:nvSpPr>
          <p:cNvPr id="200" name="TextBox 6"/>
          <p:cNvSpPr/>
          <p:nvPr/>
        </p:nvSpPr>
        <p:spPr>
          <a:xfrm>
            <a:off x="1737360" y="6382440"/>
            <a:ext cx="3840120" cy="255600"/>
          </a:xfrm>
          <a:prstGeom prst="rect">
            <a:avLst/>
          </a:prstGeom>
          <a:noFill/>
          <a:ln w="0">
            <a:noFill/>
          </a:ln>
        </p:spPr>
        <p:style>
          <a:lnRef idx="0"/>
          <a:fillRef idx="0"/>
          <a:effectRef idx="0"/>
          <a:fontRef idx="minor"/>
        </p:style>
        <p:txBody>
          <a:bodyPr lIns="0" rIns="0" tIns="0" bIns="0" anchor="ctr">
            <a:spAutoFit/>
          </a:bodyPr>
          <a:p>
            <a:pPr defTabSz="457200">
              <a:lnSpc>
                <a:spcPct val="100000"/>
              </a:lnSpc>
            </a:pPr>
            <a:r>
              <a:rPr b="0" lang="en-US" sz="1000" strike="noStrike" u="none">
                <a:solidFill>
                  <a:srgbClr val="6f6b5e"/>
                </a:solidFill>
                <a:effectLst/>
                <a:uFillTx/>
                <a:latin typeface="Readex Pro"/>
                <a:ea typeface="Readex Pro"/>
              </a:rPr>
              <a:t>Samsung Innovation Campus  ·  AI Course</a:t>
            </a:r>
            <a:endParaRPr b="0" lang="en-US" sz="1000" strike="noStrike" u="none">
              <a:solidFill>
                <a:srgbClr val="000000"/>
              </a:solidFill>
              <a:effectLst/>
              <a:uFillTx/>
              <a:latin typeface="Arial"/>
            </a:endParaRPr>
          </a:p>
        </p:txBody>
      </p:sp>
      <p:sp>
        <p:nvSpPr>
          <p:cNvPr id="201" name="TextBox 7"/>
          <p:cNvSpPr/>
          <p:nvPr/>
        </p:nvSpPr>
        <p:spPr>
          <a:xfrm>
            <a:off x="8421480" y="6382440"/>
            <a:ext cx="914040" cy="255600"/>
          </a:xfrm>
          <a:prstGeom prst="rect">
            <a:avLst/>
          </a:prstGeom>
          <a:noFill/>
          <a:ln w="0">
            <a:noFill/>
          </a:ln>
        </p:spPr>
        <p:style>
          <a:lnRef idx="0"/>
          <a:fillRef idx="0"/>
          <a:effectRef idx="0"/>
          <a:fontRef idx="minor"/>
        </p:style>
        <p:txBody>
          <a:bodyPr lIns="0" rIns="0" tIns="0" bIns="0" anchor="ctr">
            <a:spAutoFit/>
          </a:bodyPr>
          <a:p>
            <a:pPr algn="r" defTabSz="457200">
              <a:lnSpc>
                <a:spcPct val="100000"/>
              </a:lnSpc>
            </a:pPr>
            <a:r>
              <a:rPr b="0" lang="en-US" sz="1000" strike="noStrike" u="none">
                <a:solidFill>
                  <a:srgbClr val="6f6b5e"/>
                </a:solidFill>
                <a:effectLst/>
                <a:uFillTx/>
                <a:latin typeface="Readex Pro"/>
                <a:ea typeface="Readex Pro"/>
              </a:rPr>
              <a:t>4 / 8</a:t>
            </a:r>
            <a:endParaRPr b="0" lang="en-US" sz="1000" strike="noStrike" u="none">
              <a:solidFill>
                <a:srgbClr val="000000"/>
              </a:solidFill>
              <a:effectLst/>
              <a:uFillTx/>
              <a:latin typeface="Arial"/>
            </a:endParaRPr>
          </a:p>
        </p:txBody>
      </p:sp>
      <p:sp>
        <p:nvSpPr>
          <p:cNvPr id="202" name="TextBox 8"/>
          <p:cNvSpPr/>
          <p:nvPr/>
        </p:nvSpPr>
        <p:spPr>
          <a:xfrm>
            <a:off x="265320" y="1874520"/>
            <a:ext cx="2788560" cy="292320"/>
          </a:xfrm>
          <a:prstGeom prst="rect">
            <a:avLst/>
          </a:prstGeom>
          <a:noFill/>
          <a:ln w="0">
            <a:noFill/>
          </a:ln>
        </p:spPr>
        <p:style>
          <a:lnRef idx="0"/>
          <a:fillRef idx="0"/>
          <a:effectRef idx="0"/>
          <a:fontRef idx="minor"/>
        </p:style>
        <p:txBody>
          <a:bodyPr lIns="0" rIns="0" tIns="0" bIns="0" anchor="ctr">
            <a:spAutoFit/>
          </a:bodyPr>
          <a:p>
            <a:pPr algn="ctr" defTabSz="457200">
              <a:lnSpc>
                <a:spcPct val="100000"/>
              </a:lnSpc>
            </a:pPr>
            <a:r>
              <a:rPr b="0" lang="en-US" sz="1150" strike="noStrike" u="none">
                <a:solidFill>
                  <a:srgbClr val="6f6b5e"/>
                </a:solidFill>
                <a:effectLst/>
                <a:uFillTx/>
                <a:latin typeface="Readex Pro"/>
                <a:ea typeface="Readex Pro"/>
              </a:rPr>
              <a:t>AraT5v2 on SAMER</a:t>
            </a:r>
            <a:endParaRPr b="0" lang="en-US" sz="1150" strike="noStrike" u="none">
              <a:solidFill>
                <a:srgbClr val="000000"/>
              </a:solidFill>
              <a:effectLst/>
              <a:uFillTx/>
              <a:latin typeface="Arial"/>
            </a:endParaRPr>
          </a:p>
        </p:txBody>
      </p:sp>
      <p:sp>
        <p:nvSpPr>
          <p:cNvPr id="203" name="Rounded Rectangle 9"/>
          <p:cNvSpPr/>
          <p:nvPr/>
        </p:nvSpPr>
        <p:spPr>
          <a:xfrm>
            <a:off x="265320" y="2221920"/>
            <a:ext cx="2788560" cy="475200"/>
          </a:xfrm>
          <a:prstGeom prst="roundRect">
            <a:avLst>
              <a:gd name="adj" fmla="val 19230"/>
            </a:avLst>
          </a:prstGeom>
          <a:solidFill>
            <a:srgbClr val="e6dfcc"/>
          </a:solidFill>
          <a:ln w="15875">
            <a:solidFill>
              <a:srgbClr val="e6dfcc"/>
            </a:solidFill>
          </a:ln>
        </p:spPr>
        <p:style>
          <a:lnRef idx="1">
            <a:schemeClr val="accent1"/>
          </a:lnRef>
          <a:fillRef idx="3">
            <a:schemeClr val="accent1"/>
          </a:fillRef>
          <a:effectRef idx="2">
            <a:schemeClr val="accent1"/>
          </a:effectRef>
          <a:fontRef idx="minor"/>
        </p:style>
        <p:txBody>
          <a:bodyPr lIns="109800" rIns="109800" tIns="0" bIns="0" anchor="ctr">
            <a:noAutofit/>
          </a:bodyPr>
          <a:p>
            <a:pPr algn="ctr" defTabSz="457200">
              <a:lnSpc>
                <a:spcPct val="100000"/>
              </a:lnSpc>
            </a:pPr>
            <a:r>
              <a:rPr b="1" lang="en-US" sz="1700" strike="noStrike" u="none">
                <a:solidFill>
                  <a:srgbClr val="282824"/>
                </a:solidFill>
                <a:effectLst/>
                <a:uFillTx/>
                <a:latin typeface="Readex Pro"/>
                <a:ea typeface="Readex Pro"/>
              </a:rPr>
              <a:t>v0.1</a:t>
            </a:r>
            <a:endParaRPr b="0" lang="en-US" sz="1700" strike="noStrike" u="none">
              <a:solidFill>
                <a:srgbClr val="000000"/>
              </a:solidFill>
              <a:effectLst/>
              <a:uFillTx/>
              <a:latin typeface="Arial"/>
            </a:endParaRPr>
          </a:p>
        </p:txBody>
      </p:sp>
      <p:sp>
        <p:nvSpPr>
          <p:cNvPr id="204" name="Rounded Rectangle 10"/>
          <p:cNvSpPr/>
          <p:nvPr/>
        </p:nvSpPr>
        <p:spPr>
          <a:xfrm>
            <a:off x="265320" y="2807280"/>
            <a:ext cx="2788560" cy="1051200"/>
          </a:xfrm>
          <a:prstGeom prst="roundRect">
            <a:avLst>
              <a:gd name="adj" fmla="val 8695"/>
            </a:avLst>
          </a:prstGeom>
          <a:solidFill>
            <a:srgbClr val="efe9d9"/>
          </a:solidFill>
          <a:ln w="15875">
            <a:solidFill>
              <a:srgbClr val="e6dfcc"/>
            </a:solidFill>
          </a:ln>
        </p:spPr>
        <p:style>
          <a:lnRef idx="1">
            <a:schemeClr val="accent1"/>
          </a:lnRef>
          <a:fillRef idx="3">
            <a:schemeClr val="accent1"/>
          </a:fillRef>
          <a:effectRef idx="2">
            <a:schemeClr val="accent1"/>
          </a:effectRef>
          <a:fontRef idx="minor"/>
        </p:style>
        <p:txBody>
          <a:bodyPr lIns="109800" rIns="109800" tIns="0" bIns="0" anchor="ctr">
            <a:noAutofit/>
          </a:bodyPr>
          <a:p>
            <a:pPr algn="ctr" defTabSz="457200">
              <a:lnSpc>
                <a:spcPct val="100000"/>
              </a:lnSpc>
            </a:pPr>
            <a:r>
              <a:rPr b="0" lang="en-US" sz="1200" strike="noStrike" u="none">
                <a:solidFill>
                  <a:srgbClr val="4a4842"/>
                </a:solidFill>
                <a:effectLst/>
                <a:uFillTx/>
                <a:latin typeface="Readex Pro"/>
                <a:ea typeface="Readex Pro"/>
              </a:rPr>
              <a:t>SAMER level 5 → 3,</a:t>
            </a:r>
            <a:endParaRPr b="0" lang="en-US" sz="1200" strike="noStrike" u="none">
              <a:solidFill>
                <a:srgbClr val="000000"/>
              </a:solidFill>
              <a:effectLst/>
              <a:uFillTx/>
              <a:latin typeface="Arial"/>
            </a:endParaRPr>
          </a:p>
          <a:p>
            <a:pPr algn="ctr" defTabSz="457200">
              <a:lnSpc>
                <a:spcPct val="100000"/>
              </a:lnSpc>
            </a:pPr>
            <a:r>
              <a:rPr b="0" lang="en-US" sz="1200" strike="noStrike" u="none">
                <a:solidFill>
                  <a:srgbClr val="4a4842"/>
                </a:solidFill>
                <a:effectLst/>
                <a:uFillTx/>
                <a:latin typeface="Readex Pro"/>
                <a:ea typeface="Readex Pro"/>
              </a:rPr>
              <a:t>14,343 pairs</a:t>
            </a:r>
            <a:endParaRPr b="0" lang="en-US" sz="1200" strike="noStrike" u="none">
              <a:solidFill>
                <a:srgbClr val="000000"/>
              </a:solidFill>
              <a:effectLst/>
              <a:uFillTx/>
              <a:latin typeface="Arial"/>
            </a:endParaRPr>
          </a:p>
        </p:txBody>
      </p:sp>
      <p:sp>
        <p:nvSpPr>
          <p:cNvPr id="205" name="Rounded Rectangle 11"/>
          <p:cNvSpPr/>
          <p:nvPr/>
        </p:nvSpPr>
        <p:spPr>
          <a:xfrm>
            <a:off x="265320" y="3959280"/>
            <a:ext cx="2788560" cy="1416960"/>
          </a:xfrm>
          <a:prstGeom prst="roundRect">
            <a:avLst>
              <a:gd name="adj" fmla="val 6451"/>
            </a:avLst>
          </a:prstGeom>
          <a:solidFill>
            <a:srgbClr val="f3e2da"/>
          </a:solidFill>
          <a:ln w="15875">
            <a:solidFill>
              <a:srgbClr val="f3e2da"/>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trike="noStrike" u="none">
              <a:solidFill>
                <a:schemeClr val="lt1"/>
              </a:solidFill>
              <a:effectLst/>
              <a:uFillTx/>
              <a:latin typeface="SamsungOne 400"/>
              <a:ea typeface="SamsungOneKorean 400"/>
            </a:endParaRPr>
          </a:p>
        </p:txBody>
      </p:sp>
      <p:sp>
        <p:nvSpPr>
          <p:cNvPr id="206" name="TextBox 12"/>
          <p:cNvSpPr/>
          <p:nvPr/>
        </p:nvSpPr>
        <p:spPr>
          <a:xfrm>
            <a:off x="374760" y="4087440"/>
            <a:ext cx="2568960" cy="1188360"/>
          </a:xfrm>
          <a:prstGeom prst="rect">
            <a:avLst/>
          </a:prstGeom>
          <a:noFill/>
          <a:ln w="0">
            <a:noFill/>
          </a:ln>
        </p:spPr>
        <p:style>
          <a:lnRef idx="0"/>
          <a:fillRef idx="0"/>
          <a:effectRef idx="0"/>
          <a:fontRef idx="minor"/>
        </p:style>
        <p:txBody>
          <a:bodyPr lIns="0" rIns="0" tIns="0" bIns="0" anchor="ctr">
            <a:spAutoFit/>
          </a:bodyPr>
          <a:p>
            <a:pPr algn="ctr" defTabSz="457200">
              <a:lnSpc>
                <a:spcPct val="108000"/>
              </a:lnSpc>
            </a:pPr>
            <a:r>
              <a:rPr b="0" lang="en-US" sz="1150" strike="noStrike" u="none">
                <a:solidFill>
                  <a:srgbClr val="b5533c"/>
                </a:solidFill>
                <a:effectLst/>
                <a:uFillTx/>
                <a:latin typeface="Readex Pro"/>
                <a:ea typeface="Readex Pro"/>
              </a:rPr>
              <a:t>Returned 65% of rows unchanged</a:t>
            </a:r>
            <a:endParaRPr b="0" lang="en-US" sz="1150" strike="noStrike" u="none">
              <a:solidFill>
                <a:srgbClr val="000000"/>
              </a:solidFill>
              <a:effectLst/>
              <a:uFillTx/>
              <a:latin typeface="Arial"/>
            </a:endParaRPr>
          </a:p>
          <a:p>
            <a:pPr algn="ctr" defTabSz="457200">
              <a:lnSpc>
                <a:spcPct val="108000"/>
              </a:lnSpc>
            </a:pPr>
            <a:r>
              <a:rPr b="0" lang="en-US" sz="1150" strike="noStrike" u="none">
                <a:solidFill>
                  <a:srgbClr val="b5533c"/>
                </a:solidFill>
                <a:effectLst/>
                <a:uFillTx/>
                <a:latin typeface="Readex Pro"/>
                <a:ea typeface="Readex Pro"/>
              </a:rPr>
              <a:t>(editors: 49%).</a:t>
            </a:r>
            <a:endParaRPr b="0" lang="en-US" sz="1150" strike="noStrike" u="none">
              <a:solidFill>
                <a:srgbClr val="000000"/>
              </a:solidFill>
              <a:effectLst/>
              <a:uFillTx/>
              <a:latin typeface="Arial"/>
            </a:endParaRPr>
          </a:p>
          <a:p>
            <a:pPr algn="ctr" defTabSz="457200">
              <a:lnSpc>
                <a:spcPct val="108000"/>
              </a:lnSpc>
            </a:pPr>
            <a:r>
              <a:rPr b="0" lang="en-US" sz="1150" strike="noStrike" u="none">
                <a:solidFill>
                  <a:srgbClr val="b5533c"/>
                </a:solidFill>
                <a:effectLst/>
                <a:uFillTx/>
                <a:latin typeface="Readex Pro"/>
                <a:ea typeface="Readex Pro"/>
              </a:rPr>
              <a:t>Swapped words, never restructured.</a:t>
            </a:r>
            <a:endParaRPr b="0" lang="en-US" sz="115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7" name="Background"/>
          <p:cNvSpPr/>
          <p:nvPr/>
        </p:nvSpPr>
        <p:spPr>
          <a:xfrm>
            <a:off x="0" y="0"/>
            <a:ext cx="9902520" cy="6857640"/>
          </a:xfrm>
          <a:prstGeom prst="rect">
            <a:avLst/>
          </a:prstGeom>
          <a:solidFill>
            <a:srgbClr val="f6f2e6"/>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trike="noStrike" u="none">
              <a:solidFill>
                <a:schemeClr val="lt1"/>
              </a:solidFill>
              <a:effectLst/>
              <a:uFillTx/>
              <a:latin typeface="SamsungOne 400"/>
              <a:ea typeface="SamsungOneKorean 400"/>
            </a:endParaRPr>
          </a:p>
        </p:txBody>
      </p:sp>
      <p:sp>
        <p:nvSpPr>
          <p:cNvPr id="208" name="Rectangle 2"/>
          <p:cNvSpPr/>
          <p:nvPr/>
        </p:nvSpPr>
        <p:spPr>
          <a:xfrm>
            <a:off x="567000" y="475560"/>
            <a:ext cx="63720" cy="273960"/>
          </a:xfrm>
          <a:prstGeom prst="rect">
            <a:avLst/>
          </a:prstGeom>
          <a:solidFill>
            <a:srgbClr val="c6986b"/>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trike="noStrike" u="none">
              <a:solidFill>
                <a:schemeClr val="lt1"/>
              </a:solidFill>
              <a:effectLst/>
              <a:uFillTx/>
              <a:latin typeface="SamsungOne 400"/>
              <a:ea typeface="SamsungOneKorean 400"/>
            </a:endParaRPr>
          </a:p>
        </p:txBody>
      </p:sp>
      <p:sp>
        <p:nvSpPr>
          <p:cNvPr id="209" name="TextBox 3"/>
          <p:cNvSpPr/>
          <p:nvPr/>
        </p:nvSpPr>
        <p:spPr>
          <a:xfrm>
            <a:off x="731520" y="438840"/>
            <a:ext cx="8586000" cy="310680"/>
          </a:xfrm>
          <a:prstGeom prst="rect">
            <a:avLst/>
          </a:prstGeom>
          <a:noFill/>
          <a:ln w="0">
            <a:noFill/>
          </a:ln>
        </p:spPr>
        <p:style>
          <a:lnRef idx="0"/>
          <a:fillRef idx="0"/>
          <a:effectRef idx="0"/>
          <a:fontRef idx="minor"/>
        </p:style>
        <p:txBody>
          <a:bodyPr lIns="0" rIns="0" tIns="0" bIns="0" anchor="ctr">
            <a:spAutoFit/>
          </a:bodyPr>
          <a:p>
            <a:pPr defTabSz="457200">
              <a:lnSpc>
                <a:spcPct val="100000"/>
              </a:lnSpc>
            </a:pPr>
            <a:r>
              <a:rPr b="1" lang="en-US" sz="1250" strike="noStrike" u="none">
                <a:solidFill>
                  <a:srgbClr val="c6986b"/>
                </a:solidFill>
                <a:effectLst/>
                <a:uFillTx/>
                <a:latin typeface="Readex Pro"/>
                <a:ea typeface="Readex Pro"/>
              </a:rPr>
              <a:t>03 · BAYANSIMPLIFY MODELS</a:t>
            </a:r>
            <a:endParaRPr b="0" lang="en-US" sz="1250" strike="noStrike" u="none">
              <a:solidFill>
                <a:srgbClr val="000000"/>
              </a:solidFill>
              <a:effectLst/>
              <a:uFillTx/>
              <a:latin typeface="Arial"/>
            </a:endParaRPr>
          </a:p>
        </p:txBody>
      </p:sp>
      <p:sp>
        <p:nvSpPr>
          <p:cNvPr id="210" name="TextBox 4"/>
          <p:cNvSpPr/>
          <p:nvPr/>
        </p:nvSpPr>
        <p:spPr>
          <a:xfrm>
            <a:off x="567000" y="804600"/>
            <a:ext cx="8768880" cy="502560"/>
          </a:xfrm>
          <a:prstGeom prst="rect">
            <a:avLst/>
          </a:prstGeom>
          <a:noFill/>
          <a:ln w="0">
            <a:noFill/>
          </a:ln>
        </p:spPr>
        <p:style>
          <a:lnRef idx="0"/>
          <a:fillRef idx="0"/>
          <a:effectRef idx="0"/>
          <a:fontRef idx="minor"/>
        </p:style>
        <p:txBody>
          <a:bodyPr lIns="0" rIns="0" tIns="0" bIns="0" anchor="ctr">
            <a:spAutoFit/>
          </a:bodyPr>
          <a:p>
            <a:pPr defTabSz="457200">
              <a:lnSpc>
                <a:spcPct val="100000"/>
              </a:lnSpc>
            </a:pPr>
            <a:r>
              <a:rPr b="1" lang="en-US" sz="2600" strike="noStrike" u="none">
                <a:solidFill>
                  <a:srgbClr val="282824"/>
                </a:solidFill>
                <a:effectLst/>
                <a:uFillTx/>
                <a:latin typeface="Readex Pro"/>
                <a:ea typeface="Readex Pro"/>
              </a:rPr>
              <a:t>Each version answered the last failure</a:t>
            </a:r>
            <a:endParaRPr b="0" lang="en-US" sz="2600" strike="noStrike" u="none">
              <a:solidFill>
                <a:srgbClr val="000000"/>
              </a:solidFill>
              <a:effectLst/>
              <a:uFillTx/>
              <a:latin typeface="Arial"/>
            </a:endParaRPr>
          </a:p>
        </p:txBody>
      </p:sp>
      <p:pic>
        <p:nvPicPr>
          <p:cNvPr id="211" name="Samsung logo" descr="Samsung"/>
          <p:cNvPicPr/>
          <p:nvPr/>
        </p:nvPicPr>
        <p:blipFill>
          <a:blip r:embed="rId1"/>
          <a:stretch/>
        </p:blipFill>
        <p:spPr>
          <a:xfrm>
            <a:off x="567000" y="6336720"/>
            <a:ext cx="1023840" cy="156960"/>
          </a:xfrm>
          <a:prstGeom prst="rect">
            <a:avLst/>
          </a:prstGeom>
          <a:noFill/>
          <a:ln w="0">
            <a:noFill/>
          </a:ln>
        </p:spPr>
      </p:pic>
      <p:sp>
        <p:nvSpPr>
          <p:cNvPr id="212" name="TextBox 6"/>
          <p:cNvSpPr/>
          <p:nvPr/>
        </p:nvSpPr>
        <p:spPr>
          <a:xfrm>
            <a:off x="1737360" y="6382440"/>
            <a:ext cx="3840120" cy="255600"/>
          </a:xfrm>
          <a:prstGeom prst="rect">
            <a:avLst/>
          </a:prstGeom>
          <a:noFill/>
          <a:ln w="0">
            <a:noFill/>
          </a:ln>
        </p:spPr>
        <p:style>
          <a:lnRef idx="0"/>
          <a:fillRef idx="0"/>
          <a:effectRef idx="0"/>
          <a:fontRef idx="minor"/>
        </p:style>
        <p:txBody>
          <a:bodyPr lIns="0" rIns="0" tIns="0" bIns="0" anchor="ctr">
            <a:spAutoFit/>
          </a:bodyPr>
          <a:p>
            <a:pPr defTabSz="457200">
              <a:lnSpc>
                <a:spcPct val="100000"/>
              </a:lnSpc>
            </a:pPr>
            <a:r>
              <a:rPr b="0" lang="en-US" sz="1000" strike="noStrike" u="none">
                <a:solidFill>
                  <a:srgbClr val="6f6b5e"/>
                </a:solidFill>
                <a:effectLst/>
                <a:uFillTx/>
                <a:latin typeface="Readex Pro"/>
                <a:ea typeface="Readex Pro"/>
              </a:rPr>
              <a:t>Samsung Innovation Campus  ·  AI Course</a:t>
            </a:r>
            <a:endParaRPr b="0" lang="en-US" sz="1000" strike="noStrike" u="none">
              <a:solidFill>
                <a:srgbClr val="000000"/>
              </a:solidFill>
              <a:effectLst/>
              <a:uFillTx/>
              <a:latin typeface="Arial"/>
            </a:endParaRPr>
          </a:p>
        </p:txBody>
      </p:sp>
      <p:sp>
        <p:nvSpPr>
          <p:cNvPr id="213" name="TextBox 7"/>
          <p:cNvSpPr/>
          <p:nvPr/>
        </p:nvSpPr>
        <p:spPr>
          <a:xfrm>
            <a:off x="8421480" y="6382440"/>
            <a:ext cx="914040" cy="255600"/>
          </a:xfrm>
          <a:prstGeom prst="rect">
            <a:avLst/>
          </a:prstGeom>
          <a:noFill/>
          <a:ln w="0">
            <a:noFill/>
          </a:ln>
        </p:spPr>
        <p:style>
          <a:lnRef idx="0"/>
          <a:fillRef idx="0"/>
          <a:effectRef idx="0"/>
          <a:fontRef idx="minor"/>
        </p:style>
        <p:txBody>
          <a:bodyPr lIns="0" rIns="0" tIns="0" bIns="0" anchor="ctr">
            <a:spAutoFit/>
          </a:bodyPr>
          <a:p>
            <a:pPr algn="r" defTabSz="457200">
              <a:lnSpc>
                <a:spcPct val="100000"/>
              </a:lnSpc>
            </a:pPr>
            <a:r>
              <a:rPr b="0" lang="en-US" sz="1000" strike="noStrike" u="none">
                <a:solidFill>
                  <a:srgbClr val="6f6b5e"/>
                </a:solidFill>
                <a:effectLst/>
                <a:uFillTx/>
                <a:latin typeface="Readex Pro"/>
                <a:ea typeface="Readex Pro"/>
              </a:rPr>
              <a:t>4 / 8</a:t>
            </a:r>
            <a:endParaRPr b="0" lang="en-US" sz="1000" strike="noStrike" u="none">
              <a:solidFill>
                <a:srgbClr val="000000"/>
              </a:solidFill>
              <a:effectLst/>
              <a:uFillTx/>
              <a:latin typeface="Arial"/>
            </a:endParaRPr>
          </a:p>
        </p:txBody>
      </p:sp>
      <p:sp>
        <p:nvSpPr>
          <p:cNvPr id="214" name="TextBox 8"/>
          <p:cNvSpPr/>
          <p:nvPr/>
        </p:nvSpPr>
        <p:spPr>
          <a:xfrm>
            <a:off x="265320" y="1874520"/>
            <a:ext cx="2788560" cy="292320"/>
          </a:xfrm>
          <a:prstGeom prst="rect">
            <a:avLst/>
          </a:prstGeom>
          <a:noFill/>
          <a:ln w="0">
            <a:noFill/>
          </a:ln>
        </p:spPr>
        <p:style>
          <a:lnRef idx="0"/>
          <a:fillRef idx="0"/>
          <a:effectRef idx="0"/>
          <a:fontRef idx="minor"/>
        </p:style>
        <p:txBody>
          <a:bodyPr lIns="0" rIns="0" tIns="0" bIns="0" anchor="ctr">
            <a:spAutoFit/>
          </a:bodyPr>
          <a:p>
            <a:pPr algn="ctr" defTabSz="457200">
              <a:lnSpc>
                <a:spcPct val="100000"/>
              </a:lnSpc>
            </a:pPr>
            <a:r>
              <a:rPr b="0" lang="en-US" sz="1150" strike="noStrike" u="none">
                <a:solidFill>
                  <a:srgbClr val="6f6b5e"/>
                </a:solidFill>
                <a:effectLst/>
                <a:uFillTx/>
                <a:latin typeface="Readex Pro"/>
                <a:ea typeface="Readex Pro"/>
              </a:rPr>
              <a:t>AraT5v2 on SAMER</a:t>
            </a:r>
            <a:endParaRPr b="0" lang="en-US" sz="1150" strike="noStrike" u="none">
              <a:solidFill>
                <a:srgbClr val="000000"/>
              </a:solidFill>
              <a:effectLst/>
              <a:uFillTx/>
              <a:latin typeface="Arial"/>
            </a:endParaRPr>
          </a:p>
        </p:txBody>
      </p:sp>
      <p:sp>
        <p:nvSpPr>
          <p:cNvPr id="215" name="Rounded Rectangle 9"/>
          <p:cNvSpPr/>
          <p:nvPr/>
        </p:nvSpPr>
        <p:spPr>
          <a:xfrm>
            <a:off x="265320" y="2221920"/>
            <a:ext cx="2788560" cy="475200"/>
          </a:xfrm>
          <a:prstGeom prst="roundRect">
            <a:avLst>
              <a:gd name="adj" fmla="val 19230"/>
            </a:avLst>
          </a:prstGeom>
          <a:solidFill>
            <a:srgbClr val="e6dfcc"/>
          </a:solidFill>
          <a:ln w="15875">
            <a:solidFill>
              <a:srgbClr val="e6dfcc"/>
            </a:solidFill>
          </a:ln>
        </p:spPr>
        <p:style>
          <a:lnRef idx="1">
            <a:schemeClr val="accent1"/>
          </a:lnRef>
          <a:fillRef idx="3">
            <a:schemeClr val="accent1"/>
          </a:fillRef>
          <a:effectRef idx="2">
            <a:schemeClr val="accent1"/>
          </a:effectRef>
          <a:fontRef idx="minor"/>
        </p:style>
        <p:txBody>
          <a:bodyPr lIns="109800" rIns="109800" tIns="0" bIns="0" anchor="ctr">
            <a:noAutofit/>
          </a:bodyPr>
          <a:p>
            <a:pPr algn="ctr" defTabSz="457200">
              <a:lnSpc>
                <a:spcPct val="100000"/>
              </a:lnSpc>
            </a:pPr>
            <a:r>
              <a:rPr b="1" lang="en-US" sz="1700" strike="noStrike" u="none">
                <a:solidFill>
                  <a:srgbClr val="282824"/>
                </a:solidFill>
                <a:effectLst/>
                <a:uFillTx/>
                <a:latin typeface="Readex Pro"/>
                <a:ea typeface="Readex Pro"/>
              </a:rPr>
              <a:t>v0.1</a:t>
            </a:r>
            <a:endParaRPr b="0" lang="en-US" sz="1700" strike="noStrike" u="none">
              <a:solidFill>
                <a:srgbClr val="000000"/>
              </a:solidFill>
              <a:effectLst/>
              <a:uFillTx/>
              <a:latin typeface="Arial"/>
            </a:endParaRPr>
          </a:p>
        </p:txBody>
      </p:sp>
      <p:sp>
        <p:nvSpPr>
          <p:cNvPr id="216" name="Rounded Rectangle 10"/>
          <p:cNvSpPr/>
          <p:nvPr/>
        </p:nvSpPr>
        <p:spPr>
          <a:xfrm>
            <a:off x="265320" y="2807280"/>
            <a:ext cx="2788560" cy="1051200"/>
          </a:xfrm>
          <a:prstGeom prst="roundRect">
            <a:avLst>
              <a:gd name="adj" fmla="val 8695"/>
            </a:avLst>
          </a:prstGeom>
          <a:solidFill>
            <a:srgbClr val="efe9d9"/>
          </a:solidFill>
          <a:ln w="15875">
            <a:solidFill>
              <a:srgbClr val="e6dfcc"/>
            </a:solidFill>
          </a:ln>
        </p:spPr>
        <p:style>
          <a:lnRef idx="1">
            <a:schemeClr val="accent1"/>
          </a:lnRef>
          <a:fillRef idx="3">
            <a:schemeClr val="accent1"/>
          </a:fillRef>
          <a:effectRef idx="2">
            <a:schemeClr val="accent1"/>
          </a:effectRef>
          <a:fontRef idx="minor"/>
        </p:style>
        <p:txBody>
          <a:bodyPr lIns="109800" rIns="109800" tIns="0" bIns="0" anchor="ctr">
            <a:noAutofit/>
          </a:bodyPr>
          <a:p>
            <a:pPr algn="ctr" defTabSz="457200">
              <a:lnSpc>
                <a:spcPct val="100000"/>
              </a:lnSpc>
            </a:pPr>
            <a:r>
              <a:rPr b="0" lang="en-US" sz="1200" strike="noStrike" u="none">
                <a:solidFill>
                  <a:srgbClr val="4a4842"/>
                </a:solidFill>
                <a:effectLst/>
                <a:uFillTx/>
                <a:latin typeface="Readex Pro"/>
                <a:ea typeface="Readex Pro"/>
              </a:rPr>
              <a:t>SAMER level 5 → 3,</a:t>
            </a:r>
            <a:endParaRPr b="0" lang="en-US" sz="1200" strike="noStrike" u="none">
              <a:solidFill>
                <a:srgbClr val="000000"/>
              </a:solidFill>
              <a:effectLst/>
              <a:uFillTx/>
              <a:latin typeface="Arial"/>
            </a:endParaRPr>
          </a:p>
          <a:p>
            <a:pPr algn="ctr" defTabSz="457200">
              <a:lnSpc>
                <a:spcPct val="100000"/>
              </a:lnSpc>
            </a:pPr>
            <a:r>
              <a:rPr b="0" lang="en-US" sz="1200" strike="noStrike" u="none">
                <a:solidFill>
                  <a:srgbClr val="4a4842"/>
                </a:solidFill>
                <a:effectLst/>
                <a:uFillTx/>
                <a:latin typeface="Readex Pro"/>
                <a:ea typeface="Readex Pro"/>
              </a:rPr>
              <a:t>14,343 pairs</a:t>
            </a:r>
            <a:endParaRPr b="0" lang="en-US" sz="1200" strike="noStrike" u="none">
              <a:solidFill>
                <a:srgbClr val="000000"/>
              </a:solidFill>
              <a:effectLst/>
              <a:uFillTx/>
              <a:latin typeface="Arial"/>
            </a:endParaRPr>
          </a:p>
        </p:txBody>
      </p:sp>
      <p:sp>
        <p:nvSpPr>
          <p:cNvPr id="217" name="Rounded Rectangle 11"/>
          <p:cNvSpPr/>
          <p:nvPr/>
        </p:nvSpPr>
        <p:spPr>
          <a:xfrm>
            <a:off x="265320" y="3959280"/>
            <a:ext cx="2788560" cy="1416960"/>
          </a:xfrm>
          <a:prstGeom prst="roundRect">
            <a:avLst>
              <a:gd name="adj" fmla="val 6451"/>
            </a:avLst>
          </a:prstGeom>
          <a:solidFill>
            <a:srgbClr val="f3e2da"/>
          </a:solidFill>
          <a:ln w="15875">
            <a:solidFill>
              <a:srgbClr val="f3e2da"/>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trike="noStrike" u="none">
              <a:solidFill>
                <a:schemeClr val="lt1"/>
              </a:solidFill>
              <a:effectLst/>
              <a:uFillTx/>
              <a:latin typeface="SamsungOne 400"/>
              <a:ea typeface="SamsungOneKorean 400"/>
            </a:endParaRPr>
          </a:p>
        </p:txBody>
      </p:sp>
      <p:sp>
        <p:nvSpPr>
          <p:cNvPr id="218" name="TextBox 12"/>
          <p:cNvSpPr/>
          <p:nvPr/>
        </p:nvSpPr>
        <p:spPr>
          <a:xfrm>
            <a:off x="374760" y="4087440"/>
            <a:ext cx="2568960" cy="1188360"/>
          </a:xfrm>
          <a:prstGeom prst="rect">
            <a:avLst/>
          </a:prstGeom>
          <a:noFill/>
          <a:ln w="0">
            <a:noFill/>
          </a:ln>
        </p:spPr>
        <p:style>
          <a:lnRef idx="0"/>
          <a:fillRef idx="0"/>
          <a:effectRef idx="0"/>
          <a:fontRef idx="minor"/>
        </p:style>
        <p:txBody>
          <a:bodyPr lIns="0" rIns="0" tIns="0" bIns="0" anchor="ctr">
            <a:spAutoFit/>
          </a:bodyPr>
          <a:p>
            <a:pPr algn="ctr" defTabSz="457200">
              <a:lnSpc>
                <a:spcPct val="108000"/>
              </a:lnSpc>
            </a:pPr>
            <a:r>
              <a:rPr b="0" lang="en-US" sz="1150" strike="noStrike" u="none">
                <a:solidFill>
                  <a:srgbClr val="b5533c"/>
                </a:solidFill>
                <a:effectLst/>
                <a:uFillTx/>
                <a:latin typeface="Readex Pro"/>
                <a:ea typeface="Readex Pro"/>
              </a:rPr>
              <a:t>Returned 65% of rows unchanged</a:t>
            </a:r>
            <a:endParaRPr b="0" lang="en-US" sz="1150" strike="noStrike" u="none">
              <a:solidFill>
                <a:srgbClr val="000000"/>
              </a:solidFill>
              <a:effectLst/>
              <a:uFillTx/>
              <a:latin typeface="Arial"/>
            </a:endParaRPr>
          </a:p>
          <a:p>
            <a:pPr algn="ctr" defTabSz="457200">
              <a:lnSpc>
                <a:spcPct val="108000"/>
              </a:lnSpc>
            </a:pPr>
            <a:r>
              <a:rPr b="0" lang="en-US" sz="1150" strike="noStrike" u="none">
                <a:solidFill>
                  <a:srgbClr val="b5533c"/>
                </a:solidFill>
                <a:effectLst/>
                <a:uFillTx/>
                <a:latin typeface="Readex Pro"/>
                <a:ea typeface="Readex Pro"/>
              </a:rPr>
              <a:t>(editors: 49%).</a:t>
            </a:r>
            <a:endParaRPr b="0" lang="en-US" sz="1150" strike="noStrike" u="none">
              <a:solidFill>
                <a:srgbClr val="000000"/>
              </a:solidFill>
              <a:effectLst/>
              <a:uFillTx/>
              <a:latin typeface="Arial"/>
            </a:endParaRPr>
          </a:p>
          <a:p>
            <a:pPr algn="ctr" defTabSz="457200">
              <a:lnSpc>
                <a:spcPct val="108000"/>
              </a:lnSpc>
            </a:pPr>
            <a:r>
              <a:rPr b="0" lang="en-US" sz="1150" strike="noStrike" u="none">
                <a:solidFill>
                  <a:srgbClr val="b5533c"/>
                </a:solidFill>
                <a:effectLst/>
                <a:uFillTx/>
                <a:latin typeface="Readex Pro"/>
                <a:ea typeface="Readex Pro"/>
              </a:rPr>
              <a:t>Swapped words, never restructured.</a:t>
            </a:r>
            <a:endParaRPr b="0" lang="en-US" sz="1150" strike="noStrike" u="none">
              <a:solidFill>
                <a:srgbClr val="000000"/>
              </a:solidFill>
              <a:effectLst/>
              <a:uFillTx/>
              <a:latin typeface="Arial"/>
            </a:endParaRPr>
          </a:p>
        </p:txBody>
      </p:sp>
      <p:cxnSp>
        <p:nvCxnSpPr>
          <p:cNvPr id="219" name="Connector 13"/>
          <p:cNvCxnSpPr/>
          <p:nvPr/>
        </p:nvCxnSpPr>
        <p:spPr>
          <a:xfrm>
            <a:off x="3108960" y="2880360"/>
            <a:ext cx="393480" cy="360"/>
          </a:xfrm>
          <a:prstGeom prst="straightConnector1">
            <a:avLst/>
          </a:prstGeom>
          <a:ln w="31750">
            <a:solidFill>
              <a:srgbClr val="c6986b"/>
            </a:solidFill>
            <a:tailEnd len="med" type="triangle" w="med"/>
          </a:ln>
        </p:spPr>
      </p:cxnSp>
      <p:sp>
        <p:nvSpPr>
          <p:cNvPr id="220" name="TextBox 14"/>
          <p:cNvSpPr/>
          <p:nvPr/>
        </p:nvSpPr>
        <p:spPr>
          <a:xfrm>
            <a:off x="3557160" y="1874520"/>
            <a:ext cx="2788560" cy="292320"/>
          </a:xfrm>
          <a:prstGeom prst="rect">
            <a:avLst/>
          </a:prstGeom>
          <a:noFill/>
          <a:ln w="0">
            <a:noFill/>
          </a:ln>
        </p:spPr>
        <p:style>
          <a:lnRef idx="0"/>
          <a:fillRef idx="0"/>
          <a:effectRef idx="0"/>
          <a:fontRef idx="minor"/>
        </p:style>
        <p:txBody>
          <a:bodyPr lIns="0" rIns="0" tIns="0" bIns="0" anchor="ctr">
            <a:spAutoFit/>
          </a:bodyPr>
          <a:p>
            <a:pPr algn="ctr" defTabSz="457200">
              <a:lnSpc>
                <a:spcPct val="100000"/>
              </a:lnSpc>
            </a:pPr>
            <a:r>
              <a:rPr b="1" lang="en-US" sz="1150" strike="noStrike" u="none">
                <a:solidFill>
                  <a:srgbClr val="8a5e35"/>
                </a:solidFill>
                <a:effectLst/>
                <a:uFillTx/>
                <a:latin typeface="Readex Pro"/>
                <a:ea typeface="Readex Pro"/>
              </a:rPr>
              <a:t>AraT5v2 + AraBART</a:t>
            </a:r>
            <a:endParaRPr b="0" lang="en-US" sz="1150" strike="noStrike" u="none">
              <a:solidFill>
                <a:srgbClr val="000000"/>
              </a:solidFill>
              <a:effectLst/>
              <a:uFillTx/>
              <a:latin typeface="Arial"/>
            </a:endParaRPr>
          </a:p>
        </p:txBody>
      </p:sp>
      <p:sp>
        <p:nvSpPr>
          <p:cNvPr id="221" name="Rounded Rectangle 15"/>
          <p:cNvSpPr/>
          <p:nvPr/>
        </p:nvSpPr>
        <p:spPr>
          <a:xfrm>
            <a:off x="3557160" y="2221920"/>
            <a:ext cx="2788560" cy="475200"/>
          </a:xfrm>
          <a:prstGeom prst="roundRect">
            <a:avLst>
              <a:gd name="adj" fmla="val 19230"/>
            </a:avLst>
          </a:prstGeom>
          <a:solidFill>
            <a:srgbClr val="e6dfcc"/>
          </a:solidFill>
          <a:ln w="15875">
            <a:solidFill>
              <a:srgbClr val="e6dfcc"/>
            </a:solidFill>
          </a:ln>
        </p:spPr>
        <p:style>
          <a:lnRef idx="1">
            <a:schemeClr val="accent1"/>
          </a:lnRef>
          <a:fillRef idx="3">
            <a:schemeClr val="accent1"/>
          </a:fillRef>
          <a:effectRef idx="2">
            <a:schemeClr val="accent1"/>
          </a:effectRef>
          <a:fontRef idx="minor"/>
        </p:style>
        <p:txBody>
          <a:bodyPr lIns="109800" rIns="109800" tIns="0" bIns="0" anchor="ctr">
            <a:noAutofit/>
          </a:bodyPr>
          <a:p>
            <a:pPr algn="ctr" defTabSz="457200">
              <a:lnSpc>
                <a:spcPct val="100000"/>
              </a:lnSpc>
            </a:pPr>
            <a:r>
              <a:rPr b="1" lang="en-US" sz="1700" strike="noStrike" u="none">
                <a:solidFill>
                  <a:srgbClr val="282824"/>
                </a:solidFill>
                <a:effectLst/>
                <a:uFillTx/>
                <a:latin typeface="Readex Pro"/>
                <a:ea typeface="Readex Pro"/>
              </a:rPr>
              <a:t>v0.2</a:t>
            </a:r>
            <a:endParaRPr b="0" lang="en-US" sz="1700" strike="noStrike" u="none">
              <a:solidFill>
                <a:srgbClr val="000000"/>
              </a:solidFill>
              <a:effectLst/>
              <a:uFillTx/>
              <a:latin typeface="Arial"/>
            </a:endParaRPr>
          </a:p>
        </p:txBody>
      </p:sp>
      <p:sp>
        <p:nvSpPr>
          <p:cNvPr id="222" name="Rounded Rectangle 16"/>
          <p:cNvSpPr/>
          <p:nvPr/>
        </p:nvSpPr>
        <p:spPr>
          <a:xfrm>
            <a:off x="3557160" y="2807280"/>
            <a:ext cx="2788560" cy="1051200"/>
          </a:xfrm>
          <a:prstGeom prst="roundRect">
            <a:avLst>
              <a:gd name="adj" fmla="val 8695"/>
            </a:avLst>
          </a:prstGeom>
          <a:solidFill>
            <a:srgbClr val="efe9d9"/>
          </a:solidFill>
          <a:ln w="15875">
            <a:solidFill>
              <a:srgbClr val="e6dfcc"/>
            </a:solidFill>
          </a:ln>
        </p:spPr>
        <p:style>
          <a:lnRef idx="1">
            <a:schemeClr val="accent1"/>
          </a:lnRef>
          <a:fillRef idx="3">
            <a:schemeClr val="accent1"/>
          </a:fillRef>
          <a:effectRef idx="2">
            <a:schemeClr val="accent1"/>
          </a:effectRef>
          <a:fontRef idx="minor"/>
        </p:style>
        <p:txBody>
          <a:bodyPr lIns="109800" rIns="109800" tIns="0" bIns="0" anchor="ctr">
            <a:noAutofit/>
          </a:bodyPr>
          <a:p>
            <a:pPr algn="ctr" defTabSz="457200">
              <a:lnSpc>
                <a:spcPct val="100000"/>
              </a:lnSpc>
            </a:pPr>
            <a:r>
              <a:rPr b="0" lang="en-US" sz="1200" strike="noStrike" u="none">
                <a:solidFill>
                  <a:srgbClr val="4a4842"/>
                </a:solidFill>
                <a:effectLst/>
                <a:uFillTx/>
                <a:latin typeface="Readex Pro"/>
                <a:ea typeface="Readex Pro"/>
              </a:rPr>
              <a:t>SAMER + everyday text +</a:t>
            </a:r>
            <a:endParaRPr b="0" lang="en-US" sz="1200" strike="noStrike" u="none">
              <a:solidFill>
                <a:srgbClr val="000000"/>
              </a:solidFill>
              <a:effectLst/>
              <a:uFillTx/>
              <a:latin typeface="Arial"/>
            </a:endParaRPr>
          </a:p>
          <a:p>
            <a:pPr algn="ctr" defTabSz="457200">
              <a:lnSpc>
                <a:spcPct val="100000"/>
              </a:lnSpc>
            </a:pPr>
            <a:r>
              <a:rPr b="0" lang="en-US" sz="1200" strike="noStrike" u="none">
                <a:solidFill>
                  <a:srgbClr val="4a4842"/>
                </a:solidFill>
                <a:effectLst/>
                <a:uFillTx/>
                <a:latin typeface="Readex Pro"/>
                <a:ea typeface="Readex Pro"/>
              </a:rPr>
              <a:t>meaning-filtered pairs + tags</a:t>
            </a:r>
            <a:endParaRPr b="0" lang="en-US" sz="1200" strike="noStrike" u="none">
              <a:solidFill>
                <a:srgbClr val="000000"/>
              </a:solidFill>
              <a:effectLst/>
              <a:uFillTx/>
              <a:latin typeface="Arial"/>
            </a:endParaRPr>
          </a:p>
        </p:txBody>
      </p:sp>
      <p:sp>
        <p:nvSpPr>
          <p:cNvPr id="223" name="Rounded Rectangle 17"/>
          <p:cNvSpPr/>
          <p:nvPr/>
        </p:nvSpPr>
        <p:spPr>
          <a:xfrm>
            <a:off x="3557160" y="3959280"/>
            <a:ext cx="2788560" cy="1416960"/>
          </a:xfrm>
          <a:prstGeom prst="roundRect">
            <a:avLst>
              <a:gd name="adj" fmla="val 6451"/>
            </a:avLst>
          </a:prstGeom>
          <a:solidFill>
            <a:srgbClr val="f3e2da"/>
          </a:solidFill>
          <a:ln w="15875">
            <a:solidFill>
              <a:srgbClr val="f3e2da"/>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trike="noStrike" u="none">
              <a:solidFill>
                <a:schemeClr val="lt1"/>
              </a:solidFill>
              <a:effectLst/>
              <a:uFillTx/>
              <a:latin typeface="SamsungOne 400"/>
              <a:ea typeface="SamsungOneKorean 400"/>
            </a:endParaRPr>
          </a:p>
        </p:txBody>
      </p:sp>
      <p:sp>
        <p:nvSpPr>
          <p:cNvPr id="224" name="TextBox 18"/>
          <p:cNvSpPr/>
          <p:nvPr/>
        </p:nvSpPr>
        <p:spPr>
          <a:xfrm>
            <a:off x="3666600" y="4087440"/>
            <a:ext cx="2568960" cy="1188360"/>
          </a:xfrm>
          <a:prstGeom prst="rect">
            <a:avLst/>
          </a:prstGeom>
          <a:noFill/>
          <a:ln w="0">
            <a:noFill/>
          </a:ln>
        </p:spPr>
        <p:style>
          <a:lnRef idx="0"/>
          <a:fillRef idx="0"/>
          <a:effectRef idx="0"/>
          <a:fontRef idx="minor"/>
        </p:style>
        <p:txBody>
          <a:bodyPr lIns="0" rIns="0" tIns="0" bIns="0" anchor="ctr">
            <a:spAutoFit/>
          </a:bodyPr>
          <a:p>
            <a:pPr algn="ctr" defTabSz="457200">
              <a:lnSpc>
                <a:spcPct val="108000"/>
              </a:lnSpc>
            </a:pPr>
            <a:r>
              <a:rPr b="0" lang="en-US" sz="1150" strike="noStrike" u="none">
                <a:solidFill>
                  <a:srgbClr val="b5533c"/>
                </a:solidFill>
                <a:effectLst/>
                <a:uFillTx/>
                <a:latin typeface="Readex Pro"/>
                <a:ea typeface="Readex Pro"/>
              </a:rPr>
              <a:t>v0.2 keeps the meaning in 60%</a:t>
            </a:r>
            <a:endParaRPr b="0" lang="en-US" sz="1150" strike="noStrike" u="none">
              <a:solidFill>
                <a:srgbClr val="000000"/>
              </a:solidFill>
              <a:effectLst/>
              <a:uFillTx/>
              <a:latin typeface="Arial"/>
            </a:endParaRPr>
          </a:p>
          <a:p>
            <a:pPr algn="ctr" defTabSz="457200">
              <a:lnSpc>
                <a:spcPct val="108000"/>
              </a:lnSpc>
            </a:pPr>
            <a:r>
              <a:rPr b="0" lang="en-US" sz="1150" strike="noStrike" u="none">
                <a:solidFill>
                  <a:srgbClr val="b5533c"/>
                </a:solidFill>
                <a:effectLst/>
                <a:uFillTx/>
                <a:latin typeface="Readex Pro"/>
                <a:ea typeface="Readex Pro"/>
              </a:rPr>
              <a:t>of outputs, v0.2-Fast in 40%.</a:t>
            </a:r>
            <a:endParaRPr b="0" lang="en-US" sz="1150" strike="noStrike" u="none">
              <a:solidFill>
                <a:srgbClr val="000000"/>
              </a:solidFill>
              <a:effectLst/>
              <a:uFillTx/>
              <a:latin typeface="Arial"/>
            </a:endParaRPr>
          </a:p>
          <a:p>
            <a:pPr algn="ctr" defTabSz="457200">
              <a:lnSpc>
                <a:spcPct val="108000"/>
              </a:lnSpc>
            </a:pPr>
            <a:r>
              <a:rPr b="0" lang="en-US" sz="1150" strike="noStrike" u="none">
                <a:solidFill>
                  <a:srgbClr val="b5533c"/>
                </a:solidFill>
                <a:effectLst/>
                <a:uFillTx/>
                <a:latin typeface="Readex Pro"/>
                <a:ea typeface="Readex Pro"/>
              </a:rPr>
              <a:t>The tag costs meaning.</a:t>
            </a:r>
            <a:endParaRPr b="0" lang="en-US" sz="115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5" name="Background"/>
          <p:cNvSpPr/>
          <p:nvPr/>
        </p:nvSpPr>
        <p:spPr>
          <a:xfrm>
            <a:off x="0" y="0"/>
            <a:ext cx="9902520" cy="6857640"/>
          </a:xfrm>
          <a:prstGeom prst="rect">
            <a:avLst/>
          </a:prstGeom>
          <a:solidFill>
            <a:srgbClr val="f6f2e6"/>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trike="noStrike" u="none">
              <a:solidFill>
                <a:schemeClr val="lt1"/>
              </a:solidFill>
              <a:effectLst/>
              <a:uFillTx/>
              <a:latin typeface="SamsungOne 400"/>
              <a:ea typeface="SamsungOneKorean 400"/>
            </a:endParaRPr>
          </a:p>
        </p:txBody>
      </p:sp>
      <p:sp>
        <p:nvSpPr>
          <p:cNvPr id="226" name="Rectangle 2"/>
          <p:cNvSpPr/>
          <p:nvPr/>
        </p:nvSpPr>
        <p:spPr>
          <a:xfrm>
            <a:off x="567000" y="475560"/>
            <a:ext cx="63720" cy="273960"/>
          </a:xfrm>
          <a:prstGeom prst="rect">
            <a:avLst/>
          </a:prstGeom>
          <a:solidFill>
            <a:srgbClr val="c6986b"/>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trike="noStrike" u="none">
              <a:solidFill>
                <a:schemeClr val="lt1"/>
              </a:solidFill>
              <a:effectLst/>
              <a:uFillTx/>
              <a:latin typeface="SamsungOne 400"/>
              <a:ea typeface="SamsungOneKorean 400"/>
            </a:endParaRPr>
          </a:p>
        </p:txBody>
      </p:sp>
      <p:sp>
        <p:nvSpPr>
          <p:cNvPr id="227" name="TextBox 3"/>
          <p:cNvSpPr/>
          <p:nvPr/>
        </p:nvSpPr>
        <p:spPr>
          <a:xfrm>
            <a:off x="731520" y="438840"/>
            <a:ext cx="8586000" cy="310680"/>
          </a:xfrm>
          <a:prstGeom prst="rect">
            <a:avLst/>
          </a:prstGeom>
          <a:noFill/>
          <a:ln w="0">
            <a:noFill/>
          </a:ln>
        </p:spPr>
        <p:style>
          <a:lnRef idx="0"/>
          <a:fillRef idx="0"/>
          <a:effectRef idx="0"/>
          <a:fontRef idx="minor"/>
        </p:style>
        <p:txBody>
          <a:bodyPr lIns="0" rIns="0" tIns="0" bIns="0" anchor="ctr">
            <a:spAutoFit/>
          </a:bodyPr>
          <a:p>
            <a:pPr defTabSz="457200">
              <a:lnSpc>
                <a:spcPct val="100000"/>
              </a:lnSpc>
            </a:pPr>
            <a:r>
              <a:rPr b="1" lang="en-US" sz="1250" strike="noStrike" u="none">
                <a:solidFill>
                  <a:srgbClr val="c6986b"/>
                </a:solidFill>
                <a:effectLst/>
                <a:uFillTx/>
                <a:latin typeface="Readex Pro"/>
                <a:ea typeface="Readex Pro"/>
              </a:rPr>
              <a:t>03 · BAYANSIMPLIFY MODELS</a:t>
            </a:r>
            <a:endParaRPr b="0" lang="en-US" sz="1250" strike="noStrike" u="none">
              <a:solidFill>
                <a:srgbClr val="000000"/>
              </a:solidFill>
              <a:effectLst/>
              <a:uFillTx/>
              <a:latin typeface="Arial"/>
            </a:endParaRPr>
          </a:p>
        </p:txBody>
      </p:sp>
      <p:sp>
        <p:nvSpPr>
          <p:cNvPr id="228" name="TextBox 4"/>
          <p:cNvSpPr/>
          <p:nvPr/>
        </p:nvSpPr>
        <p:spPr>
          <a:xfrm>
            <a:off x="567000" y="804600"/>
            <a:ext cx="8768880" cy="502560"/>
          </a:xfrm>
          <a:prstGeom prst="rect">
            <a:avLst/>
          </a:prstGeom>
          <a:noFill/>
          <a:ln w="0">
            <a:noFill/>
          </a:ln>
        </p:spPr>
        <p:style>
          <a:lnRef idx="0"/>
          <a:fillRef idx="0"/>
          <a:effectRef idx="0"/>
          <a:fontRef idx="minor"/>
        </p:style>
        <p:txBody>
          <a:bodyPr lIns="0" rIns="0" tIns="0" bIns="0" anchor="ctr">
            <a:spAutoFit/>
          </a:bodyPr>
          <a:p>
            <a:pPr defTabSz="457200">
              <a:lnSpc>
                <a:spcPct val="100000"/>
              </a:lnSpc>
            </a:pPr>
            <a:r>
              <a:rPr b="1" lang="en-US" sz="2600" strike="noStrike" u="none">
                <a:solidFill>
                  <a:srgbClr val="282824"/>
                </a:solidFill>
                <a:effectLst/>
                <a:uFillTx/>
                <a:latin typeface="Readex Pro"/>
                <a:ea typeface="Readex Pro"/>
              </a:rPr>
              <a:t>Each version answered the last failure</a:t>
            </a:r>
            <a:endParaRPr b="0" lang="en-US" sz="2600" strike="noStrike" u="none">
              <a:solidFill>
                <a:srgbClr val="000000"/>
              </a:solidFill>
              <a:effectLst/>
              <a:uFillTx/>
              <a:latin typeface="Arial"/>
            </a:endParaRPr>
          </a:p>
        </p:txBody>
      </p:sp>
      <p:pic>
        <p:nvPicPr>
          <p:cNvPr id="229" name="Samsung logo" descr="Samsung"/>
          <p:cNvPicPr/>
          <p:nvPr/>
        </p:nvPicPr>
        <p:blipFill>
          <a:blip r:embed="rId1"/>
          <a:stretch/>
        </p:blipFill>
        <p:spPr>
          <a:xfrm>
            <a:off x="567000" y="6336720"/>
            <a:ext cx="1023840" cy="156960"/>
          </a:xfrm>
          <a:prstGeom prst="rect">
            <a:avLst/>
          </a:prstGeom>
          <a:noFill/>
          <a:ln w="0">
            <a:noFill/>
          </a:ln>
        </p:spPr>
      </p:pic>
      <p:sp>
        <p:nvSpPr>
          <p:cNvPr id="230" name="TextBox 6"/>
          <p:cNvSpPr/>
          <p:nvPr/>
        </p:nvSpPr>
        <p:spPr>
          <a:xfrm>
            <a:off x="1737360" y="6382440"/>
            <a:ext cx="3840120" cy="255600"/>
          </a:xfrm>
          <a:prstGeom prst="rect">
            <a:avLst/>
          </a:prstGeom>
          <a:noFill/>
          <a:ln w="0">
            <a:noFill/>
          </a:ln>
        </p:spPr>
        <p:style>
          <a:lnRef idx="0"/>
          <a:fillRef idx="0"/>
          <a:effectRef idx="0"/>
          <a:fontRef idx="minor"/>
        </p:style>
        <p:txBody>
          <a:bodyPr lIns="0" rIns="0" tIns="0" bIns="0" anchor="ctr">
            <a:spAutoFit/>
          </a:bodyPr>
          <a:p>
            <a:pPr defTabSz="457200">
              <a:lnSpc>
                <a:spcPct val="100000"/>
              </a:lnSpc>
            </a:pPr>
            <a:r>
              <a:rPr b="0" lang="en-US" sz="1000" strike="noStrike" u="none">
                <a:solidFill>
                  <a:srgbClr val="6f6b5e"/>
                </a:solidFill>
                <a:effectLst/>
                <a:uFillTx/>
                <a:latin typeface="Readex Pro"/>
                <a:ea typeface="Readex Pro"/>
              </a:rPr>
              <a:t>Samsung Innovation Campus  ·  AI Course</a:t>
            </a:r>
            <a:endParaRPr b="0" lang="en-US" sz="1000" strike="noStrike" u="none">
              <a:solidFill>
                <a:srgbClr val="000000"/>
              </a:solidFill>
              <a:effectLst/>
              <a:uFillTx/>
              <a:latin typeface="Arial"/>
            </a:endParaRPr>
          </a:p>
        </p:txBody>
      </p:sp>
      <p:sp>
        <p:nvSpPr>
          <p:cNvPr id="231" name="TextBox 7"/>
          <p:cNvSpPr/>
          <p:nvPr/>
        </p:nvSpPr>
        <p:spPr>
          <a:xfrm>
            <a:off x="8421480" y="6382440"/>
            <a:ext cx="914040" cy="255600"/>
          </a:xfrm>
          <a:prstGeom prst="rect">
            <a:avLst/>
          </a:prstGeom>
          <a:noFill/>
          <a:ln w="0">
            <a:noFill/>
          </a:ln>
        </p:spPr>
        <p:style>
          <a:lnRef idx="0"/>
          <a:fillRef idx="0"/>
          <a:effectRef idx="0"/>
          <a:fontRef idx="minor"/>
        </p:style>
        <p:txBody>
          <a:bodyPr lIns="0" rIns="0" tIns="0" bIns="0" anchor="ctr">
            <a:spAutoFit/>
          </a:bodyPr>
          <a:p>
            <a:pPr algn="r" defTabSz="457200">
              <a:lnSpc>
                <a:spcPct val="100000"/>
              </a:lnSpc>
            </a:pPr>
            <a:r>
              <a:rPr b="0" lang="en-US" sz="1000" strike="noStrike" u="none">
                <a:solidFill>
                  <a:srgbClr val="6f6b5e"/>
                </a:solidFill>
                <a:effectLst/>
                <a:uFillTx/>
                <a:latin typeface="Readex Pro"/>
                <a:ea typeface="Readex Pro"/>
              </a:rPr>
              <a:t>4 / 8</a:t>
            </a:r>
            <a:endParaRPr b="0" lang="en-US" sz="1000" strike="noStrike" u="none">
              <a:solidFill>
                <a:srgbClr val="000000"/>
              </a:solidFill>
              <a:effectLst/>
              <a:uFillTx/>
              <a:latin typeface="Arial"/>
            </a:endParaRPr>
          </a:p>
        </p:txBody>
      </p:sp>
      <p:sp>
        <p:nvSpPr>
          <p:cNvPr id="232" name="TextBox 8"/>
          <p:cNvSpPr/>
          <p:nvPr/>
        </p:nvSpPr>
        <p:spPr>
          <a:xfrm>
            <a:off x="265320" y="1874520"/>
            <a:ext cx="2788560" cy="292320"/>
          </a:xfrm>
          <a:prstGeom prst="rect">
            <a:avLst/>
          </a:prstGeom>
          <a:noFill/>
          <a:ln w="0">
            <a:noFill/>
          </a:ln>
        </p:spPr>
        <p:style>
          <a:lnRef idx="0"/>
          <a:fillRef idx="0"/>
          <a:effectRef idx="0"/>
          <a:fontRef idx="minor"/>
        </p:style>
        <p:txBody>
          <a:bodyPr lIns="0" rIns="0" tIns="0" bIns="0" anchor="ctr">
            <a:spAutoFit/>
          </a:bodyPr>
          <a:p>
            <a:pPr algn="ctr" defTabSz="457200">
              <a:lnSpc>
                <a:spcPct val="100000"/>
              </a:lnSpc>
            </a:pPr>
            <a:r>
              <a:rPr b="0" lang="en-US" sz="1150" strike="noStrike" u="none">
                <a:solidFill>
                  <a:srgbClr val="6f6b5e"/>
                </a:solidFill>
                <a:effectLst/>
                <a:uFillTx/>
                <a:latin typeface="Readex Pro"/>
                <a:ea typeface="Readex Pro"/>
              </a:rPr>
              <a:t>AraT5v2 on SAMER</a:t>
            </a:r>
            <a:endParaRPr b="0" lang="en-US" sz="1150" strike="noStrike" u="none">
              <a:solidFill>
                <a:srgbClr val="000000"/>
              </a:solidFill>
              <a:effectLst/>
              <a:uFillTx/>
              <a:latin typeface="Arial"/>
            </a:endParaRPr>
          </a:p>
        </p:txBody>
      </p:sp>
      <p:sp>
        <p:nvSpPr>
          <p:cNvPr id="233" name="Rounded Rectangle 9"/>
          <p:cNvSpPr/>
          <p:nvPr/>
        </p:nvSpPr>
        <p:spPr>
          <a:xfrm>
            <a:off x="265320" y="2221920"/>
            <a:ext cx="2788560" cy="475200"/>
          </a:xfrm>
          <a:prstGeom prst="roundRect">
            <a:avLst>
              <a:gd name="adj" fmla="val 19230"/>
            </a:avLst>
          </a:prstGeom>
          <a:solidFill>
            <a:srgbClr val="e6dfcc"/>
          </a:solidFill>
          <a:ln w="15875">
            <a:solidFill>
              <a:srgbClr val="e6dfcc"/>
            </a:solidFill>
          </a:ln>
        </p:spPr>
        <p:style>
          <a:lnRef idx="1">
            <a:schemeClr val="accent1"/>
          </a:lnRef>
          <a:fillRef idx="3">
            <a:schemeClr val="accent1"/>
          </a:fillRef>
          <a:effectRef idx="2">
            <a:schemeClr val="accent1"/>
          </a:effectRef>
          <a:fontRef idx="minor"/>
        </p:style>
        <p:txBody>
          <a:bodyPr lIns="109800" rIns="109800" tIns="0" bIns="0" anchor="ctr">
            <a:noAutofit/>
          </a:bodyPr>
          <a:p>
            <a:pPr algn="ctr" defTabSz="457200">
              <a:lnSpc>
                <a:spcPct val="100000"/>
              </a:lnSpc>
            </a:pPr>
            <a:r>
              <a:rPr b="1" lang="en-US" sz="1700" strike="noStrike" u="none">
                <a:solidFill>
                  <a:srgbClr val="282824"/>
                </a:solidFill>
                <a:effectLst/>
                <a:uFillTx/>
                <a:latin typeface="Readex Pro"/>
                <a:ea typeface="Readex Pro"/>
              </a:rPr>
              <a:t>v0.1</a:t>
            </a:r>
            <a:endParaRPr b="0" lang="en-US" sz="1700" strike="noStrike" u="none">
              <a:solidFill>
                <a:srgbClr val="000000"/>
              </a:solidFill>
              <a:effectLst/>
              <a:uFillTx/>
              <a:latin typeface="Arial"/>
            </a:endParaRPr>
          </a:p>
        </p:txBody>
      </p:sp>
      <p:sp>
        <p:nvSpPr>
          <p:cNvPr id="234" name="Rounded Rectangle 10"/>
          <p:cNvSpPr/>
          <p:nvPr/>
        </p:nvSpPr>
        <p:spPr>
          <a:xfrm>
            <a:off x="265320" y="2807280"/>
            <a:ext cx="2788560" cy="1051200"/>
          </a:xfrm>
          <a:prstGeom prst="roundRect">
            <a:avLst>
              <a:gd name="adj" fmla="val 8695"/>
            </a:avLst>
          </a:prstGeom>
          <a:solidFill>
            <a:srgbClr val="efe9d9"/>
          </a:solidFill>
          <a:ln w="15875">
            <a:solidFill>
              <a:srgbClr val="e6dfcc"/>
            </a:solidFill>
          </a:ln>
        </p:spPr>
        <p:style>
          <a:lnRef idx="1">
            <a:schemeClr val="accent1"/>
          </a:lnRef>
          <a:fillRef idx="3">
            <a:schemeClr val="accent1"/>
          </a:fillRef>
          <a:effectRef idx="2">
            <a:schemeClr val="accent1"/>
          </a:effectRef>
          <a:fontRef idx="minor"/>
        </p:style>
        <p:txBody>
          <a:bodyPr lIns="109800" rIns="109800" tIns="0" bIns="0" anchor="ctr">
            <a:noAutofit/>
          </a:bodyPr>
          <a:p>
            <a:pPr algn="ctr" defTabSz="457200">
              <a:lnSpc>
                <a:spcPct val="100000"/>
              </a:lnSpc>
            </a:pPr>
            <a:r>
              <a:rPr b="0" lang="en-US" sz="1200" strike="noStrike" u="none">
                <a:solidFill>
                  <a:srgbClr val="4a4842"/>
                </a:solidFill>
                <a:effectLst/>
                <a:uFillTx/>
                <a:latin typeface="Readex Pro"/>
                <a:ea typeface="Readex Pro"/>
              </a:rPr>
              <a:t>SAMER level 5 → 3,</a:t>
            </a:r>
            <a:endParaRPr b="0" lang="en-US" sz="1200" strike="noStrike" u="none">
              <a:solidFill>
                <a:srgbClr val="000000"/>
              </a:solidFill>
              <a:effectLst/>
              <a:uFillTx/>
              <a:latin typeface="Arial"/>
            </a:endParaRPr>
          </a:p>
          <a:p>
            <a:pPr algn="ctr" defTabSz="457200">
              <a:lnSpc>
                <a:spcPct val="100000"/>
              </a:lnSpc>
            </a:pPr>
            <a:r>
              <a:rPr b="0" lang="en-US" sz="1200" strike="noStrike" u="none">
                <a:solidFill>
                  <a:srgbClr val="4a4842"/>
                </a:solidFill>
                <a:effectLst/>
                <a:uFillTx/>
                <a:latin typeface="Readex Pro"/>
                <a:ea typeface="Readex Pro"/>
              </a:rPr>
              <a:t>14,343 pairs</a:t>
            </a:r>
            <a:endParaRPr b="0" lang="en-US" sz="1200" strike="noStrike" u="none">
              <a:solidFill>
                <a:srgbClr val="000000"/>
              </a:solidFill>
              <a:effectLst/>
              <a:uFillTx/>
              <a:latin typeface="Arial"/>
            </a:endParaRPr>
          </a:p>
        </p:txBody>
      </p:sp>
      <p:sp>
        <p:nvSpPr>
          <p:cNvPr id="235" name="Rounded Rectangle 11"/>
          <p:cNvSpPr/>
          <p:nvPr/>
        </p:nvSpPr>
        <p:spPr>
          <a:xfrm>
            <a:off x="265320" y="3959280"/>
            <a:ext cx="2788560" cy="1416960"/>
          </a:xfrm>
          <a:prstGeom prst="roundRect">
            <a:avLst>
              <a:gd name="adj" fmla="val 6451"/>
            </a:avLst>
          </a:prstGeom>
          <a:solidFill>
            <a:srgbClr val="f3e2da"/>
          </a:solidFill>
          <a:ln w="15875">
            <a:solidFill>
              <a:srgbClr val="f3e2da"/>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trike="noStrike" u="none">
              <a:solidFill>
                <a:schemeClr val="lt1"/>
              </a:solidFill>
              <a:effectLst/>
              <a:uFillTx/>
              <a:latin typeface="SamsungOne 400"/>
              <a:ea typeface="SamsungOneKorean 400"/>
            </a:endParaRPr>
          </a:p>
        </p:txBody>
      </p:sp>
      <p:sp>
        <p:nvSpPr>
          <p:cNvPr id="236" name="TextBox 12"/>
          <p:cNvSpPr/>
          <p:nvPr/>
        </p:nvSpPr>
        <p:spPr>
          <a:xfrm>
            <a:off x="374760" y="4087440"/>
            <a:ext cx="2568960" cy="1188360"/>
          </a:xfrm>
          <a:prstGeom prst="rect">
            <a:avLst/>
          </a:prstGeom>
          <a:noFill/>
          <a:ln w="0">
            <a:noFill/>
          </a:ln>
        </p:spPr>
        <p:style>
          <a:lnRef idx="0"/>
          <a:fillRef idx="0"/>
          <a:effectRef idx="0"/>
          <a:fontRef idx="minor"/>
        </p:style>
        <p:txBody>
          <a:bodyPr lIns="0" rIns="0" tIns="0" bIns="0" anchor="ctr">
            <a:spAutoFit/>
          </a:bodyPr>
          <a:p>
            <a:pPr algn="ctr" defTabSz="457200">
              <a:lnSpc>
                <a:spcPct val="108000"/>
              </a:lnSpc>
            </a:pPr>
            <a:r>
              <a:rPr b="0" lang="en-US" sz="1150" strike="noStrike" u="none">
                <a:solidFill>
                  <a:srgbClr val="b5533c"/>
                </a:solidFill>
                <a:effectLst/>
                <a:uFillTx/>
                <a:latin typeface="Readex Pro"/>
                <a:ea typeface="Readex Pro"/>
              </a:rPr>
              <a:t>Returned 65% of rows unchanged</a:t>
            </a:r>
            <a:endParaRPr b="0" lang="en-US" sz="1150" strike="noStrike" u="none">
              <a:solidFill>
                <a:srgbClr val="000000"/>
              </a:solidFill>
              <a:effectLst/>
              <a:uFillTx/>
              <a:latin typeface="Arial"/>
            </a:endParaRPr>
          </a:p>
          <a:p>
            <a:pPr algn="ctr" defTabSz="457200">
              <a:lnSpc>
                <a:spcPct val="108000"/>
              </a:lnSpc>
            </a:pPr>
            <a:r>
              <a:rPr b="0" lang="en-US" sz="1150" strike="noStrike" u="none">
                <a:solidFill>
                  <a:srgbClr val="b5533c"/>
                </a:solidFill>
                <a:effectLst/>
                <a:uFillTx/>
                <a:latin typeface="Readex Pro"/>
                <a:ea typeface="Readex Pro"/>
              </a:rPr>
              <a:t>(editors: 49%).</a:t>
            </a:r>
            <a:endParaRPr b="0" lang="en-US" sz="1150" strike="noStrike" u="none">
              <a:solidFill>
                <a:srgbClr val="000000"/>
              </a:solidFill>
              <a:effectLst/>
              <a:uFillTx/>
              <a:latin typeface="Arial"/>
            </a:endParaRPr>
          </a:p>
          <a:p>
            <a:pPr algn="ctr" defTabSz="457200">
              <a:lnSpc>
                <a:spcPct val="108000"/>
              </a:lnSpc>
            </a:pPr>
            <a:r>
              <a:rPr b="0" lang="en-US" sz="1150" strike="noStrike" u="none">
                <a:solidFill>
                  <a:srgbClr val="b5533c"/>
                </a:solidFill>
                <a:effectLst/>
                <a:uFillTx/>
                <a:latin typeface="Readex Pro"/>
                <a:ea typeface="Readex Pro"/>
              </a:rPr>
              <a:t>Swapped words, never restructured.</a:t>
            </a:r>
            <a:endParaRPr b="0" lang="en-US" sz="1150" strike="noStrike" u="none">
              <a:solidFill>
                <a:srgbClr val="000000"/>
              </a:solidFill>
              <a:effectLst/>
              <a:uFillTx/>
              <a:latin typeface="Arial"/>
            </a:endParaRPr>
          </a:p>
        </p:txBody>
      </p:sp>
      <p:sp>
        <p:nvSpPr>
          <p:cNvPr id="237" name="TextBox 13"/>
          <p:cNvSpPr/>
          <p:nvPr/>
        </p:nvSpPr>
        <p:spPr>
          <a:xfrm>
            <a:off x="3557160" y="1874520"/>
            <a:ext cx="2788560" cy="292320"/>
          </a:xfrm>
          <a:prstGeom prst="rect">
            <a:avLst/>
          </a:prstGeom>
          <a:noFill/>
          <a:ln w="0">
            <a:noFill/>
          </a:ln>
        </p:spPr>
        <p:style>
          <a:lnRef idx="0"/>
          <a:fillRef idx="0"/>
          <a:effectRef idx="0"/>
          <a:fontRef idx="minor"/>
        </p:style>
        <p:txBody>
          <a:bodyPr lIns="0" rIns="0" tIns="0" bIns="0" anchor="ctr">
            <a:spAutoFit/>
          </a:bodyPr>
          <a:p>
            <a:pPr algn="ctr" defTabSz="457200">
              <a:lnSpc>
                <a:spcPct val="100000"/>
              </a:lnSpc>
            </a:pPr>
            <a:r>
              <a:rPr b="1" lang="en-US" sz="1150" strike="noStrike" u="none">
                <a:solidFill>
                  <a:srgbClr val="8a5e35"/>
                </a:solidFill>
                <a:effectLst/>
                <a:uFillTx/>
                <a:latin typeface="Readex Pro"/>
                <a:ea typeface="Readex Pro"/>
              </a:rPr>
              <a:t>AraT5v2 + AraBART</a:t>
            </a:r>
            <a:endParaRPr b="0" lang="en-US" sz="1150" strike="noStrike" u="none">
              <a:solidFill>
                <a:srgbClr val="000000"/>
              </a:solidFill>
              <a:effectLst/>
              <a:uFillTx/>
              <a:latin typeface="Arial"/>
            </a:endParaRPr>
          </a:p>
        </p:txBody>
      </p:sp>
      <p:sp>
        <p:nvSpPr>
          <p:cNvPr id="238" name="Rounded Rectangle 14"/>
          <p:cNvSpPr/>
          <p:nvPr/>
        </p:nvSpPr>
        <p:spPr>
          <a:xfrm>
            <a:off x="3557160" y="2221920"/>
            <a:ext cx="2788560" cy="475200"/>
          </a:xfrm>
          <a:prstGeom prst="roundRect">
            <a:avLst>
              <a:gd name="adj" fmla="val 19230"/>
            </a:avLst>
          </a:prstGeom>
          <a:solidFill>
            <a:srgbClr val="e6dfcc"/>
          </a:solidFill>
          <a:ln w="15875">
            <a:solidFill>
              <a:srgbClr val="e6dfcc"/>
            </a:solidFill>
          </a:ln>
        </p:spPr>
        <p:style>
          <a:lnRef idx="1">
            <a:schemeClr val="accent1"/>
          </a:lnRef>
          <a:fillRef idx="3">
            <a:schemeClr val="accent1"/>
          </a:fillRef>
          <a:effectRef idx="2">
            <a:schemeClr val="accent1"/>
          </a:effectRef>
          <a:fontRef idx="minor"/>
        </p:style>
        <p:txBody>
          <a:bodyPr lIns="109800" rIns="109800" tIns="0" bIns="0" anchor="ctr">
            <a:noAutofit/>
          </a:bodyPr>
          <a:p>
            <a:pPr algn="ctr" defTabSz="457200">
              <a:lnSpc>
                <a:spcPct val="100000"/>
              </a:lnSpc>
            </a:pPr>
            <a:r>
              <a:rPr b="1" lang="en-US" sz="1700" strike="noStrike" u="none">
                <a:solidFill>
                  <a:srgbClr val="282824"/>
                </a:solidFill>
                <a:effectLst/>
                <a:uFillTx/>
                <a:latin typeface="Readex Pro"/>
                <a:ea typeface="Readex Pro"/>
              </a:rPr>
              <a:t>v0.2</a:t>
            </a:r>
            <a:endParaRPr b="0" lang="en-US" sz="1700" strike="noStrike" u="none">
              <a:solidFill>
                <a:srgbClr val="000000"/>
              </a:solidFill>
              <a:effectLst/>
              <a:uFillTx/>
              <a:latin typeface="Arial"/>
            </a:endParaRPr>
          </a:p>
        </p:txBody>
      </p:sp>
      <p:sp>
        <p:nvSpPr>
          <p:cNvPr id="239" name="Rounded Rectangle 15"/>
          <p:cNvSpPr/>
          <p:nvPr/>
        </p:nvSpPr>
        <p:spPr>
          <a:xfrm>
            <a:off x="3557160" y="2807280"/>
            <a:ext cx="2788560" cy="1051200"/>
          </a:xfrm>
          <a:prstGeom prst="roundRect">
            <a:avLst>
              <a:gd name="adj" fmla="val 8695"/>
            </a:avLst>
          </a:prstGeom>
          <a:solidFill>
            <a:srgbClr val="efe9d9"/>
          </a:solidFill>
          <a:ln w="15875">
            <a:solidFill>
              <a:srgbClr val="e6dfcc"/>
            </a:solidFill>
          </a:ln>
        </p:spPr>
        <p:style>
          <a:lnRef idx="1">
            <a:schemeClr val="accent1"/>
          </a:lnRef>
          <a:fillRef idx="3">
            <a:schemeClr val="accent1"/>
          </a:fillRef>
          <a:effectRef idx="2">
            <a:schemeClr val="accent1"/>
          </a:effectRef>
          <a:fontRef idx="minor"/>
        </p:style>
        <p:txBody>
          <a:bodyPr lIns="109800" rIns="109800" tIns="0" bIns="0" anchor="ctr">
            <a:noAutofit/>
          </a:bodyPr>
          <a:p>
            <a:pPr algn="ctr" defTabSz="457200">
              <a:lnSpc>
                <a:spcPct val="100000"/>
              </a:lnSpc>
            </a:pPr>
            <a:r>
              <a:rPr b="0" lang="en-US" sz="1200" strike="noStrike" u="none">
                <a:solidFill>
                  <a:srgbClr val="4a4842"/>
                </a:solidFill>
                <a:effectLst/>
                <a:uFillTx/>
                <a:latin typeface="Readex Pro"/>
                <a:ea typeface="Readex Pro"/>
              </a:rPr>
              <a:t>SAMER + everyday text +</a:t>
            </a:r>
            <a:endParaRPr b="0" lang="en-US" sz="1200" strike="noStrike" u="none">
              <a:solidFill>
                <a:srgbClr val="000000"/>
              </a:solidFill>
              <a:effectLst/>
              <a:uFillTx/>
              <a:latin typeface="Arial"/>
            </a:endParaRPr>
          </a:p>
          <a:p>
            <a:pPr algn="ctr" defTabSz="457200">
              <a:lnSpc>
                <a:spcPct val="100000"/>
              </a:lnSpc>
            </a:pPr>
            <a:r>
              <a:rPr b="0" lang="en-US" sz="1200" strike="noStrike" u="none">
                <a:solidFill>
                  <a:srgbClr val="4a4842"/>
                </a:solidFill>
                <a:effectLst/>
                <a:uFillTx/>
                <a:latin typeface="Readex Pro"/>
                <a:ea typeface="Readex Pro"/>
              </a:rPr>
              <a:t>meaning-filtered pairs + tags</a:t>
            </a:r>
            <a:endParaRPr b="0" lang="en-US" sz="1200" strike="noStrike" u="none">
              <a:solidFill>
                <a:srgbClr val="000000"/>
              </a:solidFill>
              <a:effectLst/>
              <a:uFillTx/>
              <a:latin typeface="Arial"/>
            </a:endParaRPr>
          </a:p>
        </p:txBody>
      </p:sp>
      <p:sp>
        <p:nvSpPr>
          <p:cNvPr id="240" name="Rounded Rectangle 16"/>
          <p:cNvSpPr/>
          <p:nvPr/>
        </p:nvSpPr>
        <p:spPr>
          <a:xfrm>
            <a:off x="3557160" y="3959280"/>
            <a:ext cx="2788560" cy="1416960"/>
          </a:xfrm>
          <a:prstGeom prst="roundRect">
            <a:avLst>
              <a:gd name="adj" fmla="val 6451"/>
            </a:avLst>
          </a:prstGeom>
          <a:solidFill>
            <a:srgbClr val="f3e2da"/>
          </a:solidFill>
          <a:ln w="15875">
            <a:solidFill>
              <a:srgbClr val="f3e2da"/>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trike="noStrike" u="none">
              <a:solidFill>
                <a:schemeClr val="lt1"/>
              </a:solidFill>
              <a:effectLst/>
              <a:uFillTx/>
              <a:latin typeface="SamsungOne 400"/>
              <a:ea typeface="SamsungOneKorean 400"/>
            </a:endParaRPr>
          </a:p>
        </p:txBody>
      </p:sp>
      <p:sp>
        <p:nvSpPr>
          <p:cNvPr id="241" name="TextBox 17"/>
          <p:cNvSpPr/>
          <p:nvPr/>
        </p:nvSpPr>
        <p:spPr>
          <a:xfrm>
            <a:off x="3666600" y="4087440"/>
            <a:ext cx="2568960" cy="1188360"/>
          </a:xfrm>
          <a:prstGeom prst="rect">
            <a:avLst/>
          </a:prstGeom>
          <a:noFill/>
          <a:ln w="0">
            <a:noFill/>
          </a:ln>
        </p:spPr>
        <p:style>
          <a:lnRef idx="0"/>
          <a:fillRef idx="0"/>
          <a:effectRef idx="0"/>
          <a:fontRef idx="minor"/>
        </p:style>
        <p:txBody>
          <a:bodyPr lIns="0" rIns="0" tIns="0" bIns="0" anchor="ctr">
            <a:spAutoFit/>
          </a:bodyPr>
          <a:p>
            <a:pPr algn="ctr" defTabSz="457200">
              <a:lnSpc>
                <a:spcPct val="108000"/>
              </a:lnSpc>
            </a:pPr>
            <a:r>
              <a:rPr b="0" lang="en-US" sz="1150" strike="noStrike" u="none">
                <a:solidFill>
                  <a:srgbClr val="b5533c"/>
                </a:solidFill>
                <a:effectLst/>
                <a:uFillTx/>
                <a:latin typeface="Readex Pro"/>
                <a:ea typeface="Readex Pro"/>
              </a:rPr>
              <a:t>v0.2 keeps the meaning in 60%</a:t>
            </a:r>
            <a:endParaRPr b="0" lang="en-US" sz="1150" strike="noStrike" u="none">
              <a:solidFill>
                <a:srgbClr val="000000"/>
              </a:solidFill>
              <a:effectLst/>
              <a:uFillTx/>
              <a:latin typeface="Arial"/>
            </a:endParaRPr>
          </a:p>
          <a:p>
            <a:pPr algn="ctr" defTabSz="457200">
              <a:lnSpc>
                <a:spcPct val="108000"/>
              </a:lnSpc>
            </a:pPr>
            <a:r>
              <a:rPr b="0" lang="en-US" sz="1150" strike="noStrike" u="none">
                <a:solidFill>
                  <a:srgbClr val="b5533c"/>
                </a:solidFill>
                <a:effectLst/>
                <a:uFillTx/>
                <a:latin typeface="Readex Pro"/>
                <a:ea typeface="Readex Pro"/>
              </a:rPr>
              <a:t>of outputs, v0.2-Fast in 40%.</a:t>
            </a:r>
            <a:endParaRPr b="0" lang="en-US" sz="1150" strike="noStrike" u="none">
              <a:solidFill>
                <a:srgbClr val="000000"/>
              </a:solidFill>
              <a:effectLst/>
              <a:uFillTx/>
              <a:latin typeface="Arial"/>
            </a:endParaRPr>
          </a:p>
          <a:p>
            <a:pPr algn="ctr" defTabSz="457200">
              <a:lnSpc>
                <a:spcPct val="108000"/>
              </a:lnSpc>
            </a:pPr>
            <a:r>
              <a:rPr b="0" lang="en-US" sz="1150" strike="noStrike" u="none">
                <a:solidFill>
                  <a:srgbClr val="b5533c"/>
                </a:solidFill>
                <a:effectLst/>
                <a:uFillTx/>
                <a:latin typeface="Readex Pro"/>
                <a:ea typeface="Readex Pro"/>
              </a:rPr>
              <a:t>The tag costs meaning.</a:t>
            </a:r>
            <a:endParaRPr b="0" lang="en-US" sz="1150" strike="noStrike" u="none">
              <a:solidFill>
                <a:srgbClr val="000000"/>
              </a:solidFill>
              <a:effectLst/>
              <a:uFillTx/>
              <a:latin typeface="Arial"/>
            </a:endParaRPr>
          </a:p>
        </p:txBody>
      </p:sp>
      <p:cxnSp>
        <p:nvCxnSpPr>
          <p:cNvPr id="242" name="Connector 18"/>
          <p:cNvCxnSpPr/>
          <p:nvPr/>
        </p:nvCxnSpPr>
        <p:spPr>
          <a:xfrm>
            <a:off x="3108960" y="2880360"/>
            <a:ext cx="393480" cy="360"/>
          </a:xfrm>
          <a:prstGeom prst="straightConnector1">
            <a:avLst/>
          </a:prstGeom>
          <a:ln w="31750">
            <a:solidFill>
              <a:srgbClr val="c6986b"/>
            </a:solidFill>
            <a:tailEnd len="med" type="triangle" w="med"/>
          </a:ln>
        </p:spPr>
      </p:cxnSp>
      <p:sp>
        <p:nvSpPr>
          <p:cNvPr id="243" name="TextBox 19"/>
          <p:cNvSpPr/>
          <p:nvPr/>
        </p:nvSpPr>
        <p:spPr>
          <a:xfrm>
            <a:off x="6849000" y="1874520"/>
            <a:ext cx="2788560" cy="292320"/>
          </a:xfrm>
          <a:prstGeom prst="rect">
            <a:avLst/>
          </a:prstGeom>
          <a:noFill/>
          <a:ln w="0">
            <a:noFill/>
          </a:ln>
        </p:spPr>
        <p:style>
          <a:lnRef idx="0"/>
          <a:fillRef idx="0"/>
          <a:effectRef idx="0"/>
          <a:fontRef idx="minor"/>
        </p:style>
        <p:txBody>
          <a:bodyPr lIns="0" rIns="0" tIns="0" bIns="0" anchor="ctr">
            <a:spAutoFit/>
          </a:bodyPr>
          <a:p>
            <a:pPr algn="ctr" defTabSz="457200">
              <a:lnSpc>
                <a:spcPct val="100000"/>
              </a:lnSpc>
            </a:pPr>
            <a:r>
              <a:rPr b="0" lang="en-US" sz="1150" strike="noStrike" u="none">
                <a:solidFill>
                  <a:srgbClr val="6f6b5e"/>
                </a:solidFill>
                <a:effectLst/>
                <a:uFillTx/>
                <a:latin typeface="Readex Pro"/>
                <a:ea typeface="Readex Pro"/>
              </a:rPr>
              <a:t>AraT5v2 on corpus v1</a:t>
            </a:r>
            <a:endParaRPr b="0" lang="en-US" sz="1150" strike="noStrike" u="none">
              <a:solidFill>
                <a:srgbClr val="000000"/>
              </a:solidFill>
              <a:effectLst/>
              <a:uFillTx/>
              <a:latin typeface="Arial"/>
            </a:endParaRPr>
          </a:p>
        </p:txBody>
      </p:sp>
      <p:sp>
        <p:nvSpPr>
          <p:cNvPr id="244" name="Rounded Rectangle 20"/>
          <p:cNvSpPr/>
          <p:nvPr/>
        </p:nvSpPr>
        <p:spPr>
          <a:xfrm>
            <a:off x="6849000" y="2221920"/>
            <a:ext cx="2788560" cy="475200"/>
          </a:xfrm>
          <a:prstGeom prst="roundRect">
            <a:avLst>
              <a:gd name="adj" fmla="val 19230"/>
            </a:avLst>
          </a:prstGeom>
          <a:solidFill>
            <a:srgbClr val="c6986b"/>
          </a:solidFill>
          <a:ln w="15875">
            <a:solidFill>
              <a:srgbClr val="c6986b"/>
            </a:solidFill>
          </a:ln>
        </p:spPr>
        <p:style>
          <a:lnRef idx="1">
            <a:schemeClr val="accent1"/>
          </a:lnRef>
          <a:fillRef idx="3">
            <a:schemeClr val="accent1"/>
          </a:fillRef>
          <a:effectRef idx="2">
            <a:schemeClr val="accent1"/>
          </a:effectRef>
          <a:fontRef idx="minor"/>
        </p:style>
        <p:txBody>
          <a:bodyPr lIns="109800" rIns="109800" tIns="0" bIns="0" anchor="ctr">
            <a:noAutofit/>
          </a:bodyPr>
          <a:p>
            <a:pPr algn="ctr" defTabSz="457200">
              <a:lnSpc>
                <a:spcPct val="100000"/>
              </a:lnSpc>
            </a:pPr>
            <a:r>
              <a:rPr b="1" lang="en-US" sz="1700" strike="noStrike" u="none">
                <a:solidFill>
                  <a:srgbClr val="1a1a14"/>
                </a:solidFill>
                <a:effectLst/>
                <a:uFillTx/>
                <a:latin typeface="Readex Pro"/>
                <a:ea typeface="Readex Pro"/>
              </a:rPr>
              <a:t>v0.3</a:t>
            </a:r>
            <a:endParaRPr b="0" lang="en-US" sz="1700" strike="noStrike" u="none">
              <a:solidFill>
                <a:srgbClr val="000000"/>
              </a:solidFill>
              <a:effectLst/>
              <a:uFillTx/>
              <a:latin typeface="Arial"/>
            </a:endParaRPr>
          </a:p>
        </p:txBody>
      </p:sp>
      <p:sp>
        <p:nvSpPr>
          <p:cNvPr id="245" name="Rounded Rectangle 21"/>
          <p:cNvSpPr/>
          <p:nvPr/>
        </p:nvSpPr>
        <p:spPr>
          <a:xfrm>
            <a:off x="6849000" y="2807280"/>
            <a:ext cx="2788560" cy="1051200"/>
          </a:xfrm>
          <a:prstGeom prst="roundRect">
            <a:avLst>
              <a:gd name="adj" fmla="val 8695"/>
            </a:avLst>
          </a:prstGeom>
          <a:solidFill>
            <a:srgbClr val="efe9d9"/>
          </a:solidFill>
          <a:ln w="15875">
            <a:solidFill>
              <a:srgbClr val="e6dfcc"/>
            </a:solidFill>
          </a:ln>
        </p:spPr>
        <p:style>
          <a:lnRef idx="1">
            <a:schemeClr val="accent1"/>
          </a:lnRef>
          <a:fillRef idx="3">
            <a:schemeClr val="accent1"/>
          </a:fillRef>
          <a:effectRef idx="2">
            <a:schemeClr val="accent1"/>
          </a:effectRef>
          <a:fontRef idx="minor"/>
        </p:style>
        <p:txBody>
          <a:bodyPr lIns="109800" rIns="109800" tIns="0" bIns="0" anchor="ctr">
            <a:noAutofit/>
          </a:bodyPr>
          <a:p>
            <a:pPr algn="ctr" defTabSz="457200">
              <a:lnSpc>
                <a:spcPct val="100000"/>
              </a:lnSpc>
            </a:pPr>
            <a:r>
              <a:rPr b="0" lang="en-US" sz="1200" strike="noStrike" u="none">
                <a:solidFill>
                  <a:srgbClr val="4a4842"/>
                </a:solidFill>
                <a:effectLst/>
                <a:uFillTx/>
                <a:latin typeface="Readex Pro"/>
                <a:ea typeface="Readex Pro"/>
              </a:rPr>
              <a:t>corpus v1, 14,975 rows,</a:t>
            </a:r>
            <a:endParaRPr b="0" lang="en-US" sz="1200" strike="noStrike" u="none">
              <a:solidFill>
                <a:srgbClr val="000000"/>
              </a:solidFill>
              <a:effectLst/>
              <a:uFillTx/>
              <a:latin typeface="Arial"/>
            </a:endParaRPr>
          </a:p>
          <a:p>
            <a:pPr algn="ctr" defTabSz="457200">
              <a:lnSpc>
                <a:spcPct val="100000"/>
              </a:lnSpc>
            </a:pPr>
            <a:r>
              <a:rPr b="0" lang="en-US" sz="1200" strike="noStrike" u="none">
                <a:solidFill>
                  <a:srgbClr val="4a4842"/>
                </a:solidFill>
                <a:effectLst/>
                <a:uFillTx/>
                <a:latin typeface="Readex Pro"/>
                <a:ea typeface="Readex Pro"/>
              </a:rPr>
              <a:t>no tag</a:t>
            </a:r>
            <a:endParaRPr b="0" lang="en-US" sz="1200" strike="noStrike" u="none">
              <a:solidFill>
                <a:srgbClr val="000000"/>
              </a:solidFill>
              <a:effectLst/>
              <a:uFillTx/>
              <a:latin typeface="Arial"/>
            </a:endParaRPr>
          </a:p>
        </p:txBody>
      </p:sp>
      <p:sp>
        <p:nvSpPr>
          <p:cNvPr id="246" name="Rounded Rectangle 22"/>
          <p:cNvSpPr/>
          <p:nvPr/>
        </p:nvSpPr>
        <p:spPr>
          <a:xfrm>
            <a:off x="6849000" y="3959280"/>
            <a:ext cx="2788560" cy="1416960"/>
          </a:xfrm>
          <a:prstGeom prst="roundRect">
            <a:avLst>
              <a:gd name="adj" fmla="val 6451"/>
            </a:avLst>
          </a:prstGeom>
          <a:solidFill>
            <a:srgbClr val="f3e2da"/>
          </a:solidFill>
          <a:ln w="15875">
            <a:solidFill>
              <a:srgbClr val="f3e2da"/>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trike="noStrike" u="none">
              <a:solidFill>
                <a:schemeClr val="lt1"/>
              </a:solidFill>
              <a:effectLst/>
              <a:uFillTx/>
              <a:latin typeface="SamsungOne 400"/>
              <a:ea typeface="SamsungOneKorean 400"/>
            </a:endParaRPr>
          </a:p>
        </p:txBody>
      </p:sp>
      <p:sp>
        <p:nvSpPr>
          <p:cNvPr id="247" name="TextBox 23"/>
          <p:cNvSpPr/>
          <p:nvPr/>
        </p:nvSpPr>
        <p:spPr>
          <a:xfrm>
            <a:off x="6958440" y="4087440"/>
            <a:ext cx="2568960" cy="1188360"/>
          </a:xfrm>
          <a:prstGeom prst="rect">
            <a:avLst/>
          </a:prstGeom>
          <a:noFill/>
          <a:ln w="0">
            <a:noFill/>
          </a:ln>
        </p:spPr>
        <p:style>
          <a:lnRef idx="0"/>
          <a:fillRef idx="0"/>
          <a:effectRef idx="0"/>
          <a:fontRef idx="minor"/>
        </p:style>
        <p:txBody>
          <a:bodyPr lIns="0" rIns="0" tIns="0" bIns="0" anchor="ctr">
            <a:spAutoFit/>
          </a:bodyPr>
          <a:p>
            <a:pPr algn="ctr" defTabSz="457200">
              <a:lnSpc>
                <a:spcPct val="108000"/>
              </a:lnSpc>
            </a:pPr>
            <a:r>
              <a:rPr b="0" lang="en-US" sz="1150" strike="noStrike" u="none">
                <a:solidFill>
                  <a:srgbClr val="b5533c"/>
                </a:solidFill>
                <a:effectLst/>
                <a:uFillTx/>
                <a:latin typeface="Readex Pro"/>
                <a:ea typeface="Readex Pro"/>
              </a:rPr>
              <a:t>Our best: cuts 9.5 words from the</a:t>
            </a:r>
            <a:endParaRPr b="0" lang="en-US" sz="1150" strike="noStrike" u="none">
              <a:solidFill>
                <a:srgbClr val="000000"/>
              </a:solidFill>
              <a:effectLst/>
              <a:uFillTx/>
              <a:latin typeface="Arial"/>
            </a:endParaRPr>
          </a:p>
          <a:p>
            <a:pPr algn="ctr" defTabSz="457200">
              <a:lnSpc>
                <a:spcPct val="108000"/>
              </a:lnSpc>
            </a:pPr>
            <a:r>
              <a:rPr b="0" lang="en-US" sz="1150" strike="noStrike" u="none">
                <a:solidFill>
                  <a:srgbClr val="b5533c"/>
                </a:solidFill>
                <a:effectLst/>
                <a:uFillTx/>
                <a:latin typeface="Readex Pro"/>
                <a:ea typeface="Readex Pro"/>
              </a:rPr>
              <a:t>longest clause vs 4.5, with about</a:t>
            </a:r>
            <a:endParaRPr b="0" lang="en-US" sz="1150" strike="noStrike" u="none">
              <a:solidFill>
                <a:srgbClr val="000000"/>
              </a:solidFill>
              <a:effectLst/>
              <a:uFillTx/>
              <a:latin typeface="Arial"/>
            </a:endParaRPr>
          </a:p>
          <a:p>
            <a:pPr algn="ctr" defTabSz="457200">
              <a:lnSpc>
                <a:spcPct val="108000"/>
              </a:lnSpc>
            </a:pPr>
            <a:r>
              <a:rPr b="0" lang="en-US" sz="1150" strike="noStrike" u="none">
                <a:solidFill>
                  <a:srgbClr val="b5533c"/>
                </a:solidFill>
                <a:effectLst/>
                <a:uFillTx/>
                <a:latin typeface="Readex Pro"/>
                <a:ea typeface="Readex Pro"/>
              </a:rPr>
              <a:t>the same meaning (vs v0.2, no tag).</a:t>
            </a:r>
            <a:endParaRPr b="0" lang="en-US" sz="1150" strike="noStrike" u="none">
              <a:solidFill>
                <a:srgbClr val="000000"/>
              </a:solidFill>
              <a:effectLst/>
              <a:uFillTx/>
              <a:latin typeface="Arial"/>
            </a:endParaRPr>
          </a:p>
        </p:txBody>
      </p:sp>
      <p:cxnSp>
        <p:nvCxnSpPr>
          <p:cNvPr id="248" name="Connector 24"/>
          <p:cNvCxnSpPr/>
          <p:nvPr/>
        </p:nvCxnSpPr>
        <p:spPr>
          <a:xfrm>
            <a:off x="6400800" y="2880360"/>
            <a:ext cx="393480" cy="360"/>
          </a:xfrm>
          <a:prstGeom prst="straightConnector1">
            <a:avLst/>
          </a:prstGeom>
          <a:ln w="31750">
            <a:solidFill>
              <a:srgbClr val="c6986b"/>
            </a:solidFill>
            <a:tailEnd len="med" type="triangle" w="med"/>
          </a:ln>
        </p:spPr>
      </p:cxnSp>
      <p:sp>
        <p:nvSpPr>
          <p:cNvPr id="249" name="TextBox 25"/>
          <p:cNvSpPr/>
          <p:nvPr/>
        </p:nvSpPr>
        <p:spPr>
          <a:xfrm>
            <a:off x="567000" y="5532120"/>
            <a:ext cx="1462680" cy="255600"/>
          </a:xfrm>
          <a:prstGeom prst="rect">
            <a:avLst/>
          </a:prstGeom>
          <a:noFill/>
          <a:ln w="0">
            <a:noFill/>
          </a:ln>
        </p:spPr>
        <p:style>
          <a:lnRef idx="0"/>
          <a:fillRef idx="0"/>
          <a:effectRef idx="0"/>
          <a:fontRef idx="minor"/>
        </p:style>
        <p:txBody>
          <a:bodyPr lIns="0" rIns="0" tIns="0" bIns="0" anchor="ctr">
            <a:spAutoFit/>
          </a:bodyPr>
          <a:p>
            <a:pPr defTabSz="457200">
              <a:lnSpc>
                <a:spcPct val="100000"/>
              </a:lnSpc>
            </a:pPr>
            <a:r>
              <a:rPr b="0" lang="en-US" sz="1100" strike="noStrike" u="none">
                <a:solidFill>
                  <a:srgbClr val="6f6b5e"/>
                </a:solidFill>
                <a:effectLst/>
                <a:uFillTx/>
                <a:latin typeface="Readex Pro"/>
                <a:ea typeface="Readex Pro"/>
              </a:rPr>
              <a:t>Tried and dropped:</a:t>
            </a:r>
            <a:endParaRPr b="0" lang="en-US" sz="1100" strike="noStrike" u="none">
              <a:solidFill>
                <a:srgbClr val="000000"/>
              </a:solidFill>
              <a:effectLst/>
              <a:uFillTx/>
              <a:latin typeface="Arial"/>
            </a:endParaRPr>
          </a:p>
        </p:txBody>
      </p:sp>
      <p:sp>
        <p:nvSpPr>
          <p:cNvPr id="250" name="Rounded Rectangle 26"/>
          <p:cNvSpPr/>
          <p:nvPr/>
        </p:nvSpPr>
        <p:spPr>
          <a:xfrm>
            <a:off x="2075760" y="5513760"/>
            <a:ext cx="1374840" cy="330480"/>
          </a:xfrm>
          <a:prstGeom prst="roundRect">
            <a:avLst>
              <a:gd name="adj" fmla="val 24884"/>
            </a:avLst>
          </a:prstGeom>
          <a:solidFill>
            <a:srgbClr val="efe9d9"/>
          </a:solidFill>
          <a:ln w="15875">
            <a:solidFill>
              <a:srgbClr val="efe9d9"/>
            </a:solidFill>
          </a:ln>
        </p:spPr>
        <p:style>
          <a:lnRef idx="1">
            <a:schemeClr val="accent1"/>
          </a:lnRef>
          <a:fillRef idx="3">
            <a:schemeClr val="accent1"/>
          </a:fillRef>
          <a:effectRef idx="2">
            <a:schemeClr val="accent1"/>
          </a:effectRef>
          <a:fontRef idx="minor"/>
        </p:style>
        <p:txBody>
          <a:bodyPr lIns="109800" rIns="109800" tIns="0" bIns="0" anchor="ctr">
            <a:noAutofit/>
          </a:bodyPr>
          <a:p>
            <a:pPr algn="ctr" defTabSz="457200">
              <a:lnSpc>
                <a:spcPct val="100000"/>
              </a:lnSpc>
            </a:pPr>
            <a:r>
              <a:rPr b="0" lang="en-US" sz="1100" strike="noStrike" u="none">
                <a:solidFill>
                  <a:srgbClr val="6f6b5e"/>
                </a:solidFill>
                <a:effectLst/>
                <a:uFillTx/>
                <a:latin typeface="Readex Pro"/>
                <a:ea typeface="Readex Pro"/>
              </a:rPr>
              <a:t>student DPO</a:t>
            </a:r>
            <a:endParaRPr b="0" lang="en-US" sz="1100" strike="noStrike" u="none">
              <a:solidFill>
                <a:srgbClr val="000000"/>
              </a:solidFill>
              <a:effectLst/>
              <a:uFillTx/>
              <a:latin typeface="Arial"/>
            </a:endParaRPr>
          </a:p>
        </p:txBody>
      </p:sp>
      <p:sp>
        <p:nvSpPr>
          <p:cNvPr id="251" name="Rounded Rectangle 27"/>
          <p:cNvSpPr/>
          <p:nvPr/>
        </p:nvSpPr>
        <p:spPr>
          <a:xfrm>
            <a:off x="3661200" y="5513760"/>
            <a:ext cx="2025720" cy="330480"/>
          </a:xfrm>
          <a:prstGeom prst="roundRect">
            <a:avLst>
              <a:gd name="adj" fmla="val 24884"/>
            </a:avLst>
          </a:prstGeom>
          <a:solidFill>
            <a:srgbClr val="efe9d9"/>
          </a:solidFill>
          <a:ln w="15875">
            <a:solidFill>
              <a:srgbClr val="efe9d9"/>
            </a:solidFill>
          </a:ln>
        </p:spPr>
        <p:style>
          <a:lnRef idx="1">
            <a:schemeClr val="accent1"/>
          </a:lnRef>
          <a:fillRef idx="3">
            <a:schemeClr val="accent1"/>
          </a:fillRef>
          <a:effectRef idx="2">
            <a:schemeClr val="accent1"/>
          </a:effectRef>
          <a:fontRef idx="minor"/>
        </p:style>
        <p:txBody>
          <a:bodyPr lIns="109800" rIns="109800" tIns="0" bIns="0" anchor="ctr">
            <a:noAutofit/>
          </a:bodyPr>
          <a:p>
            <a:pPr algn="ctr" defTabSz="457200">
              <a:lnSpc>
                <a:spcPct val="100000"/>
              </a:lnSpc>
            </a:pPr>
            <a:r>
              <a:rPr b="0" lang="en-US" sz="1100" strike="noStrike" u="none">
                <a:solidFill>
                  <a:srgbClr val="6f6b5e"/>
                </a:solidFill>
                <a:effectLst/>
                <a:uFillTx/>
                <a:latin typeface="Readex Pro"/>
                <a:ea typeface="Readex Pro"/>
              </a:rPr>
              <a:t>minimum-risk training</a:t>
            </a:r>
            <a:endParaRPr b="0" lang="en-US" sz="1100" strike="noStrike" u="none">
              <a:solidFill>
                <a:srgbClr val="000000"/>
              </a:solidFill>
              <a:effectLst/>
              <a:uFillTx/>
              <a:latin typeface="Arial"/>
            </a:endParaRPr>
          </a:p>
        </p:txBody>
      </p:sp>
      <p:sp>
        <p:nvSpPr>
          <p:cNvPr id="252" name="Rounded Rectangle 28"/>
          <p:cNvSpPr/>
          <p:nvPr/>
        </p:nvSpPr>
        <p:spPr>
          <a:xfrm>
            <a:off x="5897520" y="5513760"/>
            <a:ext cx="1552320" cy="330480"/>
          </a:xfrm>
          <a:prstGeom prst="roundRect">
            <a:avLst>
              <a:gd name="adj" fmla="val 24884"/>
            </a:avLst>
          </a:prstGeom>
          <a:solidFill>
            <a:srgbClr val="efe9d9"/>
          </a:solidFill>
          <a:ln w="15875">
            <a:solidFill>
              <a:srgbClr val="efe9d9"/>
            </a:solidFill>
          </a:ln>
        </p:spPr>
        <p:style>
          <a:lnRef idx="1">
            <a:schemeClr val="accent1"/>
          </a:lnRef>
          <a:fillRef idx="3">
            <a:schemeClr val="accent1"/>
          </a:fillRef>
          <a:effectRef idx="2">
            <a:schemeClr val="accent1"/>
          </a:effectRef>
          <a:fontRef idx="minor"/>
        </p:style>
        <p:txBody>
          <a:bodyPr lIns="109800" rIns="109800" tIns="0" bIns="0" anchor="ctr">
            <a:noAutofit/>
          </a:bodyPr>
          <a:p>
            <a:pPr algn="ctr" defTabSz="457200">
              <a:lnSpc>
                <a:spcPct val="100000"/>
              </a:lnSpc>
            </a:pPr>
            <a:r>
              <a:rPr b="0" lang="en-US" sz="1100" strike="noStrike" u="none">
                <a:solidFill>
                  <a:srgbClr val="6f6b5e"/>
                </a:solidFill>
                <a:effectLst/>
                <a:uFillTx/>
                <a:latin typeface="Readex Pro"/>
                <a:ea typeface="Readex Pro"/>
              </a:rPr>
              <a:t>fluency retrain</a:t>
            </a:r>
            <a:endParaRPr b="0" lang="en-US" sz="11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3" name="Background"/>
          <p:cNvSpPr/>
          <p:nvPr/>
        </p:nvSpPr>
        <p:spPr>
          <a:xfrm>
            <a:off x="0" y="0"/>
            <a:ext cx="9902520" cy="6857640"/>
          </a:xfrm>
          <a:prstGeom prst="rect">
            <a:avLst/>
          </a:prstGeom>
          <a:solidFill>
            <a:srgbClr val="f6f2e6"/>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trike="noStrike" u="none">
              <a:solidFill>
                <a:schemeClr val="lt1"/>
              </a:solidFill>
              <a:effectLst/>
              <a:uFillTx/>
              <a:latin typeface="SamsungOne 400"/>
              <a:ea typeface="SamsungOneKorean 400"/>
            </a:endParaRPr>
          </a:p>
        </p:txBody>
      </p:sp>
      <p:sp>
        <p:nvSpPr>
          <p:cNvPr id="254" name="Rectangle 2"/>
          <p:cNvSpPr/>
          <p:nvPr/>
        </p:nvSpPr>
        <p:spPr>
          <a:xfrm>
            <a:off x="567000" y="475560"/>
            <a:ext cx="63720" cy="273960"/>
          </a:xfrm>
          <a:prstGeom prst="rect">
            <a:avLst/>
          </a:prstGeom>
          <a:solidFill>
            <a:srgbClr val="c6986b"/>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trike="noStrike" u="none">
              <a:solidFill>
                <a:schemeClr val="lt1"/>
              </a:solidFill>
              <a:effectLst/>
              <a:uFillTx/>
              <a:latin typeface="SamsungOne 400"/>
              <a:ea typeface="SamsungOneKorean 400"/>
            </a:endParaRPr>
          </a:p>
        </p:txBody>
      </p:sp>
      <p:sp>
        <p:nvSpPr>
          <p:cNvPr id="255" name="TextBox 3"/>
          <p:cNvSpPr/>
          <p:nvPr/>
        </p:nvSpPr>
        <p:spPr>
          <a:xfrm>
            <a:off x="731520" y="438840"/>
            <a:ext cx="8586000" cy="310680"/>
          </a:xfrm>
          <a:prstGeom prst="rect">
            <a:avLst/>
          </a:prstGeom>
          <a:noFill/>
          <a:ln w="0">
            <a:noFill/>
          </a:ln>
        </p:spPr>
        <p:style>
          <a:lnRef idx="0"/>
          <a:fillRef idx="0"/>
          <a:effectRef idx="0"/>
          <a:fontRef idx="minor"/>
        </p:style>
        <p:txBody>
          <a:bodyPr lIns="0" rIns="0" tIns="0" bIns="0" anchor="ctr">
            <a:spAutoFit/>
          </a:bodyPr>
          <a:p>
            <a:pPr defTabSz="457200">
              <a:lnSpc>
                <a:spcPct val="100000"/>
              </a:lnSpc>
            </a:pPr>
            <a:r>
              <a:rPr b="1" lang="en-US" sz="1250" strike="noStrike" u="none">
                <a:solidFill>
                  <a:srgbClr val="c6986b"/>
                </a:solidFill>
                <a:effectLst/>
                <a:uFillTx/>
                <a:latin typeface="Readex Pro"/>
                <a:ea typeface="Readex Pro"/>
              </a:rPr>
              <a:t>04 · BAYANBENCH</a:t>
            </a:r>
            <a:endParaRPr b="0" lang="en-US" sz="1250" strike="noStrike" u="none">
              <a:solidFill>
                <a:srgbClr val="000000"/>
              </a:solidFill>
              <a:effectLst/>
              <a:uFillTx/>
              <a:latin typeface="Arial"/>
            </a:endParaRPr>
          </a:p>
        </p:txBody>
      </p:sp>
      <p:sp>
        <p:nvSpPr>
          <p:cNvPr id="256" name="TextBox 4"/>
          <p:cNvSpPr/>
          <p:nvPr/>
        </p:nvSpPr>
        <p:spPr>
          <a:xfrm>
            <a:off x="567000" y="804600"/>
            <a:ext cx="8768880" cy="502560"/>
          </a:xfrm>
          <a:prstGeom prst="rect">
            <a:avLst/>
          </a:prstGeom>
          <a:noFill/>
          <a:ln w="0">
            <a:noFill/>
          </a:ln>
        </p:spPr>
        <p:style>
          <a:lnRef idx="0"/>
          <a:fillRef idx="0"/>
          <a:effectRef idx="0"/>
          <a:fontRef idx="minor"/>
        </p:style>
        <p:txBody>
          <a:bodyPr lIns="0" rIns="0" tIns="0" bIns="0" anchor="ctr">
            <a:spAutoFit/>
          </a:bodyPr>
          <a:p>
            <a:pPr defTabSz="457200">
              <a:lnSpc>
                <a:spcPct val="100000"/>
              </a:lnSpc>
            </a:pPr>
            <a:r>
              <a:rPr b="1" lang="en-US" sz="2600" strike="noStrike" u="none">
                <a:solidFill>
                  <a:srgbClr val="282824"/>
                </a:solidFill>
                <a:effectLst/>
                <a:uFillTx/>
                <a:latin typeface="Readex Pro"/>
                <a:ea typeface="Readex Pro"/>
              </a:rPr>
              <a:t>We checked our own yardstick</a:t>
            </a:r>
            <a:endParaRPr b="0" lang="en-US" sz="2600" strike="noStrike" u="none">
              <a:solidFill>
                <a:srgbClr val="000000"/>
              </a:solidFill>
              <a:effectLst/>
              <a:uFillTx/>
              <a:latin typeface="Arial"/>
            </a:endParaRPr>
          </a:p>
        </p:txBody>
      </p:sp>
      <p:pic>
        <p:nvPicPr>
          <p:cNvPr id="257" name="Samsung logo" descr="Samsung"/>
          <p:cNvPicPr/>
          <p:nvPr/>
        </p:nvPicPr>
        <p:blipFill>
          <a:blip r:embed="rId1"/>
          <a:stretch/>
        </p:blipFill>
        <p:spPr>
          <a:xfrm>
            <a:off x="567000" y="6336720"/>
            <a:ext cx="1023840" cy="156960"/>
          </a:xfrm>
          <a:prstGeom prst="rect">
            <a:avLst/>
          </a:prstGeom>
          <a:noFill/>
          <a:ln w="0">
            <a:noFill/>
          </a:ln>
        </p:spPr>
      </p:pic>
      <p:sp>
        <p:nvSpPr>
          <p:cNvPr id="258" name="TextBox 6"/>
          <p:cNvSpPr/>
          <p:nvPr/>
        </p:nvSpPr>
        <p:spPr>
          <a:xfrm>
            <a:off x="1737360" y="6382440"/>
            <a:ext cx="3840120" cy="255600"/>
          </a:xfrm>
          <a:prstGeom prst="rect">
            <a:avLst/>
          </a:prstGeom>
          <a:noFill/>
          <a:ln w="0">
            <a:noFill/>
          </a:ln>
        </p:spPr>
        <p:style>
          <a:lnRef idx="0"/>
          <a:fillRef idx="0"/>
          <a:effectRef idx="0"/>
          <a:fontRef idx="minor"/>
        </p:style>
        <p:txBody>
          <a:bodyPr lIns="0" rIns="0" tIns="0" bIns="0" anchor="ctr">
            <a:spAutoFit/>
          </a:bodyPr>
          <a:p>
            <a:pPr defTabSz="457200">
              <a:lnSpc>
                <a:spcPct val="100000"/>
              </a:lnSpc>
            </a:pPr>
            <a:r>
              <a:rPr b="0" lang="en-US" sz="1000" strike="noStrike" u="none">
                <a:solidFill>
                  <a:srgbClr val="6f6b5e"/>
                </a:solidFill>
                <a:effectLst/>
                <a:uFillTx/>
                <a:latin typeface="Readex Pro"/>
                <a:ea typeface="Readex Pro"/>
              </a:rPr>
              <a:t>Samsung Innovation Campus  ·  AI Course</a:t>
            </a:r>
            <a:endParaRPr b="0" lang="en-US" sz="1000" strike="noStrike" u="none">
              <a:solidFill>
                <a:srgbClr val="000000"/>
              </a:solidFill>
              <a:effectLst/>
              <a:uFillTx/>
              <a:latin typeface="Arial"/>
            </a:endParaRPr>
          </a:p>
        </p:txBody>
      </p:sp>
      <p:sp>
        <p:nvSpPr>
          <p:cNvPr id="259" name="TextBox 7"/>
          <p:cNvSpPr/>
          <p:nvPr/>
        </p:nvSpPr>
        <p:spPr>
          <a:xfrm>
            <a:off x="8421480" y="6382440"/>
            <a:ext cx="914040" cy="255600"/>
          </a:xfrm>
          <a:prstGeom prst="rect">
            <a:avLst/>
          </a:prstGeom>
          <a:noFill/>
          <a:ln w="0">
            <a:noFill/>
          </a:ln>
        </p:spPr>
        <p:style>
          <a:lnRef idx="0"/>
          <a:fillRef idx="0"/>
          <a:effectRef idx="0"/>
          <a:fontRef idx="minor"/>
        </p:style>
        <p:txBody>
          <a:bodyPr lIns="0" rIns="0" tIns="0" bIns="0" anchor="ctr">
            <a:spAutoFit/>
          </a:bodyPr>
          <a:p>
            <a:pPr algn="r" defTabSz="457200">
              <a:lnSpc>
                <a:spcPct val="100000"/>
              </a:lnSpc>
            </a:pPr>
            <a:r>
              <a:rPr b="0" lang="en-US" sz="1000" strike="noStrike" u="none">
                <a:solidFill>
                  <a:srgbClr val="6f6b5e"/>
                </a:solidFill>
                <a:effectLst/>
                <a:uFillTx/>
                <a:latin typeface="Readex Pro"/>
                <a:ea typeface="Readex Pro"/>
              </a:rPr>
              <a:t>5 / 8</a:t>
            </a:r>
            <a:endParaRPr b="0" lang="en-US" sz="1000" strike="noStrike" u="none">
              <a:solidFill>
                <a:srgbClr val="000000"/>
              </a:solidFill>
              <a:effectLst/>
              <a:uFillTx/>
              <a:latin typeface="Arial"/>
            </a:endParaRPr>
          </a:p>
        </p:txBody>
      </p:sp>
      <p:sp>
        <p:nvSpPr>
          <p:cNvPr id="260" name="TextBox 8"/>
          <p:cNvSpPr/>
          <p:nvPr/>
        </p:nvSpPr>
        <p:spPr>
          <a:xfrm>
            <a:off x="567000" y="1481400"/>
            <a:ext cx="6034680" cy="383760"/>
          </a:xfrm>
          <a:prstGeom prst="rect">
            <a:avLst/>
          </a:prstGeom>
          <a:noFill/>
          <a:ln w="0">
            <a:noFill/>
          </a:ln>
        </p:spPr>
        <p:style>
          <a:lnRef idx="0"/>
          <a:fillRef idx="0"/>
          <a:effectRef idx="0"/>
          <a:fontRef idx="minor"/>
        </p:style>
        <p:txBody>
          <a:bodyPr lIns="0" rIns="0" tIns="0" bIns="0" anchor="ctr">
            <a:spAutoFit/>
          </a:bodyPr>
          <a:p>
            <a:pPr defTabSz="457200">
              <a:lnSpc>
                <a:spcPct val="100000"/>
              </a:lnSpc>
            </a:pPr>
            <a:r>
              <a:rPr b="1" lang="en-US" sz="2000" strike="noStrike" u="none">
                <a:solidFill>
                  <a:srgbClr val="282824"/>
                </a:solidFill>
                <a:effectLst/>
                <a:uFillTx/>
                <a:latin typeface="Readex Pro"/>
                <a:ea typeface="Readex Pro"/>
              </a:rPr>
              <a:t>Copying is the baseline to beat</a:t>
            </a:r>
            <a:endParaRPr b="0" lang="en-US" sz="2000" strike="noStrike" u="none">
              <a:solidFill>
                <a:srgbClr val="000000"/>
              </a:solidFill>
              <a:effectLst/>
              <a:uFillTx/>
              <a:latin typeface="Arial"/>
            </a:endParaRPr>
          </a:p>
        </p:txBody>
      </p:sp>
      <p:sp>
        <p:nvSpPr>
          <p:cNvPr id="261" name="TextBox 9"/>
          <p:cNvSpPr/>
          <p:nvPr/>
        </p:nvSpPr>
        <p:spPr>
          <a:xfrm>
            <a:off x="3675960" y="1938600"/>
            <a:ext cx="1188360" cy="255600"/>
          </a:xfrm>
          <a:prstGeom prst="rect">
            <a:avLst/>
          </a:prstGeom>
          <a:noFill/>
          <a:ln w="0">
            <a:noFill/>
          </a:ln>
        </p:spPr>
        <p:style>
          <a:lnRef idx="0"/>
          <a:fillRef idx="0"/>
          <a:effectRef idx="0"/>
          <a:fontRef idx="minor"/>
        </p:style>
        <p:txBody>
          <a:bodyPr lIns="0" rIns="0" tIns="0" bIns="0" anchor="ctr">
            <a:spAutoFit/>
          </a:bodyPr>
          <a:p>
            <a:pPr algn="ctr" defTabSz="457200">
              <a:lnSpc>
                <a:spcPct val="100000"/>
              </a:lnSpc>
            </a:pPr>
            <a:r>
              <a:rPr b="0" lang="en-US" sz="1050" strike="noStrike" u="none">
                <a:solidFill>
                  <a:srgbClr val="6f6b5e"/>
                </a:solidFill>
                <a:effectLst/>
                <a:uFillTx/>
                <a:latin typeface="Readex Pro"/>
                <a:ea typeface="Readex Pro"/>
              </a:rPr>
              <a:t>meaning kept</a:t>
            </a:r>
            <a:endParaRPr b="0" lang="en-US" sz="1050" strike="noStrike" u="none">
              <a:solidFill>
                <a:srgbClr val="000000"/>
              </a:solidFill>
              <a:effectLst/>
              <a:uFillTx/>
              <a:latin typeface="Arial"/>
            </a:endParaRPr>
          </a:p>
        </p:txBody>
      </p:sp>
      <p:sp>
        <p:nvSpPr>
          <p:cNvPr id="262" name="TextBox 10"/>
          <p:cNvSpPr/>
          <p:nvPr/>
        </p:nvSpPr>
        <p:spPr>
          <a:xfrm>
            <a:off x="5001840" y="1938600"/>
            <a:ext cx="1554120" cy="255600"/>
          </a:xfrm>
          <a:prstGeom prst="rect">
            <a:avLst/>
          </a:prstGeom>
          <a:noFill/>
          <a:ln w="0">
            <a:noFill/>
          </a:ln>
        </p:spPr>
        <p:style>
          <a:lnRef idx="0"/>
          <a:fillRef idx="0"/>
          <a:effectRef idx="0"/>
          <a:fontRef idx="minor"/>
        </p:style>
        <p:txBody>
          <a:bodyPr lIns="0" rIns="0" tIns="0" bIns="0" anchor="ctr">
            <a:spAutoFit/>
          </a:bodyPr>
          <a:p>
            <a:pPr algn="ctr" defTabSz="457200">
              <a:lnSpc>
                <a:spcPct val="95000"/>
              </a:lnSpc>
            </a:pPr>
            <a:r>
              <a:rPr b="0" lang="en-US" sz="1050" strike="noStrike" u="none">
                <a:solidFill>
                  <a:srgbClr val="6f6b5e"/>
                </a:solidFill>
                <a:effectLst/>
                <a:uFillTx/>
                <a:latin typeface="Readex Pro"/>
                <a:ea typeface="Readex Pro"/>
              </a:rPr>
              <a:t>words cut from</a:t>
            </a:r>
            <a:endParaRPr b="0" lang="en-US" sz="1050" strike="noStrike" u="none">
              <a:solidFill>
                <a:srgbClr val="000000"/>
              </a:solidFill>
              <a:effectLst/>
              <a:uFillTx/>
              <a:latin typeface="Arial"/>
            </a:endParaRPr>
          </a:p>
          <a:p>
            <a:pPr algn="ctr" defTabSz="457200">
              <a:lnSpc>
                <a:spcPct val="95000"/>
              </a:lnSpc>
            </a:pPr>
            <a:r>
              <a:rPr b="0" lang="en-US" sz="1050" strike="noStrike" u="none">
                <a:solidFill>
                  <a:srgbClr val="6f6b5e"/>
                </a:solidFill>
                <a:effectLst/>
                <a:uFillTx/>
                <a:latin typeface="Readex Pro"/>
                <a:ea typeface="Readex Pro"/>
              </a:rPr>
              <a:t>the longest clause</a:t>
            </a:r>
            <a:endParaRPr b="0" lang="en-US" sz="1050" strike="noStrike" u="none">
              <a:solidFill>
                <a:srgbClr val="000000"/>
              </a:solidFill>
              <a:effectLst/>
              <a:uFillTx/>
              <a:latin typeface="Arial"/>
            </a:endParaRPr>
          </a:p>
        </p:txBody>
      </p:sp>
      <p:sp>
        <p:nvSpPr>
          <p:cNvPr id="263" name="Rounded Rectangle 11"/>
          <p:cNvSpPr/>
          <p:nvPr/>
        </p:nvSpPr>
        <p:spPr>
          <a:xfrm>
            <a:off x="567000" y="2286000"/>
            <a:ext cx="6126120" cy="402120"/>
          </a:xfrm>
          <a:prstGeom prst="roundRect">
            <a:avLst>
              <a:gd name="adj" fmla="val 18181"/>
            </a:avLst>
          </a:prstGeom>
          <a:solidFill>
            <a:srgbClr val="eeddc7"/>
          </a:solidFill>
          <a:ln w="15875">
            <a:solidFill>
              <a:srgbClr val="eeddc7"/>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trike="noStrike" u="none">
              <a:solidFill>
                <a:schemeClr val="lt1"/>
              </a:solidFill>
              <a:effectLst/>
              <a:uFillTx/>
              <a:latin typeface="SamsungOne 400"/>
              <a:ea typeface="SamsungOneKorean 400"/>
            </a:endParaRPr>
          </a:p>
        </p:txBody>
      </p:sp>
      <p:sp>
        <p:nvSpPr>
          <p:cNvPr id="264" name="TextBox 12"/>
          <p:cNvSpPr/>
          <p:nvPr/>
        </p:nvSpPr>
        <p:spPr>
          <a:xfrm>
            <a:off x="731520" y="2340720"/>
            <a:ext cx="2834280" cy="292320"/>
          </a:xfrm>
          <a:prstGeom prst="rect">
            <a:avLst/>
          </a:prstGeom>
          <a:noFill/>
          <a:ln w="0">
            <a:noFill/>
          </a:ln>
        </p:spPr>
        <p:style>
          <a:lnRef idx="0"/>
          <a:fillRef idx="0"/>
          <a:effectRef idx="0"/>
          <a:fontRef idx="minor"/>
        </p:style>
        <p:txBody>
          <a:bodyPr lIns="0" rIns="0" tIns="0" bIns="0" anchor="ctr">
            <a:spAutoFit/>
          </a:bodyPr>
          <a:p>
            <a:pPr defTabSz="457200">
              <a:lnSpc>
                <a:spcPct val="100000"/>
              </a:lnSpc>
            </a:pPr>
            <a:r>
              <a:rPr b="1" lang="en-US" sz="1300" strike="noStrike" u="none">
                <a:solidFill>
                  <a:srgbClr val="282824"/>
                </a:solidFill>
                <a:effectLst/>
                <a:uFillTx/>
                <a:latin typeface="Readex Pro"/>
                <a:ea typeface="Readex Pro"/>
              </a:rPr>
              <a:t>Copy the input</a:t>
            </a:r>
            <a:endParaRPr b="0" lang="en-US" sz="1300" strike="noStrike" u="none">
              <a:solidFill>
                <a:srgbClr val="000000"/>
              </a:solidFill>
              <a:effectLst/>
              <a:uFillTx/>
              <a:latin typeface="Arial"/>
            </a:endParaRPr>
          </a:p>
        </p:txBody>
      </p:sp>
      <p:sp>
        <p:nvSpPr>
          <p:cNvPr id="265" name="TextBox 13"/>
          <p:cNvSpPr/>
          <p:nvPr/>
        </p:nvSpPr>
        <p:spPr>
          <a:xfrm>
            <a:off x="3675960" y="2340720"/>
            <a:ext cx="1188360" cy="292320"/>
          </a:xfrm>
          <a:prstGeom prst="rect">
            <a:avLst/>
          </a:prstGeom>
          <a:noFill/>
          <a:ln w="0">
            <a:noFill/>
          </a:ln>
        </p:spPr>
        <p:style>
          <a:lnRef idx="0"/>
          <a:fillRef idx="0"/>
          <a:effectRef idx="0"/>
          <a:fontRef idx="minor"/>
        </p:style>
        <p:txBody>
          <a:bodyPr lIns="0" rIns="0" tIns="0" bIns="0" anchor="ctr">
            <a:spAutoFit/>
          </a:bodyPr>
          <a:p>
            <a:pPr algn="ctr" defTabSz="457200">
              <a:lnSpc>
                <a:spcPct val="100000"/>
              </a:lnSpc>
            </a:pPr>
            <a:r>
              <a:rPr b="1" lang="en-US" sz="1300" strike="noStrike" u="none">
                <a:solidFill>
                  <a:srgbClr val="8a5e35"/>
                </a:solidFill>
                <a:effectLst/>
                <a:uFillTx/>
                <a:latin typeface="Readex Pro"/>
                <a:ea typeface="Readex Pro"/>
              </a:rPr>
              <a:t>100%</a:t>
            </a:r>
            <a:endParaRPr b="0" lang="en-US" sz="1300" strike="noStrike" u="none">
              <a:solidFill>
                <a:srgbClr val="000000"/>
              </a:solidFill>
              <a:effectLst/>
              <a:uFillTx/>
              <a:latin typeface="Arial"/>
            </a:endParaRPr>
          </a:p>
        </p:txBody>
      </p:sp>
      <p:sp>
        <p:nvSpPr>
          <p:cNvPr id="266" name="TextBox 14"/>
          <p:cNvSpPr/>
          <p:nvPr/>
        </p:nvSpPr>
        <p:spPr>
          <a:xfrm>
            <a:off x="5001840" y="2340720"/>
            <a:ext cx="1554120" cy="292320"/>
          </a:xfrm>
          <a:prstGeom prst="rect">
            <a:avLst/>
          </a:prstGeom>
          <a:noFill/>
          <a:ln w="0">
            <a:noFill/>
          </a:ln>
        </p:spPr>
        <p:style>
          <a:lnRef idx="0"/>
          <a:fillRef idx="0"/>
          <a:effectRef idx="0"/>
          <a:fontRef idx="minor"/>
        </p:style>
        <p:txBody>
          <a:bodyPr lIns="0" rIns="0" tIns="0" bIns="0" anchor="ctr">
            <a:spAutoFit/>
          </a:bodyPr>
          <a:p>
            <a:pPr algn="ctr" defTabSz="457200">
              <a:lnSpc>
                <a:spcPct val="100000"/>
              </a:lnSpc>
            </a:pPr>
            <a:r>
              <a:rPr b="1" lang="en-US" sz="1300" strike="noStrike" u="none">
                <a:solidFill>
                  <a:srgbClr val="b5533c"/>
                </a:solidFill>
                <a:effectLst/>
                <a:uFillTx/>
                <a:latin typeface="Readex Pro"/>
                <a:ea typeface="Readex Pro"/>
              </a:rPr>
              <a:t>0</a:t>
            </a:r>
            <a:endParaRPr b="0" lang="en-US" sz="1300" strike="noStrike" u="none">
              <a:solidFill>
                <a:srgbClr val="000000"/>
              </a:solidFill>
              <a:effectLst/>
              <a:uFillTx/>
              <a:latin typeface="Arial"/>
            </a:endParaRPr>
          </a:p>
        </p:txBody>
      </p:sp>
      <p:sp>
        <p:nvSpPr>
          <p:cNvPr id="267" name="Rounded Rectangle 15"/>
          <p:cNvSpPr/>
          <p:nvPr/>
        </p:nvSpPr>
        <p:spPr>
          <a:xfrm>
            <a:off x="567000" y="2761560"/>
            <a:ext cx="6126120" cy="402120"/>
          </a:xfrm>
          <a:prstGeom prst="roundRect">
            <a:avLst>
              <a:gd name="adj" fmla="val 18181"/>
            </a:avLst>
          </a:prstGeom>
          <a:solidFill>
            <a:srgbClr val="efe9d9"/>
          </a:solidFill>
          <a:ln w="15875">
            <a:solidFill>
              <a:srgbClr val="e6dfcc"/>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trike="noStrike" u="none">
              <a:solidFill>
                <a:schemeClr val="lt1"/>
              </a:solidFill>
              <a:effectLst/>
              <a:uFillTx/>
              <a:latin typeface="SamsungOne 400"/>
              <a:ea typeface="SamsungOneKorean 400"/>
            </a:endParaRPr>
          </a:p>
        </p:txBody>
      </p:sp>
      <p:sp>
        <p:nvSpPr>
          <p:cNvPr id="268" name="TextBox 16"/>
          <p:cNvSpPr/>
          <p:nvPr/>
        </p:nvSpPr>
        <p:spPr>
          <a:xfrm>
            <a:off x="731520" y="2816280"/>
            <a:ext cx="2834280" cy="292320"/>
          </a:xfrm>
          <a:prstGeom prst="rect">
            <a:avLst/>
          </a:prstGeom>
          <a:noFill/>
          <a:ln w="0">
            <a:noFill/>
          </a:ln>
        </p:spPr>
        <p:style>
          <a:lnRef idx="0"/>
          <a:fillRef idx="0"/>
          <a:effectRef idx="0"/>
          <a:fontRef idx="minor"/>
        </p:style>
        <p:txBody>
          <a:bodyPr lIns="0" rIns="0" tIns="0" bIns="0" anchor="ctr">
            <a:spAutoFit/>
          </a:bodyPr>
          <a:p>
            <a:pPr defTabSz="457200">
              <a:lnSpc>
                <a:spcPct val="100000"/>
              </a:lnSpc>
            </a:pPr>
            <a:r>
              <a:rPr b="0" lang="en-US" sz="1300" strike="noStrike" u="none">
                <a:solidFill>
                  <a:srgbClr val="282824"/>
                </a:solidFill>
                <a:effectLst/>
                <a:uFillTx/>
                <a:latin typeface="Readex Pro"/>
                <a:ea typeface="Readex Pro"/>
              </a:rPr>
              <a:t>v0.1</a:t>
            </a:r>
            <a:endParaRPr b="0" lang="en-US" sz="1300" strike="noStrike" u="none">
              <a:solidFill>
                <a:srgbClr val="000000"/>
              </a:solidFill>
              <a:effectLst/>
              <a:uFillTx/>
              <a:latin typeface="Arial"/>
            </a:endParaRPr>
          </a:p>
        </p:txBody>
      </p:sp>
      <p:sp>
        <p:nvSpPr>
          <p:cNvPr id="269" name="TextBox 17"/>
          <p:cNvSpPr/>
          <p:nvPr/>
        </p:nvSpPr>
        <p:spPr>
          <a:xfrm>
            <a:off x="3675960" y="2816280"/>
            <a:ext cx="1188360" cy="292320"/>
          </a:xfrm>
          <a:prstGeom prst="rect">
            <a:avLst/>
          </a:prstGeom>
          <a:noFill/>
          <a:ln w="0">
            <a:noFill/>
          </a:ln>
        </p:spPr>
        <p:style>
          <a:lnRef idx="0"/>
          <a:fillRef idx="0"/>
          <a:effectRef idx="0"/>
          <a:fontRef idx="minor"/>
        </p:style>
        <p:txBody>
          <a:bodyPr lIns="0" rIns="0" tIns="0" bIns="0" anchor="ctr">
            <a:spAutoFit/>
          </a:bodyPr>
          <a:p>
            <a:pPr algn="ctr" defTabSz="457200">
              <a:lnSpc>
                <a:spcPct val="100000"/>
              </a:lnSpc>
            </a:pPr>
            <a:r>
              <a:rPr b="1" lang="en-US" sz="1300" strike="noStrike" u="none">
                <a:solidFill>
                  <a:srgbClr val="8a5e35"/>
                </a:solidFill>
                <a:effectLst/>
                <a:uFillTx/>
                <a:latin typeface="Readex Pro"/>
                <a:ea typeface="Readex Pro"/>
              </a:rPr>
              <a:t>76%</a:t>
            </a:r>
            <a:endParaRPr b="0" lang="en-US" sz="1300" strike="noStrike" u="none">
              <a:solidFill>
                <a:srgbClr val="000000"/>
              </a:solidFill>
              <a:effectLst/>
              <a:uFillTx/>
              <a:latin typeface="Arial"/>
            </a:endParaRPr>
          </a:p>
        </p:txBody>
      </p:sp>
      <p:sp>
        <p:nvSpPr>
          <p:cNvPr id="270" name="TextBox 18"/>
          <p:cNvSpPr/>
          <p:nvPr/>
        </p:nvSpPr>
        <p:spPr>
          <a:xfrm>
            <a:off x="5001840" y="2816280"/>
            <a:ext cx="1554120" cy="292320"/>
          </a:xfrm>
          <a:prstGeom prst="rect">
            <a:avLst/>
          </a:prstGeom>
          <a:noFill/>
          <a:ln w="0">
            <a:noFill/>
          </a:ln>
        </p:spPr>
        <p:style>
          <a:lnRef idx="0"/>
          <a:fillRef idx="0"/>
          <a:effectRef idx="0"/>
          <a:fontRef idx="minor"/>
        </p:style>
        <p:txBody>
          <a:bodyPr lIns="0" rIns="0" tIns="0" bIns="0" anchor="ctr">
            <a:spAutoFit/>
          </a:bodyPr>
          <a:p>
            <a:pPr algn="ctr" defTabSz="457200">
              <a:lnSpc>
                <a:spcPct val="100000"/>
              </a:lnSpc>
            </a:pPr>
            <a:r>
              <a:rPr b="1" lang="en-US" sz="1300" strike="noStrike" u="none">
                <a:solidFill>
                  <a:srgbClr val="b5533c"/>
                </a:solidFill>
                <a:effectLst/>
                <a:uFillTx/>
                <a:latin typeface="Readex Pro"/>
                <a:ea typeface="Readex Pro"/>
              </a:rPr>
              <a:t>0</a:t>
            </a:r>
            <a:endParaRPr b="0" lang="en-US" sz="1300" strike="noStrike" u="none">
              <a:solidFill>
                <a:srgbClr val="000000"/>
              </a:solidFill>
              <a:effectLst/>
              <a:uFillTx/>
              <a:latin typeface="Arial"/>
            </a:endParaRPr>
          </a:p>
        </p:txBody>
      </p:sp>
      <p:sp>
        <p:nvSpPr>
          <p:cNvPr id="271" name="Rounded Rectangle 19"/>
          <p:cNvSpPr/>
          <p:nvPr/>
        </p:nvSpPr>
        <p:spPr>
          <a:xfrm>
            <a:off x="567000" y="3237120"/>
            <a:ext cx="6126120" cy="402120"/>
          </a:xfrm>
          <a:prstGeom prst="roundRect">
            <a:avLst>
              <a:gd name="adj" fmla="val 18181"/>
            </a:avLst>
          </a:prstGeom>
          <a:solidFill>
            <a:srgbClr val="efe9d9"/>
          </a:solidFill>
          <a:ln w="15875">
            <a:solidFill>
              <a:srgbClr val="e6dfcc"/>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trike="noStrike" u="none">
              <a:solidFill>
                <a:schemeClr val="lt1"/>
              </a:solidFill>
              <a:effectLst/>
              <a:uFillTx/>
              <a:latin typeface="SamsungOne 400"/>
              <a:ea typeface="SamsungOneKorean 400"/>
            </a:endParaRPr>
          </a:p>
        </p:txBody>
      </p:sp>
      <p:sp>
        <p:nvSpPr>
          <p:cNvPr id="272" name="TextBox 20"/>
          <p:cNvSpPr/>
          <p:nvPr/>
        </p:nvSpPr>
        <p:spPr>
          <a:xfrm>
            <a:off x="731520" y="3291840"/>
            <a:ext cx="2834280" cy="292320"/>
          </a:xfrm>
          <a:prstGeom prst="rect">
            <a:avLst/>
          </a:prstGeom>
          <a:noFill/>
          <a:ln w="0">
            <a:noFill/>
          </a:ln>
        </p:spPr>
        <p:style>
          <a:lnRef idx="0"/>
          <a:fillRef idx="0"/>
          <a:effectRef idx="0"/>
          <a:fontRef idx="minor"/>
        </p:style>
        <p:txBody>
          <a:bodyPr lIns="0" rIns="0" tIns="0" bIns="0" anchor="ctr">
            <a:spAutoFit/>
          </a:bodyPr>
          <a:p>
            <a:pPr defTabSz="457200">
              <a:lnSpc>
                <a:spcPct val="100000"/>
              </a:lnSpc>
            </a:pPr>
            <a:r>
              <a:rPr b="0" lang="en-US" sz="1300" strike="noStrike" u="none">
                <a:solidFill>
                  <a:srgbClr val="282824"/>
                </a:solidFill>
                <a:effectLst/>
                <a:uFillTx/>
                <a:latin typeface="Readex Pro"/>
                <a:ea typeface="Readex Pro"/>
              </a:rPr>
              <a:t>v0.2 (AraT5v2)</a:t>
            </a:r>
            <a:endParaRPr b="0" lang="en-US" sz="1300" strike="noStrike" u="none">
              <a:solidFill>
                <a:srgbClr val="000000"/>
              </a:solidFill>
              <a:effectLst/>
              <a:uFillTx/>
              <a:latin typeface="Arial"/>
            </a:endParaRPr>
          </a:p>
        </p:txBody>
      </p:sp>
      <p:sp>
        <p:nvSpPr>
          <p:cNvPr id="273" name="TextBox 21"/>
          <p:cNvSpPr/>
          <p:nvPr/>
        </p:nvSpPr>
        <p:spPr>
          <a:xfrm>
            <a:off x="3675960" y="3291840"/>
            <a:ext cx="1188360" cy="292320"/>
          </a:xfrm>
          <a:prstGeom prst="rect">
            <a:avLst/>
          </a:prstGeom>
          <a:noFill/>
          <a:ln w="0">
            <a:noFill/>
          </a:ln>
        </p:spPr>
        <p:style>
          <a:lnRef idx="0"/>
          <a:fillRef idx="0"/>
          <a:effectRef idx="0"/>
          <a:fontRef idx="minor"/>
        </p:style>
        <p:txBody>
          <a:bodyPr lIns="0" rIns="0" tIns="0" bIns="0" anchor="ctr">
            <a:spAutoFit/>
          </a:bodyPr>
          <a:p>
            <a:pPr algn="ctr" defTabSz="457200">
              <a:lnSpc>
                <a:spcPct val="100000"/>
              </a:lnSpc>
            </a:pPr>
            <a:r>
              <a:rPr b="1" lang="en-US" sz="1300" strike="noStrike" u="none">
                <a:solidFill>
                  <a:srgbClr val="8a5e35"/>
                </a:solidFill>
                <a:effectLst/>
                <a:uFillTx/>
                <a:latin typeface="Readex Pro"/>
                <a:ea typeface="Readex Pro"/>
              </a:rPr>
              <a:t>68%</a:t>
            </a:r>
            <a:endParaRPr b="0" lang="en-US" sz="1300" strike="noStrike" u="none">
              <a:solidFill>
                <a:srgbClr val="000000"/>
              </a:solidFill>
              <a:effectLst/>
              <a:uFillTx/>
              <a:latin typeface="Arial"/>
            </a:endParaRPr>
          </a:p>
        </p:txBody>
      </p:sp>
      <p:sp>
        <p:nvSpPr>
          <p:cNvPr id="274" name="TextBox 22"/>
          <p:cNvSpPr/>
          <p:nvPr/>
        </p:nvSpPr>
        <p:spPr>
          <a:xfrm>
            <a:off x="5001840" y="3291840"/>
            <a:ext cx="1554120" cy="292320"/>
          </a:xfrm>
          <a:prstGeom prst="rect">
            <a:avLst/>
          </a:prstGeom>
          <a:noFill/>
          <a:ln w="0">
            <a:noFill/>
          </a:ln>
        </p:spPr>
        <p:style>
          <a:lnRef idx="0"/>
          <a:fillRef idx="0"/>
          <a:effectRef idx="0"/>
          <a:fontRef idx="minor"/>
        </p:style>
        <p:txBody>
          <a:bodyPr lIns="0" rIns="0" tIns="0" bIns="0" anchor="ctr">
            <a:spAutoFit/>
          </a:bodyPr>
          <a:p>
            <a:pPr algn="ctr" defTabSz="457200">
              <a:lnSpc>
                <a:spcPct val="100000"/>
              </a:lnSpc>
            </a:pPr>
            <a:r>
              <a:rPr b="1" lang="en-US" sz="1300" strike="noStrike" u="none">
                <a:solidFill>
                  <a:srgbClr val="8a5e35"/>
                </a:solidFill>
                <a:effectLst/>
                <a:uFillTx/>
                <a:latin typeface="Readex Pro"/>
                <a:ea typeface="Readex Pro"/>
              </a:rPr>
              <a:t>4.5</a:t>
            </a:r>
            <a:endParaRPr b="0" lang="en-US" sz="1300" strike="noStrike" u="none">
              <a:solidFill>
                <a:srgbClr val="000000"/>
              </a:solidFill>
              <a:effectLst/>
              <a:uFillTx/>
              <a:latin typeface="Arial"/>
            </a:endParaRPr>
          </a:p>
        </p:txBody>
      </p:sp>
      <p:sp>
        <p:nvSpPr>
          <p:cNvPr id="275" name="Rounded Rectangle 23"/>
          <p:cNvSpPr/>
          <p:nvPr/>
        </p:nvSpPr>
        <p:spPr>
          <a:xfrm>
            <a:off x="567000" y="3712320"/>
            <a:ext cx="6126120" cy="402120"/>
          </a:xfrm>
          <a:prstGeom prst="roundRect">
            <a:avLst>
              <a:gd name="adj" fmla="val 18181"/>
            </a:avLst>
          </a:prstGeom>
          <a:solidFill>
            <a:srgbClr val="efe9d9"/>
          </a:solidFill>
          <a:ln w="15875">
            <a:solidFill>
              <a:srgbClr val="e6dfcc"/>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trike="noStrike" u="none">
              <a:solidFill>
                <a:schemeClr val="lt1"/>
              </a:solidFill>
              <a:effectLst/>
              <a:uFillTx/>
              <a:latin typeface="SamsungOne 400"/>
              <a:ea typeface="SamsungOneKorean 400"/>
            </a:endParaRPr>
          </a:p>
        </p:txBody>
      </p:sp>
      <p:sp>
        <p:nvSpPr>
          <p:cNvPr id="276" name="TextBox 24"/>
          <p:cNvSpPr/>
          <p:nvPr/>
        </p:nvSpPr>
        <p:spPr>
          <a:xfrm>
            <a:off x="731520" y="3767400"/>
            <a:ext cx="2834280" cy="292320"/>
          </a:xfrm>
          <a:prstGeom prst="rect">
            <a:avLst/>
          </a:prstGeom>
          <a:noFill/>
          <a:ln w="0">
            <a:noFill/>
          </a:ln>
        </p:spPr>
        <p:style>
          <a:lnRef idx="0"/>
          <a:fillRef idx="0"/>
          <a:effectRef idx="0"/>
          <a:fontRef idx="minor"/>
        </p:style>
        <p:txBody>
          <a:bodyPr lIns="0" rIns="0" tIns="0" bIns="0" anchor="ctr">
            <a:spAutoFit/>
          </a:bodyPr>
          <a:p>
            <a:pPr defTabSz="457200">
              <a:lnSpc>
                <a:spcPct val="100000"/>
              </a:lnSpc>
            </a:pPr>
            <a:r>
              <a:rPr b="0" lang="en-US" sz="1300" strike="noStrike" u="none">
                <a:solidFill>
                  <a:srgbClr val="282824"/>
                </a:solidFill>
                <a:effectLst/>
                <a:uFillTx/>
                <a:latin typeface="Readex Pro"/>
                <a:ea typeface="Readex Pro"/>
              </a:rPr>
              <a:t>v0.2-Fast (AraBART)</a:t>
            </a:r>
            <a:endParaRPr b="0" lang="en-US" sz="1300" strike="noStrike" u="none">
              <a:solidFill>
                <a:srgbClr val="000000"/>
              </a:solidFill>
              <a:effectLst/>
              <a:uFillTx/>
              <a:latin typeface="Arial"/>
            </a:endParaRPr>
          </a:p>
        </p:txBody>
      </p:sp>
      <p:sp>
        <p:nvSpPr>
          <p:cNvPr id="277" name="TextBox 25"/>
          <p:cNvSpPr/>
          <p:nvPr/>
        </p:nvSpPr>
        <p:spPr>
          <a:xfrm>
            <a:off x="3675960" y="3767400"/>
            <a:ext cx="1188360" cy="292320"/>
          </a:xfrm>
          <a:prstGeom prst="rect">
            <a:avLst/>
          </a:prstGeom>
          <a:noFill/>
          <a:ln w="0">
            <a:noFill/>
          </a:ln>
        </p:spPr>
        <p:style>
          <a:lnRef idx="0"/>
          <a:fillRef idx="0"/>
          <a:effectRef idx="0"/>
          <a:fontRef idx="minor"/>
        </p:style>
        <p:txBody>
          <a:bodyPr lIns="0" rIns="0" tIns="0" bIns="0" anchor="ctr">
            <a:spAutoFit/>
          </a:bodyPr>
          <a:p>
            <a:pPr algn="ctr" defTabSz="457200">
              <a:lnSpc>
                <a:spcPct val="100000"/>
              </a:lnSpc>
            </a:pPr>
            <a:r>
              <a:rPr b="1" lang="en-US" sz="1300" strike="noStrike" u="none">
                <a:solidFill>
                  <a:srgbClr val="8a5e35"/>
                </a:solidFill>
                <a:effectLst/>
                <a:uFillTx/>
                <a:latin typeface="Readex Pro"/>
                <a:ea typeface="Readex Pro"/>
              </a:rPr>
              <a:t>51%</a:t>
            </a:r>
            <a:endParaRPr b="0" lang="en-US" sz="1300" strike="noStrike" u="none">
              <a:solidFill>
                <a:srgbClr val="000000"/>
              </a:solidFill>
              <a:effectLst/>
              <a:uFillTx/>
              <a:latin typeface="Arial"/>
            </a:endParaRPr>
          </a:p>
        </p:txBody>
      </p:sp>
      <p:sp>
        <p:nvSpPr>
          <p:cNvPr id="278" name="TextBox 26"/>
          <p:cNvSpPr/>
          <p:nvPr/>
        </p:nvSpPr>
        <p:spPr>
          <a:xfrm>
            <a:off x="5001840" y="3767400"/>
            <a:ext cx="1554120" cy="292320"/>
          </a:xfrm>
          <a:prstGeom prst="rect">
            <a:avLst/>
          </a:prstGeom>
          <a:noFill/>
          <a:ln w="0">
            <a:noFill/>
          </a:ln>
        </p:spPr>
        <p:style>
          <a:lnRef idx="0"/>
          <a:fillRef idx="0"/>
          <a:effectRef idx="0"/>
          <a:fontRef idx="minor"/>
        </p:style>
        <p:txBody>
          <a:bodyPr lIns="0" rIns="0" tIns="0" bIns="0" anchor="ctr">
            <a:spAutoFit/>
          </a:bodyPr>
          <a:p>
            <a:pPr algn="ctr" defTabSz="457200">
              <a:lnSpc>
                <a:spcPct val="100000"/>
              </a:lnSpc>
            </a:pPr>
            <a:r>
              <a:rPr b="1" lang="en-US" sz="1300" strike="noStrike" u="none">
                <a:solidFill>
                  <a:srgbClr val="8a5e35"/>
                </a:solidFill>
                <a:effectLst/>
                <a:uFillTx/>
                <a:latin typeface="Readex Pro"/>
                <a:ea typeface="Readex Pro"/>
              </a:rPr>
              <a:t>4.9</a:t>
            </a:r>
            <a:endParaRPr b="0" lang="en-US" sz="1300" strike="noStrike" u="none">
              <a:solidFill>
                <a:srgbClr val="000000"/>
              </a:solidFill>
              <a:effectLst/>
              <a:uFillTx/>
              <a:latin typeface="Arial"/>
            </a:endParaRPr>
          </a:p>
        </p:txBody>
      </p:sp>
      <p:sp>
        <p:nvSpPr>
          <p:cNvPr id="279" name="Rounded Rectangle 27"/>
          <p:cNvSpPr/>
          <p:nvPr/>
        </p:nvSpPr>
        <p:spPr>
          <a:xfrm>
            <a:off x="567000" y="4187880"/>
            <a:ext cx="6126120" cy="402120"/>
          </a:xfrm>
          <a:prstGeom prst="roundRect">
            <a:avLst>
              <a:gd name="adj" fmla="val 18181"/>
            </a:avLst>
          </a:prstGeom>
          <a:solidFill>
            <a:srgbClr val="efe9d9"/>
          </a:solidFill>
          <a:ln w="15875">
            <a:solidFill>
              <a:srgbClr val="e6dfcc"/>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trike="noStrike" u="none">
              <a:solidFill>
                <a:schemeClr val="lt1"/>
              </a:solidFill>
              <a:effectLst/>
              <a:uFillTx/>
              <a:latin typeface="SamsungOne 400"/>
              <a:ea typeface="SamsungOneKorean 400"/>
            </a:endParaRPr>
          </a:p>
        </p:txBody>
      </p:sp>
      <p:sp>
        <p:nvSpPr>
          <p:cNvPr id="280" name="TextBox 28"/>
          <p:cNvSpPr/>
          <p:nvPr/>
        </p:nvSpPr>
        <p:spPr>
          <a:xfrm>
            <a:off x="731520" y="4242960"/>
            <a:ext cx="2834280" cy="292320"/>
          </a:xfrm>
          <a:prstGeom prst="rect">
            <a:avLst/>
          </a:prstGeom>
          <a:noFill/>
          <a:ln w="0">
            <a:noFill/>
          </a:ln>
        </p:spPr>
        <p:style>
          <a:lnRef idx="0"/>
          <a:fillRef idx="0"/>
          <a:effectRef idx="0"/>
          <a:fontRef idx="minor"/>
        </p:style>
        <p:txBody>
          <a:bodyPr lIns="0" rIns="0" tIns="0" bIns="0" anchor="ctr">
            <a:spAutoFit/>
          </a:bodyPr>
          <a:p>
            <a:pPr defTabSz="457200">
              <a:lnSpc>
                <a:spcPct val="100000"/>
              </a:lnSpc>
            </a:pPr>
            <a:r>
              <a:rPr b="1" lang="en-US" sz="1300" strike="noStrike" u="none">
                <a:solidFill>
                  <a:srgbClr val="282824"/>
                </a:solidFill>
                <a:effectLst/>
                <a:uFillTx/>
                <a:latin typeface="Readex Pro"/>
                <a:ea typeface="Readex Pro"/>
              </a:rPr>
              <a:t>v0.3</a:t>
            </a:r>
            <a:endParaRPr b="0" lang="en-US" sz="1300" strike="noStrike" u="none">
              <a:solidFill>
                <a:srgbClr val="000000"/>
              </a:solidFill>
              <a:effectLst/>
              <a:uFillTx/>
              <a:latin typeface="Arial"/>
            </a:endParaRPr>
          </a:p>
        </p:txBody>
      </p:sp>
      <p:sp>
        <p:nvSpPr>
          <p:cNvPr id="281" name="TextBox 29"/>
          <p:cNvSpPr/>
          <p:nvPr/>
        </p:nvSpPr>
        <p:spPr>
          <a:xfrm>
            <a:off x="3675960" y="4242960"/>
            <a:ext cx="1188360" cy="292320"/>
          </a:xfrm>
          <a:prstGeom prst="rect">
            <a:avLst/>
          </a:prstGeom>
          <a:noFill/>
          <a:ln w="0">
            <a:noFill/>
          </a:ln>
        </p:spPr>
        <p:style>
          <a:lnRef idx="0"/>
          <a:fillRef idx="0"/>
          <a:effectRef idx="0"/>
          <a:fontRef idx="minor"/>
        </p:style>
        <p:txBody>
          <a:bodyPr lIns="0" rIns="0" tIns="0" bIns="0" anchor="ctr">
            <a:spAutoFit/>
          </a:bodyPr>
          <a:p>
            <a:pPr algn="ctr" defTabSz="457200">
              <a:lnSpc>
                <a:spcPct val="100000"/>
              </a:lnSpc>
            </a:pPr>
            <a:r>
              <a:rPr b="1" lang="en-US" sz="1300" strike="noStrike" u="none">
                <a:solidFill>
                  <a:srgbClr val="8a5e35"/>
                </a:solidFill>
                <a:effectLst/>
                <a:uFillTx/>
                <a:latin typeface="Readex Pro"/>
                <a:ea typeface="Readex Pro"/>
              </a:rPr>
              <a:t>69%</a:t>
            </a:r>
            <a:endParaRPr b="0" lang="en-US" sz="1300" strike="noStrike" u="none">
              <a:solidFill>
                <a:srgbClr val="000000"/>
              </a:solidFill>
              <a:effectLst/>
              <a:uFillTx/>
              <a:latin typeface="Arial"/>
            </a:endParaRPr>
          </a:p>
        </p:txBody>
      </p:sp>
      <p:sp>
        <p:nvSpPr>
          <p:cNvPr id="282" name="TextBox 30"/>
          <p:cNvSpPr/>
          <p:nvPr/>
        </p:nvSpPr>
        <p:spPr>
          <a:xfrm>
            <a:off x="5001840" y="4242960"/>
            <a:ext cx="1554120" cy="292320"/>
          </a:xfrm>
          <a:prstGeom prst="rect">
            <a:avLst/>
          </a:prstGeom>
          <a:noFill/>
          <a:ln w="0">
            <a:noFill/>
          </a:ln>
        </p:spPr>
        <p:style>
          <a:lnRef idx="0"/>
          <a:fillRef idx="0"/>
          <a:effectRef idx="0"/>
          <a:fontRef idx="minor"/>
        </p:style>
        <p:txBody>
          <a:bodyPr lIns="0" rIns="0" tIns="0" bIns="0" anchor="ctr">
            <a:spAutoFit/>
          </a:bodyPr>
          <a:p>
            <a:pPr algn="ctr" defTabSz="457200">
              <a:lnSpc>
                <a:spcPct val="100000"/>
              </a:lnSpc>
            </a:pPr>
            <a:r>
              <a:rPr b="1" lang="en-US" sz="1300" strike="noStrike" u="none">
                <a:solidFill>
                  <a:srgbClr val="8a5e35"/>
                </a:solidFill>
                <a:effectLst/>
                <a:uFillTx/>
                <a:latin typeface="Readex Pro"/>
                <a:ea typeface="Readex Pro"/>
              </a:rPr>
              <a:t>9.5</a:t>
            </a:r>
            <a:endParaRPr b="0" lang="en-US" sz="1300" strike="noStrike" u="none">
              <a:solidFill>
                <a:srgbClr val="000000"/>
              </a:solidFill>
              <a:effectLst/>
              <a:uFillTx/>
              <a:latin typeface="Arial"/>
            </a:endParaRPr>
          </a:p>
        </p:txBody>
      </p:sp>
      <p:sp>
        <p:nvSpPr>
          <p:cNvPr id="283" name="TextBox 31"/>
          <p:cNvSpPr/>
          <p:nvPr/>
        </p:nvSpPr>
        <p:spPr>
          <a:xfrm>
            <a:off x="567000" y="4892040"/>
            <a:ext cx="6126120" cy="383760"/>
          </a:xfrm>
          <a:prstGeom prst="rect">
            <a:avLst/>
          </a:prstGeom>
          <a:noFill/>
          <a:ln w="0">
            <a:noFill/>
          </a:ln>
        </p:spPr>
        <p:style>
          <a:lnRef idx="0"/>
          <a:fillRef idx="0"/>
          <a:effectRef idx="0"/>
          <a:fontRef idx="minor"/>
        </p:style>
        <p:txBody>
          <a:bodyPr lIns="0" rIns="0" tIns="0" bIns="0" anchor="ctr">
            <a:spAutoFit/>
          </a:bodyPr>
          <a:p>
            <a:pPr algn="ctr" defTabSz="457200">
              <a:lnSpc>
                <a:spcPct val="100000"/>
              </a:lnSpc>
            </a:pPr>
            <a:r>
              <a:rPr b="0" lang="en-US" sz="1000" strike="noStrike" u="none">
                <a:solidFill>
                  <a:srgbClr val="6f6b5e"/>
                </a:solidFill>
                <a:effectLst/>
                <a:uFillTx/>
                <a:latin typeface="Readex Pro"/>
                <a:ea typeface="Readex Pro"/>
              </a:rPr>
              <a:t>test core items, as trained (float, greedy) · the shipped app model with four beams is on the results slide</a:t>
            </a:r>
            <a:endParaRPr b="0" lang="en-US" sz="1000" strike="noStrike" u="none">
              <a:solidFill>
                <a:srgbClr val="000000"/>
              </a:solidFill>
              <a:effectLst/>
              <a:uFillTx/>
              <a:latin typeface="Arial"/>
            </a:endParaRPr>
          </a:p>
        </p:txBody>
      </p:sp>
      <p:sp>
        <p:nvSpPr>
          <p:cNvPr id="284" name="Rounded Rectangle 32"/>
          <p:cNvSpPr/>
          <p:nvPr/>
        </p:nvSpPr>
        <p:spPr>
          <a:xfrm>
            <a:off x="7013520" y="2286000"/>
            <a:ext cx="2331360" cy="2605680"/>
          </a:xfrm>
          <a:prstGeom prst="roundRect">
            <a:avLst>
              <a:gd name="adj" fmla="val 4705"/>
            </a:avLst>
          </a:prstGeom>
          <a:solidFill>
            <a:srgbClr val="eeddc7"/>
          </a:solidFill>
          <a:ln w="15875">
            <a:solidFill>
              <a:srgbClr val="c6986b"/>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trike="noStrike" u="none">
              <a:solidFill>
                <a:schemeClr val="lt1"/>
              </a:solidFill>
              <a:effectLst/>
              <a:uFillTx/>
              <a:latin typeface="SamsungOne 400"/>
              <a:ea typeface="SamsungOneKorean 400"/>
            </a:endParaRPr>
          </a:p>
        </p:txBody>
      </p:sp>
      <p:sp>
        <p:nvSpPr>
          <p:cNvPr id="285" name="TextBox 33"/>
          <p:cNvSpPr/>
          <p:nvPr/>
        </p:nvSpPr>
        <p:spPr>
          <a:xfrm>
            <a:off x="7013520" y="2606040"/>
            <a:ext cx="2331360" cy="548280"/>
          </a:xfrm>
          <a:prstGeom prst="rect">
            <a:avLst/>
          </a:prstGeom>
          <a:noFill/>
          <a:ln w="0">
            <a:noFill/>
          </a:ln>
        </p:spPr>
        <p:style>
          <a:lnRef idx="0"/>
          <a:fillRef idx="0"/>
          <a:effectRef idx="0"/>
          <a:fontRef idx="minor"/>
        </p:style>
        <p:txBody>
          <a:bodyPr lIns="0" rIns="0" tIns="0" bIns="0" anchor="ctr">
            <a:spAutoFit/>
          </a:bodyPr>
          <a:p>
            <a:pPr algn="ctr" defTabSz="457200">
              <a:lnSpc>
                <a:spcPct val="100000"/>
              </a:lnSpc>
            </a:pPr>
            <a:r>
              <a:rPr b="1" lang="en-US" sz="3200" strike="noStrike" u="none">
                <a:solidFill>
                  <a:srgbClr val="8a5e35"/>
                </a:solidFill>
                <a:effectLst/>
                <a:uFillTx/>
                <a:latin typeface="Readex Pro"/>
                <a:ea typeface="Readex Pro"/>
              </a:rPr>
              <a:t>1,981</a:t>
            </a:r>
            <a:endParaRPr b="0" lang="en-US" sz="3200" strike="noStrike" u="none">
              <a:solidFill>
                <a:srgbClr val="000000"/>
              </a:solidFill>
              <a:effectLst/>
              <a:uFillTx/>
              <a:latin typeface="Arial"/>
            </a:endParaRPr>
          </a:p>
        </p:txBody>
      </p:sp>
      <p:sp>
        <p:nvSpPr>
          <p:cNvPr id="286" name="TextBox 34"/>
          <p:cNvSpPr/>
          <p:nvPr/>
        </p:nvSpPr>
        <p:spPr>
          <a:xfrm>
            <a:off x="7013520" y="3246120"/>
            <a:ext cx="2331360" cy="255600"/>
          </a:xfrm>
          <a:prstGeom prst="rect">
            <a:avLst/>
          </a:prstGeom>
          <a:noFill/>
          <a:ln w="0">
            <a:noFill/>
          </a:ln>
        </p:spPr>
        <p:style>
          <a:lnRef idx="0"/>
          <a:fillRef idx="0"/>
          <a:effectRef idx="0"/>
          <a:fontRef idx="minor"/>
        </p:style>
        <p:txBody>
          <a:bodyPr lIns="0" rIns="0" tIns="0" bIns="0" anchor="ctr">
            <a:spAutoFit/>
          </a:bodyPr>
          <a:p>
            <a:pPr algn="ctr" defTabSz="457200">
              <a:lnSpc>
                <a:spcPct val="100000"/>
              </a:lnSpc>
            </a:pPr>
            <a:r>
              <a:rPr b="0" lang="en-US" sz="1200" strike="noStrike" u="none">
                <a:solidFill>
                  <a:srgbClr val="4a4842"/>
                </a:solidFill>
                <a:effectLst/>
                <a:uFillTx/>
                <a:latin typeface="Readex Pro"/>
                <a:ea typeface="Readex Pro"/>
              </a:rPr>
              <a:t>items, split by document</a:t>
            </a:r>
            <a:endParaRPr b="0" lang="en-US" sz="1200" strike="noStrike" u="none">
              <a:solidFill>
                <a:srgbClr val="000000"/>
              </a:solidFill>
              <a:effectLst/>
              <a:uFillTx/>
              <a:latin typeface="Arial"/>
            </a:endParaRPr>
          </a:p>
        </p:txBody>
      </p:sp>
      <p:sp>
        <p:nvSpPr>
          <p:cNvPr id="287" name="TextBox 35"/>
          <p:cNvSpPr/>
          <p:nvPr/>
        </p:nvSpPr>
        <p:spPr>
          <a:xfrm>
            <a:off x="7013520" y="3611880"/>
            <a:ext cx="2331360" cy="255600"/>
          </a:xfrm>
          <a:prstGeom prst="rect">
            <a:avLst/>
          </a:prstGeom>
          <a:noFill/>
          <a:ln w="0">
            <a:noFill/>
          </a:ln>
        </p:spPr>
        <p:style>
          <a:lnRef idx="0"/>
          <a:fillRef idx="0"/>
          <a:effectRef idx="0"/>
          <a:fontRef idx="minor"/>
        </p:style>
        <p:txBody>
          <a:bodyPr lIns="0" rIns="0" tIns="0" bIns="0" anchor="ctr">
            <a:spAutoFit/>
          </a:bodyPr>
          <a:p>
            <a:pPr algn="ctr" defTabSz="457200">
              <a:lnSpc>
                <a:spcPct val="100000"/>
              </a:lnSpc>
            </a:pPr>
            <a:r>
              <a:rPr b="0" lang="en-US" sz="1100" strike="noStrike" u="none">
                <a:solidFill>
                  <a:srgbClr val="6f6b5e"/>
                </a:solidFill>
                <a:effectLst/>
                <a:uFillTx/>
                <a:latin typeface="Readex Pro"/>
                <a:ea typeface="Readex Pro"/>
              </a:rPr>
              <a:t>731 dev · 1,250 test</a:t>
            </a:r>
            <a:endParaRPr b="0" lang="en-US" sz="1100" strike="noStrike" u="none">
              <a:solidFill>
                <a:srgbClr val="000000"/>
              </a:solidFill>
              <a:effectLst/>
              <a:uFillTx/>
              <a:latin typeface="Arial"/>
            </a:endParaRPr>
          </a:p>
        </p:txBody>
      </p:sp>
      <p:sp>
        <p:nvSpPr>
          <p:cNvPr id="288" name="TextBox 36"/>
          <p:cNvSpPr/>
          <p:nvPr/>
        </p:nvSpPr>
        <p:spPr>
          <a:xfrm>
            <a:off x="7013520" y="4434840"/>
            <a:ext cx="2331360" cy="292320"/>
          </a:xfrm>
          <a:prstGeom prst="rect">
            <a:avLst/>
          </a:prstGeom>
          <a:noFill/>
          <a:ln w="0">
            <a:noFill/>
          </a:ln>
        </p:spPr>
        <p:style>
          <a:lnRef idx="0"/>
          <a:fillRef idx="0"/>
          <a:effectRef idx="0"/>
          <a:fontRef idx="minor"/>
        </p:style>
        <p:txBody>
          <a:bodyPr lIns="0" rIns="0" tIns="0" bIns="0" anchor="ctr">
            <a:spAutoFit/>
          </a:bodyPr>
          <a:p>
            <a:pPr algn="ctr" defTabSz="457200">
              <a:lnSpc>
                <a:spcPct val="100000"/>
              </a:lnSpc>
            </a:pPr>
            <a:r>
              <a:rPr b="1" lang="en-US" sz="1300" strike="noStrike" u="none">
                <a:solidFill>
                  <a:srgbClr val="8a5e35"/>
                </a:solidFill>
                <a:effectLst/>
                <a:uFillTx/>
                <a:latin typeface="Readex Pro"/>
                <a:ea typeface="Readex Pro"/>
              </a:rPr>
              <a:t>BayanBench v2</a:t>
            </a:r>
            <a:endParaRPr b="0" lang="en-US" sz="13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89" name="Background"/>
          <p:cNvSpPr/>
          <p:nvPr/>
        </p:nvSpPr>
        <p:spPr>
          <a:xfrm>
            <a:off x="0" y="0"/>
            <a:ext cx="9902520" cy="6857640"/>
          </a:xfrm>
          <a:prstGeom prst="rect">
            <a:avLst/>
          </a:prstGeom>
          <a:solidFill>
            <a:srgbClr val="f6f2e6"/>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trike="noStrike" u="none">
              <a:solidFill>
                <a:schemeClr val="lt1"/>
              </a:solidFill>
              <a:effectLst/>
              <a:uFillTx/>
              <a:latin typeface="SamsungOne 400"/>
              <a:ea typeface="SamsungOneKorean 400"/>
            </a:endParaRPr>
          </a:p>
        </p:txBody>
      </p:sp>
      <p:sp>
        <p:nvSpPr>
          <p:cNvPr id="290" name="Rectangle 2"/>
          <p:cNvSpPr/>
          <p:nvPr/>
        </p:nvSpPr>
        <p:spPr>
          <a:xfrm>
            <a:off x="567000" y="475560"/>
            <a:ext cx="63720" cy="273960"/>
          </a:xfrm>
          <a:prstGeom prst="rect">
            <a:avLst/>
          </a:prstGeom>
          <a:solidFill>
            <a:srgbClr val="c6986b"/>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trike="noStrike" u="none">
              <a:solidFill>
                <a:schemeClr val="lt1"/>
              </a:solidFill>
              <a:effectLst/>
              <a:uFillTx/>
              <a:latin typeface="SamsungOne 400"/>
              <a:ea typeface="SamsungOneKorean 400"/>
            </a:endParaRPr>
          </a:p>
        </p:txBody>
      </p:sp>
      <p:sp>
        <p:nvSpPr>
          <p:cNvPr id="291" name="TextBox 3"/>
          <p:cNvSpPr/>
          <p:nvPr/>
        </p:nvSpPr>
        <p:spPr>
          <a:xfrm>
            <a:off x="731520" y="438840"/>
            <a:ext cx="8586000" cy="310680"/>
          </a:xfrm>
          <a:prstGeom prst="rect">
            <a:avLst/>
          </a:prstGeom>
          <a:noFill/>
          <a:ln w="0">
            <a:noFill/>
          </a:ln>
        </p:spPr>
        <p:style>
          <a:lnRef idx="0"/>
          <a:fillRef idx="0"/>
          <a:effectRef idx="0"/>
          <a:fontRef idx="minor"/>
        </p:style>
        <p:txBody>
          <a:bodyPr lIns="0" rIns="0" tIns="0" bIns="0" anchor="ctr">
            <a:spAutoFit/>
          </a:bodyPr>
          <a:p>
            <a:pPr defTabSz="457200">
              <a:lnSpc>
                <a:spcPct val="100000"/>
              </a:lnSpc>
            </a:pPr>
            <a:r>
              <a:rPr b="1" lang="en-US" sz="1250" strike="noStrike" u="none">
                <a:solidFill>
                  <a:srgbClr val="c6986b"/>
                </a:solidFill>
                <a:effectLst/>
                <a:uFillTx/>
                <a:latin typeface="Readex Pro"/>
                <a:ea typeface="Readex Pro"/>
              </a:rPr>
              <a:t>04 · BAYANBENCH</a:t>
            </a:r>
            <a:endParaRPr b="0" lang="en-US" sz="1250" strike="noStrike" u="none">
              <a:solidFill>
                <a:srgbClr val="000000"/>
              </a:solidFill>
              <a:effectLst/>
              <a:uFillTx/>
              <a:latin typeface="Arial"/>
            </a:endParaRPr>
          </a:p>
        </p:txBody>
      </p:sp>
      <p:sp>
        <p:nvSpPr>
          <p:cNvPr id="292" name="TextBox 4"/>
          <p:cNvSpPr/>
          <p:nvPr/>
        </p:nvSpPr>
        <p:spPr>
          <a:xfrm>
            <a:off x="567000" y="804600"/>
            <a:ext cx="8768880" cy="502560"/>
          </a:xfrm>
          <a:prstGeom prst="rect">
            <a:avLst/>
          </a:prstGeom>
          <a:noFill/>
          <a:ln w="0">
            <a:noFill/>
          </a:ln>
        </p:spPr>
        <p:style>
          <a:lnRef idx="0"/>
          <a:fillRef idx="0"/>
          <a:effectRef idx="0"/>
          <a:fontRef idx="minor"/>
        </p:style>
        <p:txBody>
          <a:bodyPr lIns="0" rIns="0" tIns="0" bIns="0" anchor="ctr">
            <a:spAutoFit/>
          </a:bodyPr>
          <a:p>
            <a:pPr defTabSz="457200">
              <a:lnSpc>
                <a:spcPct val="100000"/>
              </a:lnSpc>
            </a:pPr>
            <a:r>
              <a:rPr b="1" lang="en-US" sz="2600" strike="noStrike" u="none">
                <a:solidFill>
                  <a:srgbClr val="282824"/>
                </a:solidFill>
                <a:effectLst/>
                <a:uFillTx/>
                <a:latin typeface="Readex Pro"/>
                <a:ea typeface="Readex Pro"/>
              </a:rPr>
              <a:t>We checked our own yardstick</a:t>
            </a:r>
            <a:endParaRPr b="0" lang="en-US" sz="2600" strike="noStrike" u="none">
              <a:solidFill>
                <a:srgbClr val="000000"/>
              </a:solidFill>
              <a:effectLst/>
              <a:uFillTx/>
              <a:latin typeface="Arial"/>
            </a:endParaRPr>
          </a:p>
        </p:txBody>
      </p:sp>
      <p:pic>
        <p:nvPicPr>
          <p:cNvPr id="293" name="Samsung logo" descr="Samsung"/>
          <p:cNvPicPr/>
          <p:nvPr/>
        </p:nvPicPr>
        <p:blipFill>
          <a:blip r:embed="rId1"/>
          <a:stretch/>
        </p:blipFill>
        <p:spPr>
          <a:xfrm>
            <a:off x="567000" y="6336720"/>
            <a:ext cx="1023840" cy="156960"/>
          </a:xfrm>
          <a:prstGeom prst="rect">
            <a:avLst/>
          </a:prstGeom>
          <a:noFill/>
          <a:ln w="0">
            <a:noFill/>
          </a:ln>
        </p:spPr>
      </p:pic>
      <p:sp>
        <p:nvSpPr>
          <p:cNvPr id="294" name="TextBox 6"/>
          <p:cNvSpPr/>
          <p:nvPr/>
        </p:nvSpPr>
        <p:spPr>
          <a:xfrm>
            <a:off x="1737360" y="6382440"/>
            <a:ext cx="3840120" cy="255600"/>
          </a:xfrm>
          <a:prstGeom prst="rect">
            <a:avLst/>
          </a:prstGeom>
          <a:noFill/>
          <a:ln w="0">
            <a:noFill/>
          </a:ln>
        </p:spPr>
        <p:style>
          <a:lnRef idx="0"/>
          <a:fillRef idx="0"/>
          <a:effectRef idx="0"/>
          <a:fontRef idx="minor"/>
        </p:style>
        <p:txBody>
          <a:bodyPr lIns="0" rIns="0" tIns="0" bIns="0" anchor="ctr">
            <a:spAutoFit/>
          </a:bodyPr>
          <a:p>
            <a:pPr defTabSz="457200">
              <a:lnSpc>
                <a:spcPct val="100000"/>
              </a:lnSpc>
            </a:pPr>
            <a:r>
              <a:rPr b="0" lang="en-US" sz="1000" strike="noStrike" u="none">
                <a:solidFill>
                  <a:srgbClr val="6f6b5e"/>
                </a:solidFill>
                <a:effectLst/>
                <a:uFillTx/>
                <a:latin typeface="Readex Pro"/>
                <a:ea typeface="Readex Pro"/>
              </a:rPr>
              <a:t>Samsung Innovation Campus  ·  AI Course</a:t>
            </a:r>
            <a:endParaRPr b="0" lang="en-US" sz="1000" strike="noStrike" u="none">
              <a:solidFill>
                <a:srgbClr val="000000"/>
              </a:solidFill>
              <a:effectLst/>
              <a:uFillTx/>
              <a:latin typeface="Arial"/>
            </a:endParaRPr>
          </a:p>
        </p:txBody>
      </p:sp>
      <p:sp>
        <p:nvSpPr>
          <p:cNvPr id="295" name="TextBox 7"/>
          <p:cNvSpPr/>
          <p:nvPr/>
        </p:nvSpPr>
        <p:spPr>
          <a:xfrm>
            <a:off x="8421480" y="6382440"/>
            <a:ext cx="914040" cy="255600"/>
          </a:xfrm>
          <a:prstGeom prst="rect">
            <a:avLst/>
          </a:prstGeom>
          <a:noFill/>
          <a:ln w="0">
            <a:noFill/>
          </a:ln>
        </p:spPr>
        <p:style>
          <a:lnRef idx="0"/>
          <a:fillRef idx="0"/>
          <a:effectRef idx="0"/>
          <a:fontRef idx="minor"/>
        </p:style>
        <p:txBody>
          <a:bodyPr lIns="0" rIns="0" tIns="0" bIns="0" anchor="ctr">
            <a:spAutoFit/>
          </a:bodyPr>
          <a:p>
            <a:pPr algn="r" defTabSz="457200">
              <a:lnSpc>
                <a:spcPct val="100000"/>
              </a:lnSpc>
            </a:pPr>
            <a:r>
              <a:rPr b="0" lang="en-US" sz="1000" strike="noStrike" u="none">
                <a:solidFill>
                  <a:srgbClr val="6f6b5e"/>
                </a:solidFill>
                <a:effectLst/>
                <a:uFillTx/>
                <a:latin typeface="Readex Pro"/>
                <a:ea typeface="Readex Pro"/>
              </a:rPr>
              <a:t>5 / 8</a:t>
            </a:r>
            <a:endParaRPr b="0" lang="en-US" sz="1000" strike="noStrike" u="none">
              <a:solidFill>
                <a:srgbClr val="000000"/>
              </a:solidFill>
              <a:effectLst/>
              <a:uFillTx/>
              <a:latin typeface="Arial"/>
            </a:endParaRPr>
          </a:p>
        </p:txBody>
      </p:sp>
      <p:sp>
        <p:nvSpPr>
          <p:cNvPr id="296" name="Rounded Rectangle 8"/>
          <p:cNvSpPr/>
          <p:nvPr/>
        </p:nvSpPr>
        <p:spPr>
          <a:xfrm>
            <a:off x="302040" y="1659960"/>
            <a:ext cx="2212560" cy="397440"/>
          </a:xfrm>
          <a:prstGeom prst="roundRect">
            <a:avLst>
              <a:gd name="adj" fmla="val 20689"/>
            </a:avLst>
          </a:prstGeom>
          <a:solidFill>
            <a:srgbClr val="efe9d9"/>
          </a:solidFill>
          <a:ln w="15875">
            <a:solidFill>
              <a:srgbClr val="efe9d9"/>
            </a:solidFill>
          </a:ln>
        </p:spPr>
        <p:style>
          <a:lnRef idx="1">
            <a:schemeClr val="accent1"/>
          </a:lnRef>
          <a:fillRef idx="3">
            <a:schemeClr val="accent1"/>
          </a:fillRef>
          <a:effectRef idx="2">
            <a:schemeClr val="accent1"/>
          </a:effectRef>
          <a:fontRef idx="minor"/>
        </p:style>
        <p:txBody>
          <a:bodyPr lIns="109800" rIns="109800" tIns="0" bIns="0" anchor="ctr">
            <a:noAutofit/>
          </a:bodyPr>
          <a:p>
            <a:pPr algn="ctr" defTabSz="457200">
              <a:lnSpc>
                <a:spcPct val="100000"/>
              </a:lnSpc>
            </a:pPr>
            <a:r>
              <a:rPr b="0" lang="en-US" sz="1500" strike="noStrike" u="none">
                <a:solidFill>
                  <a:srgbClr val="4a4842"/>
                </a:solidFill>
                <a:effectLst/>
                <a:uFillTx/>
                <a:latin typeface="Readex Pro"/>
                <a:ea typeface="Readex Pro"/>
              </a:rPr>
              <a:t>original + rewrite</a:t>
            </a:r>
            <a:endParaRPr b="0" lang="en-US" sz="1500" strike="noStrike" u="none">
              <a:solidFill>
                <a:srgbClr val="000000"/>
              </a:solidFill>
              <a:effectLst/>
              <a:uFillTx/>
              <a:latin typeface="Arial"/>
            </a:endParaRPr>
          </a:p>
        </p:txBody>
      </p:sp>
      <p:sp>
        <p:nvSpPr>
          <p:cNvPr id="297" name="Rounded Rectangle 9"/>
          <p:cNvSpPr/>
          <p:nvPr/>
        </p:nvSpPr>
        <p:spPr>
          <a:xfrm>
            <a:off x="3265560" y="1440000"/>
            <a:ext cx="2651400" cy="868320"/>
          </a:xfrm>
          <a:prstGeom prst="roundRect">
            <a:avLst>
              <a:gd name="adj" fmla="val 12631"/>
            </a:avLst>
          </a:prstGeom>
          <a:solidFill>
            <a:srgbClr val="eeddc7"/>
          </a:solidFill>
          <a:ln w="15875">
            <a:solidFill>
              <a:srgbClr val="c6986b"/>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trike="noStrike" u="none">
              <a:solidFill>
                <a:schemeClr val="lt1"/>
              </a:solidFill>
              <a:effectLst/>
              <a:uFillTx/>
              <a:latin typeface="SamsungOne 400"/>
              <a:ea typeface="SamsungOneKorean 400"/>
            </a:endParaRPr>
          </a:p>
        </p:txBody>
      </p:sp>
      <p:sp>
        <p:nvSpPr>
          <p:cNvPr id="298" name="TextBox 10"/>
          <p:cNvSpPr/>
          <p:nvPr/>
        </p:nvSpPr>
        <p:spPr>
          <a:xfrm>
            <a:off x="3265560" y="1568160"/>
            <a:ext cx="2651400" cy="310680"/>
          </a:xfrm>
          <a:prstGeom prst="rect">
            <a:avLst/>
          </a:prstGeom>
          <a:noFill/>
          <a:ln w="0">
            <a:noFill/>
          </a:ln>
        </p:spPr>
        <p:style>
          <a:lnRef idx="0"/>
          <a:fillRef idx="0"/>
          <a:effectRef idx="0"/>
          <a:fontRef idx="minor"/>
        </p:style>
        <p:txBody>
          <a:bodyPr lIns="0" rIns="0" tIns="0" bIns="0" anchor="ctr">
            <a:spAutoFit/>
          </a:bodyPr>
          <a:p>
            <a:pPr algn="ctr" defTabSz="457200">
              <a:lnSpc>
                <a:spcPct val="100000"/>
              </a:lnSpc>
            </a:pPr>
            <a:r>
              <a:rPr b="1" lang="en-US" sz="1800" strike="noStrike" u="none">
                <a:solidFill>
                  <a:srgbClr val="8a5e35"/>
                </a:solidFill>
                <a:effectLst/>
                <a:uFillTx/>
                <a:latin typeface="Readex Pro"/>
                <a:ea typeface="Readex Pro"/>
              </a:rPr>
              <a:t>Gemma 4 31B</a:t>
            </a:r>
            <a:endParaRPr b="0" lang="en-US" sz="1800" strike="noStrike" u="none">
              <a:solidFill>
                <a:srgbClr val="000000"/>
              </a:solidFill>
              <a:effectLst/>
              <a:uFillTx/>
              <a:latin typeface="Arial"/>
            </a:endParaRPr>
          </a:p>
        </p:txBody>
      </p:sp>
      <p:sp>
        <p:nvSpPr>
          <p:cNvPr id="299" name="TextBox 11"/>
          <p:cNvSpPr/>
          <p:nvPr/>
        </p:nvSpPr>
        <p:spPr>
          <a:xfrm>
            <a:off x="3265560" y="1915560"/>
            <a:ext cx="2651400" cy="255600"/>
          </a:xfrm>
          <a:prstGeom prst="rect">
            <a:avLst/>
          </a:prstGeom>
          <a:noFill/>
          <a:ln w="0">
            <a:noFill/>
          </a:ln>
        </p:spPr>
        <p:style>
          <a:lnRef idx="0"/>
          <a:fillRef idx="0"/>
          <a:effectRef idx="0"/>
          <a:fontRef idx="minor"/>
        </p:style>
        <p:txBody>
          <a:bodyPr lIns="0" rIns="0" tIns="0" bIns="0" anchor="ctr">
            <a:spAutoFit/>
          </a:bodyPr>
          <a:p>
            <a:pPr algn="ctr" defTabSz="457200">
              <a:lnSpc>
                <a:spcPct val="100000"/>
              </a:lnSpc>
            </a:pPr>
            <a:r>
              <a:rPr b="0" lang="en-US" sz="1100" strike="noStrike" u="none">
                <a:solidFill>
                  <a:srgbClr val="6f6b5e"/>
                </a:solidFill>
                <a:effectLst/>
                <a:uFillTx/>
                <a:latin typeface="Readex Pro"/>
                <a:ea typeface="Readex Pro"/>
              </a:rPr>
              <a:t>open model · reruns anywhere</a:t>
            </a:r>
            <a:endParaRPr b="0" lang="en-US" sz="1100" strike="noStrike" u="none">
              <a:solidFill>
                <a:srgbClr val="000000"/>
              </a:solidFill>
              <a:effectLst/>
              <a:uFillTx/>
              <a:latin typeface="Arial"/>
            </a:endParaRPr>
          </a:p>
        </p:txBody>
      </p:sp>
      <p:sp>
        <p:nvSpPr>
          <p:cNvPr id="300" name="Rounded Rectangle 12"/>
          <p:cNvSpPr/>
          <p:nvPr/>
        </p:nvSpPr>
        <p:spPr>
          <a:xfrm>
            <a:off x="6492240" y="1675800"/>
            <a:ext cx="3277440" cy="397440"/>
          </a:xfrm>
          <a:prstGeom prst="roundRect">
            <a:avLst>
              <a:gd name="adj" fmla="val 20689"/>
            </a:avLst>
          </a:prstGeom>
          <a:solidFill>
            <a:srgbClr val="efe9d9"/>
          </a:solidFill>
          <a:ln w="15875">
            <a:solidFill>
              <a:srgbClr val="efe9d9"/>
            </a:solidFill>
          </a:ln>
        </p:spPr>
        <p:style>
          <a:lnRef idx="1">
            <a:schemeClr val="accent1"/>
          </a:lnRef>
          <a:fillRef idx="3">
            <a:schemeClr val="accent1"/>
          </a:fillRef>
          <a:effectRef idx="2">
            <a:schemeClr val="accent1"/>
          </a:effectRef>
          <a:fontRef idx="minor"/>
        </p:style>
        <p:txBody>
          <a:bodyPr lIns="109800" rIns="109800" tIns="0" bIns="0" anchor="ctr">
            <a:noAutofit/>
          </a:bodyPr>
          <a:p>
            <a:pPr algn="ctr" defTabSz="457200">
              <a:lnSpc>
                <a:spcPct val="100000"/>
              </a:lnSpc>
            </a:pPr>
            <a:r>
              <a:rPr b="0" lang="en-US" sz="1500" strike="noStrike" u="none">
                <a:solidFill>
                  <a:srgbClr val="4a4842"/>
                </a:solidFill>
                <a:effectLst/>
                <a:uFillTx/>
                <a:latin typeface="Readex Pro"/>
                <a:ea typeface="Readex Pro"/>
              </a:rPr>
              <a:t>7 yes/no questions → P(yes)</a:t>
            </a:r>
            <a:endParaRPr b="0" lang="en-US" sz="1500" strike="noStrike" u="none">
              <a:solidFill>
                <a:srgbClr val="000000"/>
              </a:solidFill>
              <a:effectLst/>
              <a:uFillTx/>
              <a:latin typeface="Arial"/>
            </a:endParaRPr>
          </a:p>
        </p:txBody>
      </p:sp>
      <p:cxnSp>
        <p:nvCxnSpPr>
          <p:cNvPr id="301" name="Connector 13"/>
          <p:cNvCxnSpPr/>
          <p:nvPr/>
        </p:nvCxnSpPr>
        <p:spPr>
          <a:xfrm>
            <a:off x="2727720" y="1874160"/>
            <a:ext cx="356760" cy="360"/>
          </a:xfrm>
          <a:prstGeom prst="straightConnector1">
            <a:avLst/>
          </a:prstGeom>
          <a:ln w="25400">
            <a:solidFill>
              <a:srgbClr val="c6986b"/>
            </a:solidFill>
            <a:tailEnd len="med" type="triangle" w="med"/>
          </a:ln>
        </p:spPr>
      </p:cxnSp>
      <p:cxnSp>
        <p:nvCxnSpPr>
          <p:cNvPr id="302" name="Connector 14"/>
          <p:cNvCxnSpPr/>
          <p:nvPr/>
        </p:nvCxnSpPr>
        <p:spPr>
          <a:xfrm>
            <a:off x="6062400" y="1874160"/>
            <a:ext cx="356760" cy="360"/>
          </a:xfrm>
          <a:prstGeom prst="straightConnector1">
            <a:avLst/>
          </a:prstGeom>
          <a:ln w="25400">
            <a:solidFill>
              <a:srgbClr val="c6986b"/>
            </a:solidFill>
            <a:tailEnd len="med" type="triangle" w="med"/>
          </a:ln>
        </p:spPr>
      </p:cxnSp>
      <p:sp>
        <p:nvSpPr>
          <p:cNvPr id="303" name="Rounded Rectangle 15"/>
          <p:cNvSpPr/>
          <p:nvPr/>
        </p:nvSpPr>
        <p:spPr>
          <a:xfrm>
            <a:off x="567000" y="2651760"/>
            <a:ext cx="4434480" cy="3611520"/>
          </a:xfrm>
          <a:prstGeom prst="roundRect">
            <a:avLst>
              <a:gd name="adj" fmla="val 4050"/>
            </a:avLst>
          </a:prstGeom>
          <a:solidFill>
            <a:srgbClr val="efe9d9"/>
          </a:solidFill>
          <a:ln w="15875">
            <a:solidFill>
              <a:srgbClr val="e6dfcc"/>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trike="noStrike" u="none">
              <a:solidFill>
                <a:schemeClr val="lt1"/>
              </a:solidFill>
              <a:effectLst/>
              <a:uFillTx/>
              <a:latin typeface="SamsungOne 400"/>
              <a:ea typeface="SamsungOneKorean 400"/>
            </a:endParaRPr>
          </a:p>
        </p:txBody>
      </p:sp>
      <p:sp>
        <p:nvSpPr>
          <p:cNvPr id="304" name="TextBox 16"/>
          <p:cNvSpPr/>
          <p:nvPr/>
        </p:nvSpPr>
        <p:spPr>
          <a:xfrm>
            <a:off x="567000" y="2797920"/>
            <a:ext cx="4434480" cy="328680"/>
          </a:xfrm>
          <a:prstGeom prst="rect">
            <a:avLst/>
          </a:prstGeom>
          <a:noFill/>
          <a:ln w="0">
            <a:noFill/>
          </a:ln>
        </p:spPr>
        <p:style>
          <a:lnRef idx="0"/>
          <a:fillRef idx="0"/>
          <a:effectRef idx="0"/>
          <a:fontRef idx="minor"/>
        </p:style>
        <p:txBody>
          <a:bodyPr lIns="0" rIns="0" tIns="0" bIns="0" anchor="ctr">
            <a:spAutoFit/>
          </a:bodyPr>
          <a:p>
            <a:pPr algn="ctr" defTabSz="457200">
              <a:lnSpc>
                <a:spcPct val="100000"/>
              </a:lnSpc>
            </a:pPr>
            <a:r>
              <a:rPr b="1" lang="en-US" sz="1500" strike="noStrike" u="none">
                <a:solidFill>
                  <a:srgbClr val="8a5e35"/>
                </a:solidFill>
                <a:effectLst/>
                <a:uFillTx/>
                <a:latin typeface="Readex Pro"/>
                <a:ea typeface="Readex Pro"/>
              </a:rPr>
              <a:t>Meaning · 4 questions</a:t>
            </a:r>
            <a:endParaRPr b="0" lang="en-US" sz="1500" strike="noStrike" u="none">
              <a:solidFill>
                <a:srgbClr val="000000"/>
              </a:solidFill>
              <a:effectLst/>
              <a:uFillTx/>
              <a:latin typeface="Arial"/>
            </a:endParaRPr>
          </a:p>
        </p:txBody>
      </p:sp>
      <p:sp>
        <p:nvSpPr>
          <p:cNvPr id="305" name="Rounded Rectangle 17"/>
          <p:cNvSpPr/>
          <p:nvPr/>
        </p:nvSpPr>
        <p:spPr>
          <a:xfrm>
            <a:off x="694800" y="3218760"/>
            <a:ext cx="4178520" cy="529920"/>
          </a:xfrm>
          <a:prstGeom prst="roundRect">
            <a:avLst>
              <a:gd name="adj" fmla="val 15517"/>
            </a:avLst>
          </a:prstGeom>
          <a:solidFill>
            <a:srgbClr val="c6986b"/>
          </a:solidFill>
          <a:ln w="15875">
            <a:solidFill>
              <a:srgbClr val="c6986b"/>
            </a:solidFill>
          </a:ln>
        </p:spPr>
        <p:style>
          <a:lnRef idx="1">
            <a:schemeClr val="accent1"/>
          </a:lnRef>
          <a:fillRef idx="3">
            <a:schemeClr val="accent1"/>
          </a:fillRef>
          <a:effectRef idx="2">
            <a:schemeClr val="accent1"/>
          </a:effectRef>
          <a:fontRef idx="minor"/>
        </p:style>
        <p:txBody>
          <a:bodyPr lIns="109800" rIns="109800" tIns="0" bIns="0" anchor="ctr">
            <a:noAutofit/>
          </a:bodyPr>
          <a:p>
            <a:pPr algn="ctr" defTabSz="457200">
              <a:lnSpc>
                <a:spcPct val="100000"/>
              </a:lnSpc>
            </a:pPr>
            <a:r>
              <a:rPr b="1" lang="en-US" sz="1050" strike="noStrike" u="none">
                <a:solidFill>
                  <a:srgbClr val="1a1a14"/>
                </a:solidFill>
                <a:effectLst/>
                <a:uFillTx/>
                <a:latin typeface="Readex Pro"/>
                <a:ea typeface="Readex Pro"/>
              </a:rPr>
              <a:t>same meaning?  kept = yes ≥ 0.5 and every number kept</a:t>
            </a:r>
            <a:endParaRPr b="0" lang="en-US" sz="1050" strike="noStrike" u="none">
              <a:solidFill>
                <a:srgbClr val="000000"/>
              </a:solidFill>
              <a:effectLst/>
              <a:uFillTx/>
              <a:latin typeface="Arial"/>
            </a:endParaRPr>
          </a:p>
        </p:txBody>
      </p:sp>
      <p:sp>
        <p:nvSpPr>
          <p:cNvPr id="306" name="Rounded Rectangle 18"/>
          <p:cNvSpPr/>
          <p:nvPr/>
        </p:nvSpPr>
        <p:spPr>
          <a:xfrm>
            <a:off x="694800" y="3858840"/>
            <a:ext cx="4178520" cy="529920"/>
          </a:xfrm>
          <a:prstGeom prst="roundRect">
            <a:avLst>
              <a:gd name="adj" fmla="val 15517"/>
            </a:avLst>
          </a:prstGeom>
          <a:solidFill>
            <a:srgbClr val="f6f2e6"/>
          </a:solidFill>
          <a:ln w="15875">
            <a:solidFill>
              <a:srgbClr val="f6f2e6"/>
            </a:solidFill>
          </a:ln>
        </p:spPr>
        <p:style>
          <a:lnRef idx="1">
            <a:schemeClr val="accent1"/>
          </a:lnRef>
          <a:fillRef idx="3">
            <a:schemeClr val="accent1"/>
          </a:fillRef>
          <a:effectRef idx="2">
            <a:schemeClr val="accent1"/>
          </a:effectRef>
          <a:fontRef idx="minor"/>
        </p:style>
        <p:txBody>
          <a:bodyPr lIns="109800" rIns="109800" tIns="0" bIns="0" anchor="ctr">
            <a:noAutofit/>
          </a:bodyPr>
          <a:p>
            <a:pPr algn="ctr" defTabSz="457200">
              <a:lnSpc>
                <a:spcPct val="100000"/>
              </a:lnSpc>
            </a:pPr>
            <a:r>
              <a:rPr b="0" lang="en-US" sz="1050" strike="noStrike" u="none">
                <a:solidFill>
                  <a:srgbClr val="4a4842"/>
                </a:solidFill>
                <a:effectLst/>
                <a:uFillTx/>
                <a:latin typeface="Readex Pro"/>
                <a:ea typeface="Readex Pro"/>
              </a:rPr>
              <a:t>adds a fact?</a:t>
            </a:r>
            <a:endParaRPr b="0" lang="en-US" sz="1050" strike="noStrike" u="none">
              <a:solidFill>
                <a:srgbClr val="000000"/>
              </a:solidFill>
              <a:effectLst/>
              <a:uFillTx/>
              <a:latin typeface="Arial"/>
            </a:endParaRPr>
          </a:p>
        </p:txBody>
      </p:sp>
      <p:sp>
        <p:nvSpPr>
          <p:cNvPr id="307" name="Rounded Rectangle 19"/>
          <p:cNvSpPr/>
          <p:nvPr/>
        </p:nvSpPr>
        <p:spPr>
          <a:xfrm>
            <a:off x="694800" y="4498920"/>
            <a:ext cx="4178520" cy="529920"/>
          </a:xfrm>
          <a:prstGeom prst="roundRect">
            <a:avLst>
              <a:gd name="adj" fmla="val 15517"/>
            </a:avLst>
          </a:prstGeom>
          <a:solidFill>
            <a:srgbClr val="f6f2e6"/>
          </a:solidFill>
          <a:ln w="15875">
            <a:solidFill>
              <a:srgbClr val="f6f2e6"/>
            </a:solidFill>
          </a:ln>
        </p:spPr>
        <p:style>
          <a:lnRef idx="1">
            <a:schemeClr val="accent1"/>
          </a:lnRef>
          <a:fillRef idx="3">
            <a:schemeClr val="accent1"/>
          </a:fillRef>
          <a:effectRef idx="2">
            <a:schemeClr val="accent1"/>
          </a:effectRef>
          <a:fontRef idx="minor"/>
        </p:style>
        <p:txBody>
          <a:bodyPr lIns="109800" rIns="109800" tIns="0" bIns="0" anchor="ctr">
            <a:noAutofit/>
          </a:bodyPr>
          <a:p>
            <a:pPr algn="ctr" defTabSz="457200">
              <a:lnSpc>
                <a:spcPct val="100000"/>
              </a:lnSpc>
            </a:pPr>
            <a:r>
              <a:rPr b="0" lang="en-US" sz="1050" strike="noStrike" u="none">
                <a:solidFill>
                  <a:srgbClr val="4a4842"/>
                </a:solidFill>
                <a:effectLst/>
                <a:uFillTx/>
                <a:latin typeface="Readex Pro"/>
                <a:ea typeface="Readex Pro"/>
              </a:rPr>
              <a:t>drops a fact?</a:t>
            </a:r>
            <a:endParaRPr b="0" lang="en-US" sz="1050" strike="noStrike" u="none">
              <a:solidFill>
                <a:srgbClr val="000000"/>
              </a:solidFill>
              <a:effectLst/>
              <a:uFillTx/>
              <a:latin typeface="Arial"/>
            </a:endParaRPr>
          </a:p>
        </p:txBody>
      </p:sp>
      <p:sp>
        <p:nvSpPr>
          <p:cNvPr id="308" name="Rounded Rectangle 20"/>
          <p:cNvSpPr/>
          <p:nvPr/>
        </p:nvSpPr>
        <p:spPr>
          <a:xfrm>
            <a:off x="694800" y="5139000"/>
            <a:ext cx="4178520" cy="529920"/>
          </a:xfrm>
          <a:prstGeom prst="roundRect">
            <a:avLst>
              <a:gd name="adj" fmla="val 15517"/>
            </a:avLst>
          </a:prstGeom>
          <a:solidFill>
            <a:srgbClr val="f6f2e6"/>
          </a:solidFill>
          <a:ln w="15875">
            <a:solidFill>
              <a:srgbClr val="f6f2e6"/>
            </a:solidFill>
          </a:ln>
        </p:spPr>
        <p:style>
          <a:lnRef idx="1">
            <a:schemeClr val="accent1"/>
          </a:lnRef>
          <a:fillRef idx="3">
            <a:schemeClr val="accent1"/>
          </a:fillRef>
          <a:effectRef idx="2">
            <a:schemeClr val="accent1"/>
          </a:effectRef>
          <a:fontRef idx="minor"/>
        </p:style>
        <p:txBody>
          <a:bodyPr lIns="109800" rIns="109800" tIns="0" bIns="0" anchor="ctr">
            <a:noAutofit/>
          </a:bodyPr>
          <a:p>
            <a:pPr algn="ctr" defTabSz="457200">
              <a:lnSpc>
                <a:spcPct val="100000"/>
              </a:lnSpc>
            </a:pPr>
            <a:r>
              <a:rPr b="0" lang="en-US" sz="1050" strike="noStrike" u="none">
                <a:solidFill>
                  <a:srgbClr val="4a4842"/>
                </a:solidFill>
                <a:effectLst/>
                <a:uFillTx/>
                <a:latin typeface="Readex Pro"/>
                <a:ea typeface="Readex Pro"/>
              </a:rPr>
              <a:t>contradicts?</a:t>
            </a:r>
            <a:endParaRPr b="0" lang="en-US" sz="1050" strike="noStrike" u="none">
              <a:solidFill>
                <a:srgbClr val="000000"/>
              </a:solidFill>
              <a:effectLst/>
              <a:uFillTx/>
              <a:latin typeface="Arial"/>
            </a:endParaRPr>
          </a:p>
        </p:txBody>
      </p:sp>
      <p:sp>
        <p:nvSpPr>
          <p:cNvPr id="309" name="Rounded Rectangle 21"/>
          <p:cNvSpPr/>
          <p:nvPr/>
        </p:nvSpPr>
        <p:spPr>
          <a:xfrm>
            <a:off x="5321880" y="2651760"/>
            <a:ext cx="4434480" cy="3611520"/>
          </a:xfrm>
          <a:prstGeom prst="roundRect">
            <a:avLst>
              <a:gd name="adj" fmla="val 4050"/>
            </a:avLst>
          </a:prstGeom>
          <a:solidFill>
            <a:srgbClr val="efe9d9"/>
          </a:solidFill>
          <a:ln w="15875">
            <a:solidFill>
              <a:srgbClr val="e6dfcc"/>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trike="noStrike" u="none">
              <a:solidFill>
                <a:schemeClr val="lt1"/>
              </a:solidFill>
              <a:effectLst/>
              <a:uFillTx/>
              <a:latin typeface="SamsungOne 400"/>
              <a:ea typeface="SamsungOneKorean 400"/>
            </a:endParaRPr>
          </a:p>
        </p:txBody>
      </p:sp>
      <p:sp>
        <p:nvSpPr>
          <p:cNvPr id="310" name="TextBox 22"/>
          <p:cNvSpPr/>
          <p:nvPr/>
        </p:nvSpPr>
        <p:spPr>
          <a:xfrm>
            <a:off x="5321880" y="2797920"/>
            <a:ext cx="4434480" cy="328680"/>
          </a:xfrm>
          <a:prstGeom prst="rect">
            <a:avLst/>
          </a:prstGeom>
          <a:noFill/>
          <a:ln w="0">
            <a:noFill/>
          </a:ln>
        </p:spPr>
        <p:style>
          <a:lnRef idx="0"/>
          <a:fillRef idx="0"/>
          <a:effectRef idx="0"/>
          <a:fontRef idx="minor"/>
        </p:style>
        <p:txBody>
          <a:bodyPr lIns="0" rIns="0" tIns="0" bIns="0" anchor="ctr">
            <a:spAutoFit/>
          </a:bodyPr>
          <a:p>
            <a:pPr algn="ctr" defTabSz="457200">
              <a:lnSpc>
                <a:spcPct val="100000"/>
              </a:lnSpc>
            </a:pPr>
            <a:r>
              <a:rPr b="1" lang="en-US" sz="1500" strike="noStrike" u="none">
                <a:solidFill>
                  <a:srgbClr val="8a5e35"/>
                </a:solidFill>
                <a:effectLst/>
                <a:uFillTx/>
                <a:latin typeface="Readex Pro"/>
                <a:ea typeface="Readex Pro"/>
              </a:rPr>
              <a:t>Quality · 3 questions, diagnostic</a:t>
            </a:r>
            <a:endParaRPr b="0" lang="en-US" sz="1500" strike="noStrike" u="none">
              <a:solidFill>
                <a:srgbClr val="000000"/>
              </a:solidFill>
              <a:effectLst/>
              <a:uFillTx/>
              <a:latin typeface="Arial"/>
            </a:endParaRPr>
          </a:p>
        </p:txBody>
      </p:sp>
      <p:sp>
        <p:nvSpPr>
          <p:cNvPr id="311" name="Rounded Rectangle 23"/>
          <p:cNvSpPr/>
          <p:nvPr/>
        </p:nvSpPr>
        <p:spPr>
          <a:xfrm>
            <a:off x="5449680" y="3218760"/>
            <a:ext cx="4178520" cy="529920"/>
          </a:xfrm>
          <a:prstGeom prst="roundRect">
            <a:avLst>
              <a:gd name="adj" fmla="val 15517"/>
            </a:avLst>
          </a:prstGeom>
          <a:solidFill>
            <a:srgbClr val="f6f2e6"/>
          </a:solidFill>
          <a:ln w="15875">
            <a:solidFill>
              <a:srgbClr val="f6f2e6"/>
            </a:solidFill>
          </a:ln>
        </p:spPr>
        <p:style>
          <a:lnRef idx="1">
            <a:schemeClr val="accent1"/>
          </a:lnRef>
          <a:fillRef idx="3">
            <a:schemeClr val="accent1"/>
          </a:fillRef>
          <a:effectRef idx="2">
            <a:schemeClr val="accent1"/>
          </a:effectRef>
          <a:fontRef idx="minor"/>
        </p:style>
        <p:txBody>
          <a:bodyPr lIns="109800" rIns="109800" tIns="0" bIns="0" anchor="ctr">
            <a:noAutofit/>
          </a:bodyPr>
          <a:p>
            <a:pPr algn="ctr" defTabSz="457200">
              <a:lnSpc>
                <a:spcPct val="100000"/>
              </a:lnSpc>
            </a:pPr>
            <a:r>
              <a:rPr b="0" lang="en-US" sz="1050" strike="noStrike" u="none">
                <a:solidFill>
                  <a:srgbClr val="4a4842"/>
                </a:solidFill>
                <a:effectLst/>
                <a:uFillTx/>
                <a:latin typeface="Readex Pro"/>
                <a:ea typeface="Readex Pro"/>
              </a:rPr>
              <a:t>Arabic correct?</a:t>
            </a:r>
            <a:endParaRPr b="0" lang="en-US" sz="1050" strike="noStrike" u="none">
              <a:solidFill>
                <a:srgbClr val="000000"/>
              </a:solidFill>
              <a:effectLst/>
              <a:uFillTx/>
              <a:latin typeface="Arial"/>
            </a:endParaRPr>
          </a:p>
        </p:txBody>
      </p:sp>
      <p:sp>
        <p:nvSpPr>
          <p:cNvPr id="312" name="Rounded Rectangle 24"/>
          <p:cNvSpPr/>
          <p:nvPr/>
        </p:nvSpPr>
        <p:spPr>
          <a:xfrm>
            <a:off x="5449680" y="3858840"/>
            <a:ext cx="4178520" cy="529920"/>
          </a:xfrm>
          <a:prstGeom prst="roundRect">
            <a:avLst>
              <a:gd name="adj" fmla="val 15517"/>
            </a:avLst>
          </a:prstGeom>
          <a:solidFill>
            <a:srgbClr val="f6f2e6"/>
          </a:solidFill>
          <a:ln w="15875">
            <a:solidFill>
              <a:srgbClr val="f6f2e6"/>
            </a:solidFill>
          </a:ln>
        </p:spPr>
        <p:style>
          <a:lnRef idx="1">
            <a:schemeClr val="accent1"/>
          </a:lnRef>
          <a:fillRef idx="3">
            <a:schemeClr val="accent1"/>
          </a:fillRef>
          <a:effectRef idx="2">
            <a:schemeClr val="accent1"/>
          </a:effectRef>
          <a:fontRef idx="minor"/>
        </p:style>
        <p:txBody>
          <a:bodyPr lIns="109800" rIns="109800" tIns="0" bIns="0" anchor="ctr">
            <a:noAutofit/>
          </a:bodyPr>
          <a:p>
            <a:pPr algn="ctr" defTabSz="457200">
              <a:lnSpc>
                <a:spcPct val="100000"/>
              </a:lnSpc>
            </a:pPr>
            <a:r>
              <a:rPr b="0" lang="en-US" sz="1050" strike="noStrike" u="none">
                <a:solidFill>
                  <a:srgbClr val="4a4842"/>
                </a:solidFill>
                <a:effectLst/>
                <a:uFillTx/>
                <a:latin typeface="Readex Pro"/>
                <a:ea typeface="Readex Pro"/>
              </a:rPr>
              <a:t>coherent?</a:t>
            </a:r>
            <a:endParaRPr b="0" lang="en-US" sz="1050" strike="noStrike" u="none">
              <a:solidFill>
                <a:srgbClr val="000000"/>
              </a:solidFill>
              <a:effectLst/>
              <a:uFillTx/>
              <a:latin typeface="Arial"/>
            </a:endParaRPr>
          </a:p>
        </p:txBody>
      </p:sp>
      <p:sp>
        <p:nvSpPr>
          <p:cNvPr id="313" name="Rounded Rectangle 25"/>
          <p:cNvSpPr/>
          <p:nvPr/>
        </p:nvSpPr>
        <p:spPr>
          <a:xfrm>
            <a:off x="5449680" y="4498920"/>
            <a:ext cx="4178520" cy="529920"/>
          </a:xfrm>
          <a:prstGeom prst="roundRect">
            <a:avLst>
              <a:gd name="adj" fmla="val 15517"/>
            </a:avLst>
          </a:prstGeom>
          <a:solidFill>
            <a:srgbClr val="f6f2e6"/>
          </a:solidFill>
          <a:ln w="15875">
            <a:solidFill>
              <a:srgbClr val="f6f2e6"/>
            </a:solidFill>
          </a:ln>
        </p:spPr>
        <p:style>
          <a:lnRef idx="1">
            <a:schemeClr val="accent1"/>
          </a:lnRef>
          <a:fillRef idx="3">
            <a:schemeClr val="accent1"/>
          </a:fillRef>
          <a:effectRef idx="2">
            <a:schemeClr val="accent1"/>
          </a:effectRef>
          <a:fontRef idx="minor"/>
        </p:style>
        <p:txBody>
          <a:bodyPr lIns="109800" rIns="109800" tIns="0" bIns="0" anchor="ctr">
            <a:noAutofit/>
          </a:bodyPr>
          <a:p>
            <a:pPr algn="ctr" defTabSz="457200">
              <a:lnSpc>
                <a:spcPct val="100000"/>
              </a:lnSpc>
            </a:pPr>
            <a:r>
              <a:rPr b="0" lang="en-US" sz="1050" strike="noStrike" u="none">
                <a:solidFill>
                  <a:srgbClr val="4a4842"/>
                </a:solidFill>
                <a:effectLst/>
                <a:uFillTx/>
                <a:latin typeface="Readex Pro"/>
                <a:ea typeface="Readex Pro"/>
              </a:rPr>
              <a:t>easier to read?</a:t>
            </a:r>
            <a:endParaRPr b="0" lang="en-US" sz="1050" strike="noStrike" u="none">
              <a:solidFill>
                <a:srgbClr val="000000"/>
              </a:solidFill>
              <a:effectLst/>
              <a:uFillTx/>
              <a:latin typeface="Arial"/>
            </a:endParaRPr>
          </a:p>
        </p:txBody>
      </p:sp>
      <p:sp>
        <p:nvSpPr>
          <p:cNvPr id="314" name="TextBox 26"/>
          <p:cNvSpPr/>
          <p:nvPr/>
        </p:nvSpPr>
        <p:spPr>
          <a:xfrm>
            <a:off x="5504760" y="5934600"/>
            <a:ext cx="4068720" cy="255600"/>
          </a:xfrm>
          <a:prstGeom prst="rect">
            <a:avLst/>
          </a:prstGeom>
          <a:noFill/>
          <a:ln w="0">
            <a:noFill/>
          </a:ln>
        </p:spPr>
        <p:style>
          <a:lnRef idx="0"/>
          <a:fillRef idx="0"/>
          <a:effectRef idx="0"/>
          <a:fontRef idx="minor"/>
        </p:style>
        <p:txBody>
          <a:bodyPr lIns="0" rIns="0" tIns="0" bIns="0" anchor="ctr">
            <a:spAutoFit/>
          </a:bodyPr>
          <a:p>
            <a:pPr algn="ctr" defTabSz="457200">
              <a:lnSpc>
                <a:spcPct val="100000"/>
              </a:lnSpc>
            </a:pPr>
            <a:r>
              <a:rPr b="0" lang="en-US" sz="950" strike="noStrike" u="none">
                <a:solidFill>
                  <a:srgbClr val="6f6b5e"/>
                </a:solidFill>
                <a:effectLst/>
                <a:uFillTx/>
                <a:latin typeface="Readex Pro"/>
                <a:ea typeface="Readex Pro"/>
              </a:rPr>
              <a:t>people barely agree on these: never used to decide</a:t>
            </a:r>
            <a:endParaRPr b="0" lang="en-US" sz="95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15" name="Background"/>
          <p:cNvSpPr/>
          <p:nvPr/>
        </p:nvSpPr>
        <p:spPr>
          <a:xfrm>
            <a:off x="0" y="0"/>
            <a:ext cx="9902520" cy="6857640"/>
          </a:xfrm>
          <a:prstGeom prst="rect">
            <a:avLst/>
          </a:prstGeom>
          <a:solidFill>
            <a:srgbClr val="f6f2e6"/>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trike="noStrike" u="none">
              <a:solidFill>
                <a:schemeClr val="lt1"/>
              </a:solidFill>
              <a:effectLst/>
              <a:uFillTx/>
              <a:latin typeface="SamsungOne 400"/>
              <a:ea typeface="SamsungOneKorean 400"/>
            </a:endParaRPr>
          </a:p>
        </p:txBody>
      </p:sp>
      <p:sp>
        <p:nvSpPr>
          <p:cNvPr id="316" name="Rectangle 2"/>
          <p:cNvSpPr/>
          <p:nvPr/>
        </p:nvSpPr>
        <p:spPr>
          <a:xfrm>
            <a:off x="567000" y="475560"/>
            <a:ext cx="63720" cy="273960"/>
          </a:xfrm>
          <a:prstGeom prst="rect">
            <a:avLst/>
          </a:prstGeom>
          <a:solidFill>
            <a:srgbClr val="c6986b"/>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trike="noStrike" u="none">
              <a:solidFill>
                <a:schemeClr val="lt1"/>
              </a:solidFill>
              <a:effectLst/>
              <a:uFillTx/>
              <a:latin typeface="SamsungOne 400"/>
              <a:ea typeface="SamsungOneKorean 400"/>
            </a:endParaRPr>
          </a:p>
        </p:txBody>
      </p:sp>
      <p:sp>
        <p:nvSpPr>
          <p:cNvPr id="317" name="TextBox 3"/>
          <p:cNvSpPr/>
          <p:nvPr/>
        </p:nvSpPr>
        <p:spPr>
          <a:xfrm>
            <a:off x="731520" y="438840"/>
            <a:ext cx="8586000" cy="310680"/>
          </a:xfrm>
          <a:prstGeom prst="rect">
            <a:avLst/>
          </a:prstGeom>
          <a:noFill/>
          <a:ln w="0">
            <a:noFill/>
          </a:ln>
        </p:spPr>
        <p:style>
          <a:lnRef idx="0"/>
          <a:fillRef idx="0"/>
          <a:effectRef idx="0"/>
          <a:fontRef idx="minor"/>
        </p:style>
        <p:txBody>
          <a:bodyPr lIns="0" rIns="0" tIns="0" bIns="0" anchor="ctr">
            <a:spAutoFit/>
          </a:bodyPr>
          <a:p>
            <a:pPr defTabSz="457200">
              <a:lnSpc>
                <a:spcPct val="100000"/>
              </a:lnSpc>
            </a:pPr>
            <a:r>
              <a:rPr b="1" lang="en-US" sz="1250" strike="noStrike" u="none">
                <a:solidFill>
                  <a:srgbClr val="c6986b"/>
                </a:solidFill>
                <a:effectLst/>
                <a:uFillTx/>
                <a:latin typeface="Readex Pro"/>
                <a:ea typeface="Readex Pro"/>
              </a:rPr>
              <a:t>04 · BAYANBENCH</a:t>
            </a:r>
            <a:endParaRPr b="0" lang="en-US" sz="1250" strike="noStrike" u="none">
              <a:solidFill>
                <a:srgbClr val="000000"/>
              </a:solidFill>
              <a:effectLst/>
              <a:uFillTx/>
              <a:latin typeface="Arial"/>
            </a:endParaRPr>
          </a:p>
        </p:txBody>
      </p:sp>
      <p:sp>
        <p:nvSpPr>
          <p:cNvPr id="318" name="TextBox 4"/>
          <p:cNvSpPr/>
          <p:nvPr/>
        </p:nvSpPr>
        <p:spPr>
          <a:xfrm>
            <a:off x="567000" y="804600"/>
            <a:ext cx="8768880" cy="502560"/>
          </a:xfrm>
          <a:prstGeom prst="rect">
            <a:avLst/>
          </a:prstGeom>
          <a:noFill/>
          <a:ln w="0">
            <a:noFill/>
          </a:ln>
        </p:spPr>
        <p:style>
          <a:lnRef idx="0"/>
          <a:fillRef idx="0"/>
          <a:effectRef idx="0"/>
          <a:fontRef idx="minor"/>
        </p:style>
        <p:txBody>
          <a:bodyPr lIns="0" rIns="0" tIns="0" bIns="0" anchor="ctr">
            <a:spAutoFit/>
          </a:bodyPr>
          <a:p>
            <a:pPr defTabSz="457200">
              <a:lnSpc>
                <a:spcPct val="100000"/>
              </a:lnSpc>
            </a:pPr>
            <a:r>
              <a:rPr b="1" lang="en-US" sz="2600" strike="noStrike" u="none">
                <a:solidFill>
                  <a:srgbClr val="282824"/>
                </a:solidFill>
                <a:effectLst/>
                <a:uFillTx/>
                <a:latin typeface="Readex Pro"/>
                <a:ea typeface="Readex Pro"/>
              </a:rPr>
              <a:t>We checked our own yardstick</a:t>
            </a:r>
            <a:endParaRPr b="0" lang="en-US" sz="2600" strike="noStrike" u="none">
              <a:solidFill>
                <a:srgbClr val="000000"/>
              </a:solidFill>
              <a:effectLst/>
              <a:uFillTx/>
              <a:latin typeface="Arial"/>
            </a:endParaRPr>
          </a:p>
        </p:txBody>
      </p:sp>
      <p:pic>
        <p:nvPicPr>
          <p:cNvPr id="319" name="Samsung logo" descr="Samsung"/>
          <p:cNvPicPr/>
          <p:nvPr/>
        </p:nvPicPr>
        <p:blipFill>
          <a:blip r:embed="rId1"/>
          <a:stretch/>
        </p:blipFill>
        <p:spPr>
          <a:xfrm>
            <a:off x="567000" y="6336720"/>
            <a:ext cx="1023840" cy="156960"/>
          </a:xfrm>
          <a:prstGeom prst="rect">
            <a:avLst/>
          </a:prstGeom>
          <a:noFill/>
          <a:ln w="0">
            <a:noFill/>
          </a:ln>
        </p:spPr>
      </p:pic>
      <p:sp>
        <p:nvSpPr>
          <p:cNvPr id="320" name="TextBox 6"/>
          <p:cNvSpPr/>
          <p:nvPr/>
        </p:nvSpPr>
        <p:spPr>
          <a:xfrm>
            <a:off x="1737360" y="6382440"/>
            <a:ext cx="3840120" cy="255600"/>
          </a:xfrm>
          <a:prstGeom prst="rect">
            <a:avLst/>
          </a:prstGeom>
          <a:noFill/>
          <a:ln w="0">
            <a:noFill/>
          </a:ln>
        </p:spPr>
        <p:style>
          <a:lnRef idx="0"/>
          <a:fillRef idx="0"/>
          <a:effectRef idx="0"/>
          <a:fontRef idx="minor"/>
        </p:style>
        <p:txBody>
          <a:bodyPr lIns="0" rIns="0" tIns="0" bIns="0" anchor="ctr">
            <a:spAutoFit/>
          </a:bodyPr>
          <a:p>
            <a:pPr defTabSz="457200">
              <a:lnSpc>
                <a:spcPct val="100000"/>
              </a:lnSpc>
            </a:pPr>
            <a:r>
              <a:rPr b="0" lang="en-US" sz="1000" strike="noStrike" u="none">
                <a:solidFill>
                  <a:srgbClr val="6f6b5e"/>
                </a:solidFill>
                <a:effectLst/>
                <a:uFillTx/>
                <a:latin typeface="Readex Pro"/>
                <a:ea typeface="Readex Pro"/>
              </a:rPr>
              <a:t>Samsung Innovation Campus  ·  AI Course</a:t>
            </a:r>
            <a:endParaRPr b="0" lang="en-US" sz="1000" strike="noStrike" u="none">
              <a:solidFill>
                <a:srgbClr val="000000"/>
              </a:solidFill>
              <a:effectLst/>
              <a:uFillTx/>
              <a:latin typeface="Arial"/>
            </a:endParaRPr>
          </a:p>
        </p:txBody>
      </p:sp>
      <p:sp>
        <p:nvSpPr>
          <p:cNvPr id="321" name="TextBox 7"/>
          <p:cNvSpPr/>
          <p:nvPr/>
        </p:nvSpPr>
        <p:spPr>
          <a:xfrm>
            <a:off x="8421480" y="6382440"/>
            <a:ext cx="914040" cy="255600"/>
          </a:xfrm>
          <a:prstGeom prst="rect">
            <a:avLst/>
          </a:prstGeom>
          <a:noFill/>
          <a:ln w="0">
            <a:noFill/>
          </a:ln>
        </p:spPr>
        <p:style>
          <a:lnRef idx="0"/>
          <a:fillRef idx="0"/>
          <a:effectRef idx="0"/>
          <a:fontRef idx="minor"/>
        </p:style>
        <p:txBody>
          <a:bodyPr lIns="0" rIns="0" tIns="0" bIns="0" anchor="ctr">
            <a:spAutoFit/>
          </a:bodyPr>
          <a:p>
            <a:pPr algn="r" defTabSz="457200">
              <a:lnSpc>
                <a:spcPct val="100000"/>
              </a:lnSpc>
            </a:pPr>
            <a:r>
              <a:rPr b="0" lang="en-US" sz="1000" strike="noStrike" u="none">
                <a:solidFill>
                  <a:srgbClr val="6f6b5e"/>
                </a:solidFill>
                <a:effectLst/>
                <a:uFillTx/>
                <a:latin typeface="Readex Pro"/>
                <a:ea typeface="Readex Pro"/>
              </a:rPr>
              <a:t>5 / 8</a:t>
            </a:r>
            <a:endParaRPr b="0" lang="en-US" sz="1000" strike="noStrike" u="none">
              <a:solidFill>
                <a:srgbClr val="000000"/>
              </a:solidFill>
              <a:effectLst/>
              <a:uFillTx/>
              <a:latin typeface="Arial"/>
            </a:endParaRPr>
          </a:p>
        </p:txBody>
      </p:sp>
      <p:sp>
        <p:nvSpPr>
          <p:cNvPr id="322" name="Rounded Rectangle 8"/>
          <p:cNvSpPr/>
          <p:nvPr/>
        </p:nvSpPr>
        <p:spPr>
          <a:xfrm>
            <a:off x="356760" y="1783080"/>
            <a:ext cx="4434480" cy="1965600"/>
          </a:xfrm>
          <a:prstGeom prst="roundRect">
            <a:avLst>
              <a:gd name="adj" fmla="val 7441"/>
            </a:avLst>
          </a:prstGeom>
          <a:solidFill>
            <a:srgbClr val="efe9d9"/>
          </a:solidFill>
          <a:ln w="15875">
            <a:solidFill>
              <a:srgbClr val="e6dfcc"/>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trike="noStrike" u="none">
              <a:solidFill>
                <a:schemeClr val="lt1"/>
              </a:solidFill>
              <a:effectLst/>
              <a:uFillTx/>
              <a:latin typeface="SamsungOne 400"/>
              <a:ea typeface="SamsungOneKorean 400"/>
            </a:endParaRPr>
          </a:p>
        </p:txBody>
      </p:sp>
      <p:sp>
        <p:nvSpPr>
          <p:cNvPr id="323" name="TextBox 9"/>
          <p:cNvSpPr/>
          <p:nvPr/>
        </p:nvSpPr>
        <p:spPr>
          <a:xfrm>
            <a:off x="356760" y="1984320"/>
            <a:ext cx="4434480" cy="383760"/>
          </a:xfrm>
          <a:prstGeom prst="rect">
            <a:avLst/>
          </a:prstGeom>
          <a:noFill/>
          <a:ln w="0">
            <a:noFill/>
          </a:ln>
        </p:spPr>
        <p:style>
          <a:lnRef idx="0"/>
          <a:fillRef idx="0"/>
          <a:effectRef idx="0"/>
          <a:fontRef idx="minor"/>
        </p:style>
        <p:txBody>
          <a:bodyPr lIns="0" rIns="0" tIns="0" bIns="0" anchor="ctr">
            <a:spAutoFit/>
          </a:bodyPr>
          <a:p>
            <a:pPr algn="ctr" defTabSz="457200">
              <a:lnSpc>
                <a:spcPct val="100000"/>
              </a:lnSpc>
            </a:pPr>
            <a:r>
              <a:rPr b="1" lang="en-US" sz="2000" strike="noStrike" u="none">
                <a:solidFill>
                  <a:srgbClr val="8a5e35"/>
                </a:solidFill>
                <a:effectLst/>
                <a:uFillTx/>
                <a:latin typeface="Readex Pro"/>
                <a:ea typeface="Readex Pro"/>
              </a:rPr>
              <a:t>Meaning</a:t>
            </a:r>
            <a:endParaRPr b="0" lang="en-US" sz="2000" strike="noStrike" u="none">
              <a:solidFill>
                <a:srgbClr val="000000"/>
              </a:solidFill>
              <a:effectLst/>
              <a:uFillTx/>
              <a:latin typeface="Arial"/>
            </a:endParaRPr>
          </a:p>
        </p:txBody>
      </p:sp>
      <p:sp>
        <p:nvSpPr>
          <p:cNvPr id="324" name="TextBox 10"/>
          <p:cNvSpPr/>
          <p:nvPr/>
        </p:nvSpPr>
        <p:spPr>
          <a:xfrm>
            <a:off x="585360" y="2560320"/>
            <a:ext cx="3977280" cy="1005480"/>
          </a:xfrm>
          <a:prstGeom prst="rect">
            <a:avLst/>
          </a:prstGeom>
          <a:noFill/>
          <a:ln w="0">
            <a:noFill/>
          </a:ln>
        </p:spPr>
        <p:style>
          <a:lnRef idx="0"/>
          <a:fillRef idx="0"/>
          <a:effectRef idx="0"/>
          <a:fontRef idx="minor"/>
        </p:style>
        <p:txBody>
          <a:bodyPr lIns="0" rIns="0" tIns="0" bIns="0" anchor="ctr">
            <a:spAutoFit/>
          </a:bodyPr>
          <a:p>
            <a:pPr algn="ctr" defTabSz="457200">
              <a:lnSpc>
                <a:spcPct val="110000"/>
              </a:lnSpc>
            </a:pPr>
            <a:r>
              <a:rPr b="0" lang="en-US" sz="1300" strike="noStrike" u="none">
                <a:solidFill>
                  <a:srgbClr val="4a4842"/>
                </a:solidFill>
                <a:effectLst/>
                <a:uFillTx/>
                <a:latin typeface="Readex Pro"/>
                <a:ea typeface="Readex Pro"/>
              </a:rPr>
              <a:t>Does it still say the same thing?</a:t>
            </a:r>
            <a:endParaRPr b="0" lang="en-US" sz="1300" strike="noStrike" u="none">
              <a:solidFill>
                <a:srgbClr val="000000"/>
              </a:solidFill>
              <a:effectLst/>
              <a:uFillTx/>
              <a:latin typeface="Arial"/>
            </a:endParaRPr>
          </a:p>
          <a:p>
            <a:pPr algn="ctr" defTabSz="457200">
              <a:lnSpc>
                <a:spcPct val="110000"/>
              </a:lnSpc>
            </a:pPr>
            <a:r>
              <a:rPr b="0" lang="en-US" sz="1300" strike="noStrike" u="none">
                <a:solidFill>
                  <a:srgbClr val="4a4842"/>
                </a:solidFill>
                <a:effectLst/>
                <a:uFillTx/>
                <a:latin typeface="Readex Pro"/>
                <a:ea typeface="Readex Pro"/>
              </a:rPr>
              <a:t>Same meaning, every number intact.</a:t>
            </a:r>
            <a:endParaRPr b="0" lang="en-US" sz="1300" strike="noStrike" u="none">
              <a:solidFill>
                <a:srgbClr val="000000"/>
              </a:solidFill>
              <a:effectLst/>
              <a:uFillTx/>
              <a:latin typeface="Arial"/>
            </a:endParaRPr>
          </a:p>
        </p:txBody>
      </p:sp>
      <p:sp>
        <p:nvSpPr>
          <p:cNvPr id="325" name="Rounded Rectangle 11"/>
          <p:cNvSpPr/>
          <p:nvPr/>
        </p:nvSpPr>
        <p:spPr>
          <a:xfrm>
            <a:off x="5111640" y="1783080"/>
            <a:ext cx="4434480" cy="1965600"/>
          </a:xfrm>
          <a:prstGeom prst="roundRect">
            <a:avLst>
              <a:gd name="adj" fmla="val 7441"/>
            </a:avLst>
          </a:prstGeom>
          <a:solidFill>
            <a:srgbClr val="efe9d9"/>
          </a:solidFill>
          <a:ln w="15875">
            <a:solidFill>
              <a:srgbClr val="e6dfcc"/>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trike="noStrike" u="none">
              <a:solidFill>
                <a:schemeClr val="lt1"/>
              </a:solidFill>
              <a:effectLst/>
              <a:uFillTx/>
              <a:latin typeface="SamsungOne 400"/>
              <a:ea typeface="SamsungOneKorean 400"/>
            </a:endParaRPr>
          </a:p>
        </p:txBody>
      </p:sp>
      <p:sp>
        <p:nvSpPr>
          <p:cNvPr id="326" name="TextBox 12"/>
          <p:cNvSpPr/>
          <p:nvPr/>
        </p:nvSpPr>
        <p:spPr>
          <a:xfrm>
            <a:off x="5111640" y="1984320"/>
            <a:ext cx="4434480" cy="383760"/>
          </a:xfrm>
          <a:prstGeom prst="rect">
            <a:avLst/>
          </a:prstGeom>
          <a:noFill/>
          <a:ln w="0">
            <a:noFill/>
          </a:ln>
        </p:spPr>
        <p:style>
          <a:lnRef idx="0"/>
          <a:fillRef idx="0"/>
          <a:effectRef idx="0"/>
          <a:fontRef idx="minor"/>
        </p:style>
        <p:txBody>
          <a:bodyPr lIns="0" rIns="0" tIns="0" bIns="0" anchor="ctr">
            <a:spAutoFit/>
          </a:bodyPr>
          <a:p>
            <a:pPr algn="ctr" defTabSz="457200">
              <a:lnSpc>
                <a:spcPct val="100000"/>
              </a:lnSpc>
            </a:pPr>
            <a:r>
              <a:rPr b="1" lang="en-US" sz="2000" strike="noStrike" u="none">
                <a:solidFill>
                  <a:srgbClr val="8a5e35"/>
                </a:solidFill>
                <a:effectLst/>
                <a:uFillTx/>
                <a:latin typeface="Readex Pro"/>
                <a:ea typeface="Readex Pro"/>
              </a:rPr>
              <a:t>Simpler</a:t>
            </a:r>
            <a:endParaRPr b="0" lang="en-US" sz="2000" strike="noStrike" u="none">
              <a:solidFill>
                <a:srgbClr val="000000"/>
              </a:solidFill>
              <a:effectLst/>
              <a:uFillTx/>
              <a:latin typeface="Arial"/>
            </a:endParaRPr>
          </a:p>
        </p:txBody>
      </p:sp>
      <p:sp>
        <p:nvSpPr>
          <p:cNvPr id="327" name="TextBox 13"/>
          <p:cNvSpPr/>
          <p:nvPr/>
        </p:nvSpPr>
        <p:spPr>
          <a:xfrm>
            <a:off x="5340240" y="2560320"/>
            <a:ext cx="3977280" cy="1005480"/>
          </a:xfrm>
          <a:prstGeom prst="rect">
            <a:avLst/>
          </a:prstGeom>
          <a:noFill/>
          <a:ln w="0">
            <a:noFill/>
          </a:ln>
        </p:spPr>
        <p:style>
          <a:lnRef idx="0"/>
          <a:fillRef idx="0"/>
          <a:effectRef idx="0"/>
          <a:fontRef idx="minor"/>
        </p:style>
        <p:txBody>
          <a:bodyPr lIns="0" rIns="0" tIns="0" bIns="0" anchor="ctr">
            <a:spAutoFit/>
          </a:bodyPr>
          <a:p>
            <a:pPr algn="ctr" defTabSz="457200">
              <a:lnSpc>
                <a:spcPct val="110000"/>
              </a:lnSpc>
            </a:pPr>
            <a:r>
              <a:rPr b="0" lang="en-US" sz="1300" strike="noStrike" u="none">
                <a:solidFill>
                  <a:srgbClr val="4a4842"/>
                </a:solidFill>
                <a:effectLst/>
                <a:uFillTx/>
                <a:latin typeface="Readex Pro"/>
                <a:ea typeface="Readex Pro"/>
              </a:rPr>
              <a:t>Are long clauses shorter?</a:t>
            </a:r>
            <a:endParaRPr b="0" lang="en-US" sz="1300" strike="noStrike" u="none">
              <a:solidFill>
                <a:srgbClr val="000000"/>
              </a:solidFill>
              <a:effectLst/>
              <a:uFillTx/>
              <a:latin typeface="Arial"/>
            </a:endParaRPr>
          </a:p>
          <a:p>
            <a:pPr algn="ctr" defTabSz="457200">
              <a:lnSpc>
                <a:spcPct val="110000"/>
              </a:lnSpc>
            </a:pPr>
            <a:r>
              <a:rPr b="0" lang="en-US" sz="1300" strike="noStrike" u="none">
                <a:solidFill>
                  <a:srgbClr val="4a4842"/>
                </a:solidFill>
                <a:effectLst/>
                <a:uFillTx/>
                <a:latin typeface="Readex Pro"/>
                <a:ea typeface="Readex Pro"/>
              </a:rPr>
              <a:t>Words cut from the longest clause.</a:t>
            </a:r>
            <a:endParaRPr b="0" lang="en-US" sz="1300" strike="noStrike" u="none">
              <a:solidFill>
                <a:srgbClr val="000000"/>
              </a:solidFill>
              <a:effectLst/>
              <a:uFillTx/>
              <a:latin typeface="Arial"/>
            </a:endParaRPr>
          </a:p>
        </p:txBody>
      </p:sp>
      <p:sp>
        <p:nvSpPr>
          <p:cNvPr id="328" name="Rounded Rectangle 14"/>
          <p:cNvSpPr/>
          <p:nvPr/>
        </p:nvSpPr>
        <p:spPr>
          <a:xfrm>
            <a:off x="356760" y="4069080"/>
            <a:ext cx="4434480" cy="1965600"/>
          </a:xfrm>
          <a:prstGeom prst="roundRect">
            <a:avLst>
              <a:gd name="adj" fmla="val 7441"/>
            </a:avLst>
          </a:prstGeom>
          <a:solidFill>
            <a:srgbClr val="efe9d9"/>
          </a:solidFill>
          <a:ln w="15875">
            <a:solidFill>
              <a:srgbClr val="e6dfcc"/>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trike="noStrike" u="none">
              <a:solidFill>
                <a:schemeClr val="lt1"/>
              </a:solidFill>
              <a:effectLst/>
              <a:uFillTx/>
              <a:latin typeface="SamsungOne 400"/>
              <a:ea typeface="SamsungOneKorean 400"/>
            </a:endParaRPr>
          </a:p>
        </p:txBody>
      </p:sp>
      <p:sp>
        <p:nvSpPr>
          <p:cNvPr id="329" name="TextBox 15"/>
          <p:cNvSpPr/>
          <p:nvPr/>
        </p:nvSpPr>
        <p:spPr>
          <a:xfrm>
            <a:off x="356760" y="4270320"/>
            <a:ext cx="4434480" cy="383760"/>
          </a:xfrm>
          <a:prstGeom prst="rect">
            <a:avLst/>
          </a:prstGeom>
          <a:noFill/>
          <a:ln w="0">
            <a:noFill/>
          </a:ln>
        </p:spPr>
        <p:style>
          <a:lnRef idx="0"/>
          <a:fillRef idx="0"/>
          <a:effectRef idx="0"/>
          <a:fontRef idx="minor"/>
        </p:style>
        <p:txBody>
          <a:bodyPr lIns="0" rIns="0" tIns="0" bIns="0" anchor="ctr">
            <a:spAutoFit/>
          </a:bodyPr>
          <a:p>
            <a:pPr algn="ctr" defTabSz="457200">
              <a:lnSpc>
                <a:spcPct val="100000"/>
              </a:lnSpc>
            </a:pPr>
            <a:r>
              <a:rPr b="1" lang="en-US" sz="2000" strike="noStrike" u="none">
                <a:solidFill>
                  <a:srgbClr val="8a5e35"/>
                </a:solidFill>
                <a:effectLst/>
                <a:uFillTx/>
                <a:latin typeface="Readex Pro"/>
                <a:ea typeface="Readex Pro"/>
              </a:rPr>
              <a:t>Restraint</a:t>
            </a:r>
            <a:endParaRPr b="0" lang="en-US" sz="2000" strike="noStrike" u="none">
              <a:solidFill>
                <a:srgbClr val="000000"/>
              </a:solidFill>
              <a:effectLst/>
              <a:uFillTx/>
              <a:latin typeface="Arial"/>
            </a:endParaRPr>
          </a:p>
        </p:txBody>
      </p:sp>
      <p:sp>
        <p:nvSpPr>
          <p:cNvPr id="330" name="TextBox 16"/>
          <p:cNvSpPr/>
          <p:nvPr/>
        </p:nvSpPr>
        <p:spPr>
          <a:xfrm>
            <a:off x="585360" y="4846320"/>
            <a:ext cx="3977280" cy="1005480"/>
          </a:xfrm>
          <a:prstGeom prst="rect">
            <a:avLst/>
          </a:prstGeom>
          <a:noFill/>
          <a:ln w="0">
            <a:noFill/>
          </a:ln>
        </p:spPr>
        <p:style>
          <a:lnRef idx="0"/>
          <a:fillRef idx="0"/>
          <a:effectRef idx="0"/>
          <a:fontRef idx="minor"/>
        </p:style>
        <p:txBody>
          <a:bodyPr lIns="0" rIns="0" tIns="0" bIns="0" anchor="ctr">
            <a:spAutoFit/>
          </a:bodyPr>
          <a:p>
            <a:pPr algn="ctr" defTabSz="457200">
              <a:lnSpc>
                <a:spcPct val="110000"/>
              </a:lnSpc>
            </a:pPr>
            <a:r>
              <a:rPr b="0" lang="en-US" sz="1300" strike="noStrike" u="none">
                <a:solidFill>
                  <a:srgbClr val="4a4842"/>
                </a:solidFill>
                <a:effectLst/>
                <a:uFillTx/>
                <a:latin typeface="Readex Pro"/>
                <a:ea typeface="Readex Pro"/>
              </a:rPr>
              <a:t>Does it leave alone what should</a:t>
            </a:r>
            <a:endParaRPr b="0" lang="en-US" sz="1300" strike="noStrike" u="none">
              <a:solidFill>
                <a:srgbClr val="000000"/>
              </a:solidFill>
              <a:effectLst/>
              <a:uFillTx/>
              <a:latin typeface="Arial"/>
            </a:endParaRPr>
          </a:p>
          <a:p>
            <a:pPr algn="ctr" defTabSz="457200">
              <a:lnSpc>
                <a:spcPct val="110000"/>
              </a:lnSpc>
            </a:pPr>
            <a:r>
              <a:rPr b="0" lang="en-US" sz="1300" strike="noStrike" u="none">
                <a:solidFill>
                  <a:srgbClr val="4a4842"/>
                </a:solidFill>
                <a:effectLst/>
                <a:uFillTx/>
                <a:latin typeface="Readex Pro"/>
                <a:ea typeface="Readex Pro"/>
              </a:rPr>
              <a:t>stay? Easy text, scripture.</a:t>
            </a:r>
            <a:endParaRPr b="0" lang="en-US" sz="1300" strike="noStrike" u="none">
              <a:solidFill>
                <a:srgbClr val="000000"/>
              </a:solidFill>
              <a:effectLst/>
              <a:uFillTx/>
              <a:latin typeface="Arial"/>
            </a:endParaRPr>
          </a:p>
        </p:txBody>
      </p:sp>
      <p:sp>
        <p:nvSpPr>
          <p:cNvPr id="331" name="Rounded Rectangle 17"/>
          <p:cNvSpPr/>
          <p:nvPr/>
        </p:nvSpPr>
        <p:spPr>
          <a:xfrm>
            <a:off x="5111640" y="4069080"/>
            <a:ext cx="4434480" cy="1965600"/>
          </a:xfrm>
          <a:prstGeom prst="roundRect">
            <a:avLst>
              <a:gd name="adj" fmla="val 7441"/>
            </a:avLst>
          </a:prstGeom>
          <a:solidFill>
            <a:srgbClr val="efe9d9"/>
          </a:solidFill>
          <a:ln w="15875">
            <a:solidFill>
              <a:srgbClr val="e6dfcc"/>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trike="noStrike" u="none">
              <a:solidFill>
                <a:schemeClr val="lt1"/>
              </a:solidFill>
              <a:effectLst/>
              <a:uFillTx/>
              <a:latin typeface="SamsungOne 400"/>
              <a:ea typeface="SamsungOneKorean 400"/>
            </a:endParaRPr>
          </a:p>
        </p:txBody>
      </p:sp>
      <p:sp>
        <p:nvSpPr>
          <p:cNvPr id="332" name="TextBox 18"/>
          <p:cNvSpPr/>
          <p:nvPr/>
        </p:nvSpPr>
        <p:spPr>
          <a:xfrm>
            <a:off x="5111640" y="4270320"/>
            <a:ext cx="4434480" cy="383760"/>
          </a:xfrm>
          <a:prstGeom prst="rect">
            <a:avLst/>
          </a:prstGeom>
          <a:noFill/>
          <a:ln w="0">
            <a:noFill/>
          </a:ln>
        </p:spPr>
        <p:style>
          <a:lnRef idx="0"/>
          <a:fillRef idx="0"/>
          <a:effectRef idx="0"/>
          <a:fontRef idx="minor"/>
        </p:style>
        <p:txBody>
          <a:bodyPr lIns="0" rIns="0" tIns="0" bIns="0" anchor="ctr">
            <a:spAutoFit/>
          </a:bodyPr>
          <a:p>
            <a:pPr algn="ctr" defTabSz="457200">
              <a:lnSpc>
                <a:spcPct val="100000"/>
              </a:lnSpc>
            </a:pPr>
            <a:r>
              <a:rPr b="1" lang="en-US" sz="2000" strike="noStrike" u="none">
                <a:solidFill>
                  <a:srgbClr val="8a5e35"/>
                </a:solidFill>
                <a:effectLst/>
                <a:uFillTx/>
                <a:latin typeface="Readex Pro"/>
                <a:ea typeface="Readex Pro"/>
              </a:rPr>
              <a:t>Copying rate</a:t>
            </a:r>
            <a:endParaRPr b="0" lang="en-US" sz="2000" strike="noStrike" u="none">
              <a:solidFill>
                <a:srgbClr val="000000"/>
              </a:solidFill>
              <a:effectLst/>
              <a:uFillTx/>
              <a:latin typeface="Arial"/>
            </a:endParaRPr>
          </a:p>
        </p:txBody>
      </p:sp>
      <p:sp>
        <p:nvSpPr>
          <p:cNvPr id="333" name="TextBox 19"/>
          <p:cNvSpPr/>
          <p:nvPr/>
        </p:nvSpPr>
        <p:spPr>
          <a:xfrm>
            <a:off x="5340240" y="4846320"/>
            <a:ext cx="3977280" cy="1005480"/>
          </a:xfrm>
          <a:prstGeom prst="rect">
            <a:avLst/>
          </a:prstGeom>
          <a:noFill/>
          <a:ln w="0">
            <a:noFill/>
          </a:ln>
        </p:spPr>
        <p:style>
          <a:lnRef idx="0"/>
          <a:fillRef idx="0"/>
          <a:effectRef idx="0"/>
          <a:fontRef idx="minor"/>
        </p:style>
        <p:txBody>
          <a:bodyPr lIns="0" rIns="0" tIns="0" bIns="0" anchor="ctr">
            <a:spAutoFit/>
          </a:bodyPr>
          <a:p>
            <a:pPr algn="ctr" defTabSz="457200">
              <a:lnSpc>
                <a:spcPct val="110000"/>
              </a:lnSpc>
            </a:pPr>
            <a:r>
              <a:rPr b="0" lang="en-US" sz="1300" strike="noStrike" u="none">
                <a:solidFill>
                  <a:srgbClr val="4a4842"/>
                </a:solidFill>
                <a:effectLst/>
                <a:uFillTx/>
                <a:latin typeface="Readex Pro"/>
                <a:ea typeface="Readex Pro"/>
              </a:rPr>
              <a:t>How often is the text returned unchanged?</a:t>
            </a:r>
            <a:endParaRPr b="0" lang="en-US" sz="1300" strike="noStrike" u="none">
              <a:solidFill>
                <a:srgbClr val="000000"/>
              </a:solidFill>
              <a:effectLst/>
              <a:uFillTx/>
              <a:latin typeface="Arial"/>
            </a:endParaRPr>
          </a:p>
          <a:p>
            <a:pPr algn="ctr" defTabSz="457200">
              <a:lnSpc>
                <a:spcPct val="110000"/>
              </a:lnSpc>
            </a:pPr>
            <a:r>
              <a:rPr b="0" lang="en-US" sz="1300" strike="noStrike" u="none">
                <a:solidFill>
                  <a:srgbClr val="4a4842"/>
                </a:solidFill>
                <a:effectLst/>
                <a:uFillTx/>
                <a:latin typeface="Readex Pro"/>
                <a:ea typeface="Readex Pro"/>
              </a:rPr>
              <a:t>A copy counts as perfect meaning,</a:t>
            </a:r>
            <a:endParaRPr b="0" lang="en-US" sz="1300" strike="noStrike" u="none">
              <a:solidFill>
                <a:srgbClr val="000000"/>
              </a:solidFill>
              <a:effectLst/>
              <a:uFillTx/>
              <a:latin typeface="Arial"/>
            </a:endParaRPr>
          </a:p>
          <a:p>
            <a:pPr algn="ctr" defTabSz="457200">
              <a:lnSpc>
                <a:spcPct val="110000"/>
              </a:lnSpc>
            </a:pPr>
            <a:r>
              <a:rPr b="0" lang="en-US" sz="1300" strike="noStrike" u="none">
                <a:solidFill>
                  <a:srgbClr val="4a4842"/>
                </a:solidFill>
                <a:effectLst/>
                <a:uFillTx/>
                <a:latin typeface="Readex Pro"/>
                <a:ea typeface="Readex Pro"/>
              </a:rPr>
              <a:t>so we report it.</a:t>
            </a:r>
            <a:endParaRPr b="0" lang="en-US" sz="13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34" name="Background"/>
          <p:cNvSpPr/>
          <p:nvPr/>
        </p:nvSpPr>
        <p:spPr>
          <a:xfrm>
            <a:off x="0" y="0"/>
            <a:ext cx="9902520" cy="6857640"/>
          </a:xfrm>
          <a:prstGeom prst="rect">
            <a:avLst/>
          </a:prstGeom>
          <a:solidFill>
            <a:srgbClr val="f6f2e6"/>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trike="noStrike" u="none">
              <a:solidFill>
                <a:schemeClr val="lt1"/>
              </a:solidFill>
              <a:effectLst/>
              <a:uFillTx/>
              <a:latin typeface="SamsungOne 400"/>
              <a:ea typeface="SamsungOneKorean 400"/>
            </a:endParaRPr>
          </a:p>
        </p:txBody>
      </p:sp>
      <p:sp>
        <p:nvSpPr>
          <p:cNvPr id="335" name="Rectangle 2"/>
          <p:cNvSpPr/>
          <p:nvPr/>
        </p:nvSpPr>
        <p:spPr>
          <a:xfrm>
            <a:off x="567000" y="475560"/>
            <a:ext cx="63720" cy="273960"/>
          </a:xfrm>
          <a:prstGeom prst="rect">
            <a:avLst/>
          </a:prstGeom>
          <a:solidFill>
            <a:srgbClr val="c6986b"/>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trike="noStrike" u="none">
              <a:solidFill>
                <a:schemeClr val="lt1"/>
              </a:solidFill>
              <a:effectLst/>
              <a:uFillTx/>
              <a:latin typeface="SamsungOne 400"/>
              <a:ea typeface="SamsungOneKorean 400"/>
            </a:endParaRPr>
          </a:p>
        </p:txBody>
      </p:sp>
      <p:sp>
        <p:nvSpPr>
          <p:cNvPr id="336" name="TextBox 3"/>
          <p:cNvSpPr/>
          <p:nvPr/>
        </p:nvSpPr>
        <p:spPr>
          <a:xfrm>
            <a:off x="731520" y="438840"/>
            <a:ext cx="8586000" cy="310680"/>
          </a:xfrm>
          <a:prstGeom prst="rect">
            <a:avLst/>
          </a:prstGeom>
          <a:noFill/>
          <a:ln w="0">
            <a:noFill/>
          </a:ln>
        </p:spPr>
        <p:style>
          <a:lnRef idx="0"/>
          <a:fillRef idx="0"/>
          <a:effectRef idx="0"/>
          <a:fontRef idx="minor"/>
        </p:style>
        <p:txBody>
          <a:bodyPr lIns="0" rIns="0" tIns="0" bIns="0" anchor="ctr">
            <a:spAutoFit/>
          </a:bodyPr>
          <a:p>
            <a:pPr defTabSz="457200">
              <a:lnSpc>
                <a:spcPct val="100000"/>
              </a:lnSpc>
            </a:pPr>
            <a:r>
              <a:rPr b="1" lang="en-US" sz="1250" strike="noStrike" u="none">
                <a:solidFill>
                  <a:srgbClr val="c6986b"/>
                </a:solidFill>
                <a:effectLst/>
                <a:uFillTx/>
                <a:latin typeface="Readex Pro"/>
                <a:ea typeface="Readex Pro"/>
              </a:rPr>
              <a:t>04 · BAYANBENCH</a:t>
            </a:r>
            <a:endParaRPr b="0" lang="en-US" sz="1250" strike="noStrike" u="none">
              <a:solidFill>
                <a:srgbClr val="000000"/>
              </a:solidFill>
              <a:effectLst/>
              <a:uFillTx/>
              <a:latin typeface="Arial"/>
            </a:endParaRPr>
          </a:p>
        </p:txBody>
      </p:sp>
      <p:sp>
        <p:nvSpPr>
          <p:cNvPr id="337" name="TextBox 4"/>
          <p:cNvSpPr/>
          <p:nvPr/>
        </p:nvSpPr>
        <p:spPr>
          <a:xfrm>
            <a:off x="567000" y="804600"/>
            <a:ext cx="8768880" cy="502560"/>
          </a:xfrm>
          <a:prstGeom prst="rect">
            <a:avLst/>
          </a:prstGeom>
          <a:noFill/>
          <a:ln w="0">
            <a:noFill/>
          </a:ln>
        </p:spPr>
        <p:style>
          <a:lnRef idx="0"/>
          <a:fillRef idx="0"/>
          <a:effectRef idx="0"/>
          <a:fontRef idx="minor"/>
        </p:style>
        <p:txBody>
          <a:bodyPr lIns="0" rIns="0" tIns="0" bIns="0" anchor="ctr">
            <a:spAutoFit/>
          </a:bodyPr>
          <a:p>
            <a:pPr defTabSz="457200">
              <a:lnSpc>
                <a:spcPct val="100000"/>
              </a:lnSpc>
            </a:pPr>
            <a:r>
              <a:rPr b="1" lang="en-US" sz="2600" strike="noStrike" u="none">
                <a:solidFill>
                  <a:srgbClr val="282824"/>
                </a:solidFill>
                <a:effectLst/>
                <a:uFillTx/>
                <a:latin typeface="Readex Pro"/>
                <a:ea typeface="Readex Pro"/>
              </a:rPr>
              <a:t>We checked our own yardstick</a:t>
            </a:r>
            <a:endParaRPr b="0" lang="en-US" sz="2600" strike="noStrike" u="none">
              <a:solidFill>
                <a:srgbClr val="000000"/>
              </a:solidFill>
              <a:effectLst/>
              <a:uFillTx/>
              <a:latin typeface="Arial"/>
            </a:endParaRPr>
          </a:p>
        </p:txBody>
      </p:sp>
      <p:pic>
        <p:nvPicPr>
          <p:cNvPr id="338" name="Samsung logo" descr="Samsung"/>
          <p:cNvPicPr/>
          <p:nvPr/>
        </p:nvPicPr>
        <p:blipFill>
          <a:blip r:embed="rId1"/>
          <a:stretch/>
        </p:blipFill>
        <p:spPr>
          <a:xfrm>
            <a:off x="567000" y="6336720"/>
            <a:ext cx="1023840" cy="156960"/>
          </a:xfrm>
          <a:prstGeom prst="rect">
            <a:avLst/>
          </a:prstGeom>
          <a:noFill/>
          <a:ln w="0">
            <a:noFill/>
          </a:ln>
        </p:spPr>
      </p:pic>
      <p:sp>
        <p:nvSpPr>
          <p:cNvPr id="339" name="TextBox 6"/>
          <p:cNvSpPr/>
          <p:nvPr/>
        </p:nvSpPr>
        <p:spPr>
          <a:xfrm>
            <a:off x="1737360" y="6382440"/>
            <a:ext cx="3840120" cy="255600"/>
          </a:xfrm>
          <a:prstGeom prst="rect">
            <a:avLst/>
          </a:prstGeom>
          <a:noFill/>
          <a:ln w="0">
            <a:noFill/>
          </a:ln>
        </p:spPr>
        <p:style>
          <a:lnRef idx="0"/>
          <a:fillRef idx="0"/>
          <a:effectRef idx="0"/>
          <a:fontRef idx="minor"/>
        </p:style>
        <p:txBody>
          <a:bodyPr lIns="0" rIns="0" tIns="0" bIns="0" anchor="ctr">
            <a:spAutoFit/>
          </a:bodyPr>
          <a:p>
            <a:pPr defTabSz="457200">
              <a:lnSpc>
                <a:spcPct val="100000"/>
              </a:lnSpc>
            </a:pPr>
            <a:r>
              <a:rPr b="0" lang="en-US" sz="1000" strike="noStrike" u="none">
                <a:solidFill>
                  <a:srgbClr val="6f6b5e"/>
                </a:solidFill>
                <a:effectLst/>
                <a:uFillTx/>
                <a:latin typeface="Readex Pro"/>
                <a:ea typeface="Readex Pro"/>
              </a:rPr>
              <a:t>Samsung Innovation Campus  ·  AI Course</a:t>
            </a:r>
            <a:endParaRPr b="0" lang="en-US" sz="1000" strike="noStrike" u="none">
              <a:solidFill>
                <a:srgbClr val="000000"/>
              </a:solidFill>
              <a:effectLst/>
              <a:uFillTx/>
              <a:latin typeface="Arial"/>
            </a:endParaRPr>
          </a:p>
        </p:txBody>
      </p:sp>
      <p:sp>
        <p:nvSpPr>
          <p:cNvPr id="340" name="TextBox 7"/>
          <p:cNvSpPr/>
          <p:nvPr/>
        </p:nvSpPr>
        <p:spPr>
          <a:xfrm>
            <a:off x="8421480" y="6382440"/>
            <a:ext cx="914040" cy="255600"/>
          </a:xfrm>
          <a:prstGeom prst="rect">
            <a:avLst/>
          </a:prstGeom>
          <a:noFill/>
          <a:ln w="0">
            <a:noFill/>
          </a:ln>
        </p:spPr>
        <p:style>
          <a:lnRef idx="0"/>
          <a:fillRef idx="0"/>
          <a:effectRef idx="0"/>
          <a:fontRef idx="minor"/>
        </p:style>
        <p:txBody>
          <a:bodyPr lIns="0" rIns="0" tIns="0" bIns="0" anchor="ctr">
            <a:spAutoFit/>
          </a:bodyPr>
          <a:p>
            <a:pPr algn="r" defTabSz="457200">
              <a:lnSpc>
                <a:spcPct val="100000"/>
              </a:lnSpc>
            </a:pPr>
            <a:r>
              <a:rPr b="0" lang="en-US" sz="1000" strike="noStrike" u="none">
                <a:solidFill>
                  <a:srgbClr val="6f6b5e"/>
                </a:solidFill>
                <a:effectLst/>
                <a:uFillTx/>
                <a:latin typeface="Readex Pro"/>
                <a:ea typeface="Readex Pro"/>
              </a:rPr>
              <a:t>5 / 8</a:t>
            </a:r>
            <a:endParaRPr b="0" lang="en-US" sz="1000" strike="noStrike" u="none">
              <a:solidFill>
                <a:srgbClr val="000000"/>
              </a:solidFill>
              <a:effectLst/>
              <a:uFillTx/>
              <a:latin typeface="Arial"/>
            </a:endParaRPr>
          </a:p>
        </p:txBody>
      </p:sp>
      <p:sp>
        <p:nvSpPr>
          <p:cNvPr id="341" name="TextBox 8"/>
          <p:cNvSpPr/>
          <p:nvPr/>
        </p:nvSpPr>
        <p:spPr>
          <a:xfrm>
            <a:off x="567000" y="1828800"/>
            <a:ext cx="2925720" cy="868320"/>
          </a:xfrm>
          <a:prstGeom prst="rect">
            <a:avLst/>
          </a:prstGeom>
          <a:noFill/>
          <a:ln w="0">
            <a:noFill/>
          </a:ln>
        </p:spPr>
        <p:style>
          <a:lnRef idx="0"/>
          <a:fillRef idx="0"/>
          <a:effectRef idx="0"/>
          <a:fontRef idx="minor"/>
        </p:style>
        <p:txBody>
          <a:bodyPr lIns="0" rIns="0" tIns="0" bIns="0" anchor="ctr">
            <a:spAutoFit/>
          </a:bodyPr>
          <a:p>
            <a:pPr algn="ctr" defTabSz="457200">
              <a:lnSpc>
                <a:spcPct val="100000"/>
              </a:lnSpc>
            </a:pPr>
            <a:r>
              <a:rPr b="0" lang="en-US" sz="6000" strike="noStrike" u="none">
                <a:solidFill>
                  <a:srgbClr val="c6986b"/>
                </a:solidFill>
                <a:effectLst/>
                <a:uFillTx/>
                <a:latin typeface="Readex Pro"/>
                <a:ea typeface="Readex Pro"/>
              </a:rPr>
              <a:t>0.85</a:t>
            </a:r>
            <a:endParaRPr b="0" lang="en-US" sz="6000" strike="noStrike" u="none">
              <a:solidFill>
                <a:srgbClr val="000000"/>
              </a:solidFill>
              <a:effectLst/>
              <a:uFillTx/>
              <a:latin typeface="Arial"/>
            </a:endParaRPr>
          </a:p>
        </p:txBody>
      </p:sp>
      <p:sp>
        <p:nvSpPr>
          <p:cNvPr id="342" name="TextBox 9"/>
          <p:cNvSpPr/>
          <p:nvPr/>
        </p:nvSpPr>
        <p:spPr>
          <a:xfrm>
            <a:off x="567000" y="2788920"/>
            <a:ext cx="2925720" cy="273960"/>
          </a:xfrm>
          <a:prstGeom prst="rect">
            <a:avLst/>
          </a:prstGeom>
          <a:noFill/>
          <a:ln w="0">
            <a:noFill/>
          </a:ln>
        </p:spPr>
        <p:style>
          <a:lnRef idx="0"/>
          <a:fillRef idx="0"/>
          <a:effectRef idx="0"/>
          <a:fontRef idx="minor"/>
        </p:style>
        <p:txBody>
          <a:bodyPr lIns="0" rIns="0" tIns="0" bIns="0" anchor="ctr">
            <a:spAutoFit/>
          </a:bodyPr>
          <a:p>
            <a:pPr algn="ctr" defTabSz="457200">
              <a:lnSpc>
                <a:spcPct val="100000"/>
              </a:lnSpc>
            </a:pPr>
            <a:r>
              <a:rPr b="0" lang="en-US" sz="1300" strike="noStrike" u="none">
                <a:solidFill>
                  <a:srgbClr val="4a4842"/>
                </a:solidFill>
                <a:effectLst/>
                <a:uFillTx/>
                <a:latin typeface="Readex Pro"/>
                <a:ea typeface="Readex Pro"/>
              </a:rPr>
              <a:t>scorer vs human raters (AUC)</a:t>
            </a:r>
            <a:endParaRPr b="0" lang="en-US" sz="1300" strike="noStrike" u="none">
              <a:solidFill>
                <a:srgbClr val="000000"/>
              </a:solidFill>
              <a:effectLst/>
              <a:uFillTx/>
              <a:latin typeface="Arial"/>
            </a:endParaRPr>
          </a:p>
        </p:txBody>
      </p:sp>
      <p:sp>
        <p:nvSpPr>
          <p:cNvPr id="343" name="TextBox 10"/>
          <p:cNvSpPr/>
          <p:nvPr/>
        </p:nvSpPr>
        <p:spPr>
          <a:xfrm>
            <a:off x="567000" y="3108960"/>
            <a:ext cx="2925720" cy="255600"/>
          </a:xfrm>
          <a:prstGeom prst="rect">
            <a:avLst/>
          </a:prstGeom>
          <a:noFill/>
          <a:ln w="0">
            <a:noFill/>
          </a:ln>
        </p:spPr>
        <p:style>
          <a:lnRef idx="0"/>
          <a:fillRef idx="0"/>
          <a:effectRef idx="0"/>
          <a:fontRef idx="minor"/>
        </p:style>
        <p:txBody>
          <a:bodyPr lIns="0" rIns="0" tIns="0" bIns="0" anchor="ctr">
            <a:spAutoFit/>
          </a:bodyPr>
          <a:p>
            <a:pPr algn="ctr" defTabSz="457200">
              <a:lnSpc>
                <a:spcPct val="100000"/>
              </a:lnSpc>
            </a:pPr>
            <a:r>
              <a:rPr b="0" lang="en-US" sz="1100" strike="noStrike" u="none">
                <a:solidFill>
                  <a:srgbClr val="6f6b5e"/>
                </a:solidFill>
                <a:effectLst/>
                <a:uFillTx/>
                <a:latin typeface="Readex Pro"/>
                <a:ea typeface="Readex Pro"/>
              </a:rPr>
              <a:t>6 raters · 290 tasks</a:t>
            </a:r>
            <a:endParaRPr b="0" lang="en-US" sz="1100" strike="noStrike" u="none">
              <a:solidFill>
                <a:srgbClr val="000000"/>
              </a:solidFill>
              <a:effectLst/>
              <a:uFillTx/>
              <a:latin typeface="Arial"/>
            </a:endParaRPr>
          </a:p>
        </p:txBody>
      </p:sp>
      <p:sp>
        <p:nvSpPr>
          <p:cNvPr id="344" name="Rounded Rectangle 11"/>
          <p:cNvSpPr/>
          <p:nvPr/>
        </p:nvSpPr>
        <p:spPr>
          <a:xfrm>
            <a:off x="567000" y="3657600"/>
            <a:ext cx="3045600" cy="338760"/>
          </a:xfrm>
          <a:prstGeom prst="roundRect">
            <a:avLst>
              <a:gd name="adj" fmla="val 24269"/>
            </a:avLst>
          </a:prstGeom>
          <a:solidFill>
            <a:srgbClr val="efe9d9"/>
          </a:solidFill>
          <a:ln w="15875">
            <a:solidFill>
              <a:srgbClr val="efe9d9"/>
            </a:solidFill>
          </a:ln>
        </p:spPr>
        <p:style>
          <a:lnRef idx="1">
            <a:schemeClr val="accent1"/>
          </a:lnRef>
          <a:fillRef idx="3">
            <a:schemeClr val="accent1"/>
          </a:fillRef>
          <a:effectRef idx="2">
            <a:schemeClr val="accent1"/>
          </a:effectRef>
          <a:fontRef idx="minor"/>
        </p:style>
        <p:txBody>
          <a:bodyPr lIns="109800" rIns="109800" tIns="0" bIns="0" anchor="ctr">
            <a:noAutofit/>
          </a:bodyPr>
          <a:p>
            <a:pPr algn="ctr" defTabSz="457200">
              <a:lnSpc>
                <a:spcPct val="100000"/>
              </a:lnSpc>
            </a:pPr>
            <a:r>
              <a:rPr b="0" lang="en-US" sz="1150" strike="noStrike" u="none">
                <a:solidFill>
                  <a:srgbClr val="4a4842"/>
                </a:solidFill>
                <a:effectLst/>
                <a:uFillTx/>
                <a:latin typeface="Readex Pro"/>
                <a:ea typeface="Readex Pro"/>
              </a:rPr>
              <a:t>catches 42 of 51 changed outputs</a:t>
            </a:r>
            <a:endParaRPr b="0" lang="en-US" sz="1150" strike="noStrike" u="none">
              <a:solidFill>
                <a:srgbClr val="000000"/>
              </a:solidFill>
              <a:effectLst/>
              <a:uFillTx/>
              <a:latin typeface="Arial"/>
            </a:endParaRPr>
          </a:p>
        </p:txBody>
      </p:sp>
      <p:sp>
        <p:nvSpPr>
          <p:cNvPr id="345" name="Rounded Rectangle 12"/>
          <p:cNvSpPr/>
          <p:nvPr/>
        </p:nvSpPr>
        <p:spPr>
          <a:xfrm>
            <a:off x="567000" y="4160520"/>
            <a:ext cx="3250080" cy="338760"/>
          </a:xfrm>
          <a:prstGeom prst="roundRect">
            <a:avLst>
              <a:gd name="adj" fmla="val 24269"/>
            </a:avLst>
          </a:prstGeom>
          <a:solidFill>
            <a:srgbClr val="efe9d9"/>
          </a:solidFill>
          <a:ln w="15875">
            <a:solidFill>
              <a:srgbClr val="efe9d9"/>
            </a:solidFill>
          </a:ln>
        </p:spPr>
        <p:style>
          <a:lnRef idx="1">
            <a:schemeClr val="accent1"/>
          </a:lnRef>
          <a:fillRef idx="3">
            <a:schemeClr val="accent1"/>
          </a:fillRef>
          <a:effectRef idx="2">
            <a:schemeClr val="accent1"/>
          </a:effectRef>
          <a:fontRef idx="minor"/>
        </p:style>
        <p:txBody>
          <a:bodyPr lIns="109800" rIns="109800" tIns="0" bIns="0" anchor="ctr">
            <a:noAutofit/>
          </a:bodyPr>
          <a:p>
            <a:pPr algn="ctr" defTabSz="457200">
              <a:lnSpc>
                <a:spcPct val="100000"/>
              </a:lnSpc>
            </a:pPr>
            <a:r>
              <a:rPr b="0" lang="en-US" sz="1150" strike="noStrike" u="none">
                <a:solidFill>
                  <a:srgbClr val="4a4842"/>
                </a:solidFill>
                <a:effectLst/>
                <a:uFillTx/>
                <a:latin typeface="Readex Pro"/>
                <a:ea typeface="Readex Pro"/>
              </a:rPr>
              <a:t>fails 53 of 194 people kept: stricter</a:t>
            </a:r>
            <a:endParaRPr b="0" lang="en-US" sz="1150" strike="noStrike" u="none">
              <a:solidFill>
                <a:srgbClr val="000000"/>
              </a:solidFill>
              <a:effectLst/>
              <a:uFillTx/>
              <a:latin typeface="Arial"/>
            </a:endParaRPr>
          </a:p>
        </p:txBody>
      </p:sp>
      <p:sp>
        <p:nvSpPr>
          <p:cNvPr id="346" name="Rounded Rectangle 13"/>
          <p:cNvSpPr/>
          <p:nvPr/>
        </p:nvSpPr>
        <p:spPr>
          <a:xfrm>
            <a:off x="567000" y="4663440"/>
            <a:ext cx="2604600" cy="338760"/>
          </a:xfrm>
          <a:prstGeom prst="roundRect">
            <a:avLst>
              <a:gd name="adj" fmla="val 24269"/>
            </a:avLst>
          </a:prstGeom>
          <a:solidFill>
            <a:srgbClr val="f3e2da"/>
          </a:solidFill>
          <a:ln w="15875">
            <a:solidFill>
              <a:srgbClr val="f3e2da"/>
            </a:solidFill>
          </a:ln>
        </p:spPr>
        <p:style>
          <a:lnRef idx="1">
            <a:schemeClr val="accent1"/>
          </a:lnRef>
          <a:fillRef idx="3">
            <a:schemeClr val="accent1"/>
          </a:fillRef>
          <a:effectRef idx="2">
            <a:schemeClr val="accent1"/>
          </a:effectRef>
          <a:fontRef idx="minor"/>
        </p:style>
        <p:txBody>
          <a:bodyPr lIns="109800" rIns="109800" tIns="0" bIns="0" anchor="ctr">
            <a:noAutofit/>
          </a:bodyPr>
          <a:p>
            <a:pPr algn="ctr" defTabSz="457200">
              <a:lnSpc>
                <a:spcPct val="100000"/>
              </a:lnSpc>
            </a:pPr>
            <a:r>
              <a:rPr b="0" lang="en-US" sz="1150" strike="noStrike" u="none">
                <a:solidFill>
                  <a:srgbClr val="b5533c"/>
                </a:solidFill>
                <a:effectLst/>
                <a:uFillTx/>
                <a:latin typeface="Readex Pro"/>
                <a:ea typeface="Readex Pro"/>
              </a:rPr>
              <a:t>raters barely agree on ease</a:t>
            </a:r>
            <a:endParaRPr b="0" lang="en-US" sz="1150" strike="noStrike" u="none">
              <a:solidFill>
                <a:srgbClr val="000000"/>
              </a:solidFill>
              <a:effectLst/>
              <a:uFillTx/>
              <a:latin typeface="Arial"/>
            </a:endParaRPr>
          </a:p>
        </p:txBody>
      </p:sp>
      <p:sp>
        <p:nvSpPr>
          <p:cNvPr id="347" name="Rounded Rectangle 14"/>
          <p:cNvSpPr/>
          <p:nvPr/>
        </p:nvSpPr>
        <p:spPr>
          <a:xfrm>
            <a:off x="4087440" y="1691640"/>
            <a:ext cx="5248440" cy="3977280"/>
          </a:xfrm>
          <a:prstGeom prst="roundRect">
            <a:avLst>
              <a:gd name="adj" fmla="val 2758"/>
            </a:avLst>
          </a:prstGeom>
          <a:solidFill>
            <a:srgbClr val="eeddc7"/>
          </a:solidFill>
          <a:ln w="15875">
            <a:solidFill>
              <a:srgbClr val="c6986b"/>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trike="noStrike" u="none">
              <a:solidFill>
                <a:schemeClr val="lt1"/>
              </a:solidFill>
              <a:effectLst/>
              <a:uFillTx/>
              <a:latin typeface="SamsungOne 400"/>
              <a:ea typeface="SamsungOneKorean 400"/>
            </a:endParaRPr>
          </a:p>
        </p:txBody>
      </p:sp>
      <p:sp>
        <p:nvSpPr>
          <p:cNvPr id="348" name="TextBox 15"/>
          <p:cNvSpPr/>
          <p:nvPr/>
        </p:nvSpPr>
        <p:spPr>
          <a:xfrm>
            <a:off x="4270320" y="2011680"/>
            <a:ext cx="4882680" cy="776880"/>
          </a:xfrm>
          <a:prstGeom prst="rect">
            <a:avLst/>
          </a:prstGeom>
          <a:noFill/>
          <a:ln w="0">
            <a:noFill/>
          </a:ln>
        </p:spPr>
        <p:style>
          <a:lnRef idx="0"/>
          <a:fillRef idx="0"/>
          <a:effectRef idx="0"/>
          <a:fontRef idx="minor"/>
        </p:style>
        <p:txBody>
          <a:bodyPr lIns="0" rIns="0" tIns="0" bIns="0" anchor="ctr">
            <a:spAutoFit/>
          </a:bodyPr>
          <a:p>
            <a:pPr algn="ctr" defTabSz="457200">
              <a:lnSpc>
                <a:spcPct val="105000"/>
              </a:lnSpc>
            </a:pPr>
            <a:r>
              <a:rPr b="1" lang="en-US" sz="2000" strike="noStrike" u="none">
                <a:solidFill>
                  <a:srgbClr val="8a5e35"/>
                </a:solidFill>
                <a:effectLst/>
                <a:uFillTx/>
                <a:latin typeface="Readex Pro"/>
                <a:ea typeface="Readex Pro"/>
              </a:rPr>
              <a:t>A reader with dyslexia</a:t>
            </a:r>
            <a:endParaRPr b="0" lang="en-US" sz="2000" strike="noStrike" u="none">
              <a:solidFill>
                <a:srgbClr val="000000"/>
              </a:solidFill>
              <a:effectLst/>
              <a:uFillTx/>
              <a:latin typeface="Arial"/>
            </a:endParaRPr>
          </a:p>
          <a:p>
            <a:pPr algn="ctr" defTabSz="457200">
              <a:lnSpc>
                <a:spcPct val="105000"/>
              </a:lnSpc>
            </a:pPr>
            <a:r>
              <a:rPr b="1" lang="en-US" sz="2000" strike="noStrike" u="none">
                <a:solidFill>
                  <a:srgbClr val="8a5e35"/>
                </a:solidFill>
                <a:effectLst/>
                <a:uFillTx/>
                <a:latin typeface="Readex Pro"/>
                <a:ea typeface="Readex Pro"/>
              </a:rPr>
              <a:t>rated 30 outputs</a:t>
            </a:r>
            <a:endParaRPr b="0" lang="en-US" sz="2000" strike="noStrike" u="none">
              <a:solidFill>
                <a:srgbClr val="000000"/>
              </a:solidFill>
              <a:effectLst/>
              <a:uFillTx/>
              <a:latin typeface="Arial"/>
            </a:endParaRPr>
          </a:p>
        </p:txBody>
      </p:sp>
      <p:sp>
        <p:nvSpPr>
          <p:cNvPr id="349" name="Rectangle 16"/>
          <p:cNvSpPr/>
          <p:nvPr/>
        </p:nvSpPr>
        <p:spPr>
          <a:xfrm>
            <a:off x="4544640" y="3291840"/>
            <a:ext cx="2455560" cy="502560"/>
          </a:xfrm>
          <a:prstGeom prst="rect">
            <a:avLst/>
          </a:prstGeom>
          <a:solidFill>
            <a:srgbClr val="c6986b"/>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trike="noStrike" u="none">
              <a:solidFill>
                <a:schemeClr val="lt1"/>
              </a:solidFill>
              <a:effectLst/>
              <a:uFillTx/>
              <a:latin typeface="SamsungOne 400"/>
              <a:ea typeface="SamsungOneKorean 400"/>
            </a:endParaRPr>
          </a:p>
        </p:txBody>
      </p:sp>
      <p:sp>
        <p:nvSpPr>
          <p:cNvPr id="350" name="TextBox 17"/>
          <p:cNvSpPr/>
          <p:nvPr/>
        </p:nvSpPr>
        <p:spPr>
          <a:xfrm>
            <a:off x="4544640" y="3931920"/>
            <a:ext cx="2455560" cy="273960"/>
          </a:xfrm>
          <a:prstGeom prst="rect">
            <a:avLst/>
          </a:prstGeom>
          <a:noFill/>
          <a:ln w="0">
            <a:noFill/>
          </a:ln>
        </p:spPr>
        <p:style>
          <a:lnRef idx="0"/>
          <a:fillRef idx="0"/>
          <a:effectRef idx="0"/>
          <a:fontRef idx="minor"/>
        </p:style>
        <p:txBody>
          <a:bodyPr lIns="0" rIns="0" tIns="0" bIns="0" anchor="ctr">
            <a:spAutoFit/>
          </a:bodyPr>
          <a:p>
            <a:pPr algn="ctr" defTabSz="457200">
              <a:lnSpc>
                <a:spcPct val="100000"/>
              </a:lnSpc>
            </a:pPr>
            <a:r>
              <a:rPr b="0" lang="en-US" sz="1300" strike="noStrike" u="none">
                <a:solidFill>
                  <a:srgbClr val="4a4842"/>
                </a:solidFill>
                <a:effectLst/>
                <a:uFillTx/>
                <a:latin typeface="Readex Pro"/>
                <a:ea typeface="Readex Pro"/>
              </a:rPr>
              <a:t>17 easier</a:t>
            </a:r>
            <a:endParaRPr b="0" lang="en-US" sz="1300" strike="noStrike" u="none">
              <a:solidFill>
                <a:srgbClr val="000000"/>
              </a:solidFill>
              <a:effectLst/>
              <a:uFillTx/>
              <a:latin typeface="Arial"/>
            </a:endParaRPr>
          </a:p>
        </p:txBody>
      </p:sp>
      <p:sp>
        <p:nvSpPr>
          <p:cNvPr id="351" name="Rectangle 18"/>
          <p:cNvSpPr/>
          <p:nvPr/>
        </p:nvSpPr>
        <p:spPr>
          <a:xfrm>
            <a:off x="7000560" y="3291840"/>
            <a:ext cx="1299960" cy="502560"/>
          </a:xfrm>
          <a:prstGeom prst="rect">
            <a:avLst/>
          </a:prstGeom>
          <a:solidFill>
            <a:srgbClr val="e6dfcc"/>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trike="noStrike" u="none">
              <a:solidFill>
                <a:schemeClr val="lt1"/>
              </a:solidFill>
              <a:effectLst/>
              <a:uFillTx/>
              <a:latin typeface="SamsungOne 400"/>
              <a:ea typeface="SamsungOneKorean 400"/>
            </a:endParaRPr>
          </a:p>
        </p:txBody>
      </p:sp>
      <p:sp>
        <p:nvSpPr>
          <p:cNvPr id="352" name="TextBox 19"/>
          <p:cNvSpPr/>
          <p:nvPr/>
        </p:nvSpPr>
        <p:spPr>
          <a:xfrm>
            <a:off x="7000560" y="3931920"/>
            <a:ext cx="1299960" cy="273960"/>
          </a:xfrm>
          <a:prstGeom prst="rect">
            <a:avLst/>
          </a:prstGeom>
          <a:noFill/>
          <a:ln w="0">
            <a:noFill/>
          </a:ln>
        </p:spPr>
        <p:style>
          <a:lnRef idx="0"/>
          <a:fillRef idx="0"/>
          <a:effectRef idx="0"/>
          <a:fontRef idx="minor"/>
        </p:style>
        <p:txBody>
          <a:bodyPr lIns="0" rIns="0" tIns="0" bIns="0" anchor="ctr">
            <a:spAutoFit/>
          </a:bodyPr>
          <a:p>
            <a:pPr algn="ctr" defTabSz="457200">
              <a:lnSpc>
                <a:spcPct val="100000"/>
              </a:lnSpc>
            </a:pPr>
            <a:r>
              <a:rPr b="0" lang="en-US" sz="1300" strike="noStrike" u="none">
                <a:solidFill>
                  <a:srgbClr val="4a4842"/>
                </a:solidFill>
                <a:effectLst/>
                <a:uFillTx/>
                <a:latin typeface="Readex Pro"/>
                <a:ea typeface="Readex Pro"/>
              </a:rPr>
              <a:t>9 same</a:t>
            </a:r>
            <a:endParaRPr b="0" lang="en-US" sz="1300" strike="noStrike" u="none">
              <a:solidFill>
                <a:srgbClr val="000000"/>
              </a:solidFill>
              <a:effectLst/>
              <a:uFillTx/>
              <a:latin typeface="Arial"/>
            </a:endParaRPr>
          </a:p>
        </p:txBody>
      </p:sp>
      <p:sp>
        <p:nvSpPr>
          <p:cNvPr id="353" name="Rectangle 20"/>
          <p:cNvSpPr/>
          <p:nvPr/>
        </p:nvSpPr>
        <p:spPr>
          <a:xfrm>
            <a:off x="8300880" y="3291840"/>
            <a:ext cx="577440" cy="502560"/>
          </a:xfrm>
          <a:prstGeom prst="rect">
            <a:avLst/>
          </a:prstGeom>
          <a:solidFill>
            <a:srgbClr val="b5533c"/>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trike="noStrike" u="none">
              <a:solidFill>
                <a:schemeClr val="lt1"/>
              </a:solidFill>
              <a:effectLst/>
              <a:uFillTx/>
              <a:latin typeface="SamsungOne 400"/>
              <a:ea typeface="SamsungOneKorean 400"/>
            </a:endParaRPr>
          </a:p>
        </p:txBody>
      </p:sp>
      <p:sp>
        <p:nvSpPr>
          <p:cNvPr id="354" name="TextBox 21"/>
          <p:cNvSpPr/>
          <p:nvPr/>
        </p:nvSpPr>
        <p:spPr>
          <a:xfrm>
            <a:off x="8300880" y="3931920"/>
            <a:ext cx="577440" cy="273960"/>
          </a:xfrm>
          <a:prstGeom prst="rect">
            <a:avLst/>
          </a:prstGeom>
          <a:noFill/>
          <a:ln w="0">
            <a:noFill/>
          </a:ln>
        </p:spPr>
        <p:style>
          <a:lnRef idx="0"/>
          <a:fillRef idx="0"/>
          <a:effectRef idx="0"/>
          <a:fontRef idx="minor"/>
        </p:style>
        <p:txBody>
          <a:bodyPr lIns="0" rIns="0" tIns="0" bIns="0" anchor="ctr">
            <a:spAutoFit/>
          </a:bodyPr>
          <a:p>
            <a:pPr algn="ctr" defTabSz="457200">
              <a:lnSpc>
                <a:spcPct val="100000"/>
              </a:lnSpc>
            </a:pPr>
            <a:r>
              <a:rPr b="0" lang="en-US" sz="1300" strike="noStrike" u="none">
                <a:solidFill>
                  <a:srgbClr val="4a4842"/>
                </a:solidFill>
                <a:effectLst/>
                <a:uFillTx/>
                <a:latin typeface="Readex Pro"/>
                <a:ea typeface="Readex Pro"/>
              </a:rPr>
              <a:t>4 harder</a:t>
            </a:r>
            <a:endParaRPr b="0" lang="en-US" sz="1300" strike="noStrike" u="none">
              <a:solidFill>
                <a:srgbClr val="000000"/>
              </a:solidFill>
              <a:effectLst/>
              <a:uFillTx/>
              <a:latin typeface="Arial"/>
            </a:endParaRPr>
          </a:p>
        </p:txBody>
      </p:sp>
      <p:sp>
        <p:nvSpPr>
          <p:cNvPr id="355" name="TextBox 22"/>
          <p:cNvSpPr/>
          <p:nvPr/>
        </p:nvSpPr>
        <p:spPr>
          <a:xfrm>
            <a:off x="4087440" y="5166360"/>
            <a:ext cx="5248440" cy="273960"/>
          </a:xfrm>
          <a:prstGeom prst="rect">
            <a:avLst/>
          </a:prstGeom>
          <a:noFill/>
          <a:ln w="0">
            <a:noFill/>
          </a:ln>
        </p:spPr>
        <p:style>
          <a:lnRef idx="0"/>
          <a:fillRef idx="0"/>
          <a:effectRef idx="0"/>
          <a:fontRef idx="minor"/>
        </p:style>
        <p:txBody>
          <a:bodyPr lIns="0" rIns="0" tIns="0" bIns="0" anchor="ctr">
            <a:spAutoFit/>
          </a:bodyPr>
          <a:p>
            <a:pPr algn="ctr" defTabSz="457200">
              <a:lnSpc>
                <a:spcPct val="100000"/>
              </a:lnSpc>
            </a:pPr>
            <a:r>
              <a:rPr b="0" lang="en-US" sz="1100" strike="noStrike" u="none">
                <a:solidFill>
                  <a:srgbClr val="6f6b5e"/>
                </a:solidFill>
                <a:effectLst/>
                <a:uFillTx/>
                <a:latin typeface="Readex Pro"/>
                <a:ea typeface="Readex Pro"/>
              </a:rPr>
              <a:t>a sample of one, not a study</a:t>
            </a:r>
            <a:endParaRPr b="0" lang="en-US" sz="11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56" name="Background"/>
          <p:cNvSpPr/>
          <p:nvPr/>
        </p:nvSpPr>
        <p:spPr>
          <a:xfrm>
            <a:off x="0" y="0"/>
            <a:ext cx="9902520" cy="6857640"/>
          </a:xfrm>
          <a:prstGeom prst="rect">
            <a:avLst/>
          </a:prstGeom>
          <a:solidFill>
            <a:srgbClr val="f6f2e6"/>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trike="noStrike" u="none">
              <a:solidFill>
                <a:schemeClr val="lt1"/>
              </a:solidFill>
              <a:effectLst/>
              <a:uFillTx/>
              <a:latin typeface="SamsungOne 400"/>
              <a:ea typeface="SamsungOneKorean 400"/>
            </a:endParaRPr>
          </a:p>
        </p:txBody>
      </p:sp>
      <p:sp>
        <p:nvSpPr>
          <p:cNvPr id="357" name="Rectangle 2"/>
          <p:cNvSpPr/>
          <p:nvPr/>
        </p:nvSpPr>
        <p:spPr>
          <a:xfrm>
            <a:off x="567000" y="475560"/>
            <a:ext cx="63720" cy="273960"/>
          </a:xfrm>
          <a:prstGeom prst="rect">
            <a:avLst/>
          </a:prstGeom>
          <a:solidFill>
            <a:srgbClr val="c6986b"/>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trike="noStrike" u="none">
              <a:solidFill>
                <a:schemeClr val="lt1"/>
              </a:solidFill>
              <a:effectLst/>
              <a:uFillTx/>
              <a:latin typeface="SamsungOne 400"/>
              <a:ea typeface="SamsungOneKorean 400"/>
            </a:endParaRPr>
          </a:p>
        </p:txBody>
      </p:sp>
      <p:sp>
        <p:nvSpPr>
          <p:cNvPr id="358" name="TextBox 3"/>
          <p:cNvSpPr/>
          <p:nvPr/>
        </p:nvSpPr>
        <p:spPr>
          <a:xfrm>
            <a:off x="731520" y="438840"/>
            <a:ext cx="8586000" cy="310680"/>
          </a:xfrm>
          <a:prstGeom prst="rect">
            <a:avLst/>
          </a:prstGeom>
          <a:noFill/>
          <a:ln w="0">
            <a:noFill/>
          </a:ln>
        </p:spPr>
        <p:style>
          <a:lnRef idx="0"/>
          <a:fillRef idx="0"/>
          <a:effectRef idx="0"/>
          <a:fontRef idx="minor"/>
        </p:style>
        <p:txBody>
          <a:bodyPr lIns="0" rIns="0" tIns="0" bIns="0" anchor="ctr">
            <a:spAutoFit/>
          </a:bodyPr>
          <a:p>
            <a:pPr defTabSz="457200">
              <a:lnSpc>
                <a:spcPct val="100000"/>
              </a:lnSpc>
            </a:pPr>
            <a:r>
              <a:rPr b="1" lang="en-US" sz="1250" strike="noStrike" u="none">
                <a:solidFill>
                  <a:srgbClr val="c6986b"/>
                </a:solidFill>
                <a:effectLst/>
                <a:uFillTx/>
                <a:latin typeface="Readex Pro"/>
                <a:ea typeface="Readex Pro"/>
              </a:rPr>
              <a:t>05 · RESULTS</a:t>
            </a:r>
            <a:endParaRPr b="0" lang="en-US" sz="1250" strike="noStrike" u="none">
              <a:solidFill>
                <a:srgbClr val="000000"/>
              </a:solidFill>
              <a:effectLst/>
              <a:uFillTx/>
              <a:latin typeface="Arial"/>
            </a:endParaRPr>
          </a:p>
        </p:txBody>
      </p:sp>
      <p:sp>
        <p:nvSpPr>
          <p:cNvPr id="359" name="TextBox 4"/>
          <p:cNvSpPr/>
          <p:nvPr/>
        </p:nvSpPr>
        <p:spPr>
          <a:xfrm>
            <a:off x="567000" y="804600"/>
            <a:ext cx="8768880" cy="502560"/>
          </a:xfrm>
          <a:prstGeom prst="rect">
            <a:avLst/>
          </a:prstGeom>
          <a:noFill/>
          <a:ln w="0">
            <a:noFill/>
          </a:ln>
        </p:spPr>
        <p:style>
          <a:lnRef idx="0"/>
          <a:fillRef idx="0"/>
          <a:effectRef idx="0"/>
          <a:fontRef idx="minor"/>
        </p:style>
        <p:txBody>
          <a:bodyPr lIns="0" rIns="0" tIns="0" bIns="0" anchor="ctr">
            <a:spAutoFit/>
          </a:bodyPr>
          <a:p>
            <a:pPr defTabSz="457200">
              <a:lnSpc>
                <a:spcPct val="100000"/>
              </a:lnSpc>
            </a:pPr>
            <a:r>
              <a:rPr b="1" lang="en-US" sz="2600" strike="noStrike" u="none">
                <a:solidFill>
                  <a:srgbClr val="282824"/>
                </a:solidFill>
                <a:effectLst/>
                <a:uFillTx/>
                <a:latin typeface="Readex Pro"/>
                <a:ea typeface="Readex Pro"/>
              </a:rPr>
              <a:t>v0.3 is our best model</a:t>
            </a:r>
            <a:endParaRPr b="0" lang="en-US" sz="2600" strike="noStrike" u="none">
              <a:solidFill>
                <a:srgbClr val="000000"/>
              </a:solidFill>
              <a:effectLst/>
              <a:uFillTx/>
              <a:latin typeface="Arial"/>
            </a:endParaRPr>
          </a:p>
        </p:txBody>
      </p:sp>
      <p:pic>
        <p:nvPicPr>
          <p:cNvPr id="360" name="Samsung logo" descr="Samsung"/>
          <p:cNvPicPr/>
          <p:nvPr/>
        </p:nvPicPr>
        <p:blipFill>
          <a:blip r:embed="rId1"/>
          <a:stretch/>
        </p:blipFill>
        <p:spPr>
          <a:xfrm>
            <a:off x="567000" y="6336720"/>
            <a:ext cx="1023840" cy="156960"/>
          </a:xfrm>
          <a:prstGeom prst="rect">
            <a:avLst/>
          </a:prstGeom>
          <a:noFill/>
          <a:ln w="0">
            <a:noFill/>
          </a:ln>
        </p:spPr>
      </p:pic>
      <p:sp>
        <p:nvSpPr>
          <p:cNvPr id="361" name="TextBox 6"/>
          <p:cNvSpPr/>
          <p:nvPr/>
        </p:nvSpPr>
        <p:spPr>
          <a:xfrm>
            <a:off x="1737360" y="6382440"/>
            <a:ext cx="3840120" cy="255600"/>
          </a:xfrm>
          <a:prstGeom prst="rect">
            <a:avLst/>
          </a:prstGeom>
          <a:noFill/>
          <a:ln w="0">
            <a:noFill/>
          </a:ln>
        </p:spPr>
        <p:style>
          <a:lnRef idx="0"/>
          <a:fillRef idx="0"/>
          <a:effectRef idx="0"/>
          <a:fontRef idx="minor"/>
        </p:style>
        <p:txBody>
          <a:bodyPr lIns="0" rIns="0" tIns="0" bIns="0" anchor="ctr">
            <a:spAutoFit/>
          </a:bodyPr>
          <a:p>
            <a:pPr defTabSz="457200">
              <a:lnSpc>
                <a:spcPct val="100000"/>
              </a:lnSpc>
            </a:pPr>
            <a:r>
              <a:rPr b="0" lang="en-US" sz="1000" strike="noStrike" u="none">
                <a:solidFill>
                  <a:srgbClr val="6f6b5e"/>
                </a:solidFill>
                <a:effectLst/>
                <a:uFillTx/>
                <a:latin typeface="Readex Pro"/>
                <a:ea typeface="Readex Pro"/>
              </a:rPr>
              <a:t>Samsung Innovation Campus  ·  AI Course</a:t>
            </a:r>
            <a:endParaRPr b="0" lang="en-US" sz="1000" strike="noStrike" u="none">
              <a:solidFill>
                <a:srgbClr val="000000"/>
              </a:solidFill>
              <a:effectLst/>
              <a:uFillTx/>
              <a:latin typeface="Arial"/>
            </a:endParaRPr>
          </a:p>
        </p:txBody>
      </p:sp>
      <p:sp>
        <p:nvSpPr>
          <p:cNvPr id="362" name="TextBox 7"/>
          <p:cNvSpPr/>
          <p:nvPr/>
        </p:nvSpPr>
        <p:spPr>
          <a:xfrm>
            <a:off x="8421480" y="6382440"/>
            <a:ext cx="914040" cy="255600"/>
          </a:xfrm>
          <a:prstGeom prst="rect">
            <a:avLst/>
          </a:prstGeom>
          <a:noFill/>
          <a:ln w="0">
            <a:noFill/>
          </a:ln>
        </p:spPr>
        <p:style>
          <a:lnRef idx="0"/>
          <a:fillRef idx="0"/>
          <a:effectRef idx="0"/>
          <a:fontRef idx="minor"/>
        </p:style>
        <p:txBody>
          <a:bodyPr lIns="0" rIns="0" tIns="0" bIns="0" anchor="ctr">
            <a:spAutoFit/>
          </a:bodyPr>
          <a:p>
            <a:pPr algn="r" defTabSz="457200">
              <a:lnSpc>
                <a:spcPct val="100000"/>
              </a:lnSpc>
            </a:pPr>
            <a:r>
              <a:rPr b="0" lang="en-US" sz="1000" strike="noStrike" u="none">
                <a:solidFill>
                  <a:srgbClr val="6f6b5e"/>
                </a:solidFill>
                <a:effectLst/>
                <a:uFillTx/>
                <a:latin typeface="Readex Pro"/>
                <a:ea typeface="Readex Pro"/>
              </a:rPr>
              <a:t>6 / 8</a:t>
            </a:r>
            <a:endParaRPr b="0" lang="en-US" sz="1000" strike="noStrike" u="none">
              <a:solidFill>
                <a:srgbClr val="000000"/>
              </a:solidFill>
              <a:effectLst/>
              <a:uFillTx/>
              <a:latin typeface="Arial"/>
            </a:endParaRPr>
          </a:p>
        </p:txBody>
      </p:sp>
      <p:cxnSp>
        <p:nvCxnSpPr>
          <p:cNvPr id="363" name="Connector 8"/>
          <p:cNvCxnSpPr/>
          <p:nvPr/>
        </p:nvCxnSpPr>
        <p:spPr>
          <a:xfrm>
            <a:off x="2331720" y="5029200"/>
            <a:ext cx="4434840" cy="360"/>
          </a:xfrm>
          <a:prstGeom prst="straightConnector1">
            <a:avLst/>
          </a:prstGeom>
          <a:ln w="22225">
            <a:solidFill>
              <a:srgbClr val="a29d8c"/>
            </a:solidFill>
          </a:ln>
        </p:spPr>
      </p:cxnSp>
      <p:cxnSp>
        <p:nvCxnSpPr>
          <p:cNvPr id="364" name="Connector 9"/>
          <p:cNvCxnSpPr/>
          <p:nvPr/>
        </p:nvCxnSpPr>
        <p:spPr>
          <a:xfrm>
            <a:off x="2331720" y="1783080"/>
            <a:ext cx="360" cy="3246480"/>
          </a:xfrm>
          <a:prstGeom prst="straightConnector1">
            <a:avLst/>
          </a:prstGeom>
          <a:ln w="22225">
            <a:solidFill>
              <a:srgbClr val="a29d8c"/>
            </a:solidFill>
          </a:ln>
        </p:spPr>
      </p:cxnSp>
      <p:sp>
        <p:nvSpPr>
          <p:cNvPr id="365" name="TextBox 10"/>
          <p:cNvSpPr/>
          <p:nvPr/>
        </p:nvSpPr>
        <p:spPr>
          <a:xfrm>
            <a:off x="2331720" y="5139000"/>
            <a:ext cx="4434480" cy="255600"/>
          </a:xfrm>
          <a:prstGeom prst="rect">
            <a:avLst/>
          </a:prstGeom>
          <a:noFill/>
          <a:ln w="0">
            <a:noFill/>
          </a:ln>
        </p:spPr>
        <p:style>
          <a:lnRef idx="0"/>
          <a:fillRef idx="0"/>
          <a:effectRef idx="0"/>
          <a:fontRef idx="minor"/>
        </p:style>
        <p:txBody>
          <a:bodyPr lIns="0" rIns="0" tIns="0" bIns="0" anchor="ctr">
            <a:spAutoFit/>
          </a:bodyPr>
          <a:p>
            <a:pPr algn="ctr" defTabSz="457200">
              <a:lnSpc>
                <a:spcPct val="100000"/>
              </a:lnSpc>
            </a:pPr>
            <a:r>
              <a:rPr b="0" lang="en-US" sz="1150" strike="noStrike" u="none">
                <a:solidFill>
                  <a:srgbClr val="6f6b5e"/>
                </a:solidFill>
                <a:effectLst/>
                <a:uFillTx/>
                <a:latin typeface="Readex Pro"/>
                <a:ea typeface="Readex Pro"/>
              </a:rPr>
              <a:t>meaning kept (%)  →</a:t>
            </a:r>
            <a:endParaRPr b="0" lang="en-US" sz="1150" strike="noStrike" u="none">
              <a:solidFill>
                <a:srgbClr val="000000"/>
              </a:solidFill>
              <a:effectLst/>
              <a:uFillTx/>
              <a:latin typeface="Arial"/>
            </a:endParaRPr>
          </a:p>
        </p:txBody>
      </p:sp>
      <p:sp>
        <p:nvSpPr>
          <p:cNvPr id="366" name="TextBox 11"/>
          <p:cNvSpPr/>
          <p:nvPr/>
        </p:nvSpPr>
        <p:spPr>
          <a:xfrm rot="16200000">
            <a:off x="393120" y="3278160"/>
            <a:ext cx="3108600" cy="255600"/>
          </a:xfrm>
          <a:prstGeom prst="rect">
            <a:avLst/>
          </a:prstGeom>
          <a:noFill/>
          <a:ln w="0">
            <a:noFill/>
          </a:ln>
        </p:spPr>
        <p:style>
          <a:lnRef idx="0"/>
          <a:fillRef idx="0"/>
          <a:effectRef idx="0"/>
          <a:fontRef idx="minor"/>
        </p:style>
        <p:txBody>
          <a:bodyPr lIns="0" rIns="0" tIns="0" bIns="0" anchor="ctr">
            <a:spAutoFit/>
          </a:bodyPr>
          <a:p>
            <a:pPr algn="ctr" defTabSz="457200">
              <a:lnSpc>
                <a:spcPct val="100000"/>
              </a:lnSpc>
            </a:pPr>
            <a:r>
              <a:rPr b="0" lang="en-US" sz="1100" strike="noStrike" u="none">
                <a:solidFill>
                  <a:srgbClr val="6f6b5e"/>
                </a:solidFill>
                <a:effectLst/>
                <a:uFillTx/>
                <a:latin typeface="Readex Pro"/>
                <a:ea typeface="Readex Pro"/>
              </a:rPr>
              <a:t>simplification: words cut from the longest clause  →</a:t>
            </a:r>
            <a:endParaRPr b="0" lang="en-US" sz="1100" strike="noStrike" u="none">
              <a:solidFill>
                <a:srgbClr val="000000"/>
              </a:solidFill>
              <a:effectLst/>
              <a:uFillTx/>
              <a:latin typeface="Arial"/>
            </a:endParaRPr>
          </a:p>
        </p:txBody>
      </p:sp>
      <p:sp>
        <p:nvSpPr>
          <p:cNvPr id="367" name="Oval 12"/>
          <p:cNvSpPr/>
          <p:nvPr/>
        </p:nvSpPr>
        <p:spPr>
          <a:xfrm>
            <a:off x="6365880" y="4686480"/>
            <a:ext cx="209880" cy="209880"/>
          </a:xfrm>
          <a:prstGeom prst="ellipse">
            <a:avLst/>
          </a:prstGeom>
          <a:solidFill>
            <a:srgbClr val="a29d8c"/>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trike="noStrike" u="none">
              <a:solidFill>
                <a:schemeClr val="lt1"/>
              </a:solidFill>
              <a:effectLst/>
              <a:uFillTx/>
              <a:latin typeface="SamsungOne 400"/>
              <a:ea typeface="SamsungOneKorean 400"/>
            </a:endParaRPr>
          </a:p>
        </p:txBody>
      </p:sp>
      <p:sp>
        <p:nvSpPr>
          <p:cNvPr id="368" name="TextBox 13"/>
          <p:cNvSpPr/>
          <p:nvPr/>
        </p:nvSpPr>
        <p:spPr>
          <a:xfrm>
            <a:off x="5849280" y="4375800"/>
            <a:ext cx="1243080" cy="237240"/>
          </a:xfrm>
          <a:prstGeom prst="rect">
            <a:avLst/>
          </a:prstGeom>
          <a:noFill/>
          <a:ln w="0">
            <a:noFill/>
          </a:ln>
        </p:spPr>
        <p:style>
          <a:lnRef idx="0"/>
          <a:fillRef idx="0"/>
          <a:effectRef idx="0"/>
          <a:fontRef idx="minor"/>
        </p:style>
        <p:txBody>
          <a:bodyPr lIns="0" rIns="0" tIns="0" bIns="0" anchor="ctr">
            <a:spAutoFit/>
          </a:bodyPr>
          <a:p>
            <a:pPr defTabSz="457200">
              <a:lnSpc>
                <a:spcPct val="100000"/>
              </a:lnSpc>
            </a:pPr>
            <a:r>
              <a:rPr b="0" lang="en-US" sz="1200" strike="noStrike" u="none">
                <a:solidFill>
                  <a:srgbClr val="4a4842"/>
                </a:solidFill>
                <a:effectLst/>
                <a:uFillTx/>
                <a:latin typeface="Readex Pro"/>
                <a:ea typeface="Readex Pro"/>
              </a:rPr>
              <a:t>Copy the input</a:t>
            </a:r>
            <a:endParaRPr b="0" lang="en-US" sz="1200" strike="noStrike" u="none">
              <a:solidFill>
                <a:srgbClr val="000000"/>
              </a:solidFill>
              <a:effectLst/>
              <a:uFillTx/>
              <a:latin typeface="Arial"/>
            </a:endParaRPr>
          </a:p>
        </p:txBody>
      </p:sp>
      <p:sp>
        <p:nvSpPr>
          <p:cNvPr id="369" name="Oval 14"/>
          <p:cNvSpPr/>
          <p:nvPr/>
        </p:nvSpPr>
        <p:spPr>
          <a:xfrm>
            <a:off x="4946760" y="4686480"/>
            <a:ext cx="209880" cy="209880"/>
          </a:xfrm>
          <a:prstGeom prst="ellipse">
            <a:avLst/>
          </a:prstGeom>
          <a:solidFill>
            <a:srgbClr val="6f6b5e"/>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trike="noStrike" u="none">
              <a:solidFill>
                <a:schemeClr val="lt1"/>
              </a:solidFill>
              <a:effectLst/>
              <a:uFillTx/>
              <a:latin typeface="SamsungOne 400"/>
              <a:ea typeface="SamsungOneKorean 400"/>
            </a:endParaRPr>
          </a:p>
        </p:txBody>
      </p:sp>
      <p:sp>
        <p:nvSpPr>
          <p:cNvPr id="370" name="TextBox 15"/>
          <p:cNvSpPr/>
          <p:nvPr/>
        </p:nvSpPr>
        <p:spPr>
          <a:xfrm>
            <a:off x="4858920" y="4970160"/>
            <a:ext cx="385200" cy="237240"/>
          </a:xfrm>
          <a:prstGeom prst="rect">
            <a:avLst/>
          </a:prstGeom>
          <a:noFill/>
          <a:ln w="0">
            <a:noFill/>
          </a:ln>
        </p:spPr>
        <p:style>
          <a:lnRef idx="0"/>
          <a:fillRef idx="0"/>
          <a:effectRef idx="0"/>
          <a:fontRef idx="minor"/>
        </p:style>
        <p:txBody>
          <a:bodyPr lIns="0" rIns="0" tIns="0" bIns="0" anchor="ctr">
            <a:spAutoFit/>
          </a:bodyPr>
          <a:p>
            <a:pPr defTabSz="457200">
              <a:lnSpc>
                <a:spcPct val="100000"/>
              </a:lnSpc>
            </a:pPr>
            <a:r>
              <a:rPr b="0" lang="en-US" sz="1200" strike="noStrike" u="none">
                <a:solidFill>
                  <a:srgbClr val="4a4842"/>
                </a:solidFill>
                <a:effectLst/>
                <a:uFillTx/>
                <a:latin typeface="Readex Pro"/>
                <a:ea typeface="Readex Pro"/>
              </a:rPr>
              <a:t>v0.1</a:t>
            </a:r>
            <a:endParaRPr b="0" lang="en-US" sz="1200" strike="noStrike" u="none">
              <a:solidFill>
                <a:srgbClr val="000000"/>
              </a:solidFill>
              <a:effectLst/>
              <a:uFillTx/>
              <a:latin typeface="Arial"/>
            </a:endParaRPr>
          </a:p>
        </p:txBody>
      </p:sp>
      <p:sp>
        <p:nvSpPr>
          <p:cNvPr id="371" name="Oval 16"/>
          <p:cNvSpPr/>
          <p:nvPr/>
        </p:nvSpPr>
        <p:spPr>
          <a:xfrm>
            <a:off x="5100480" y="3934440"/>
            <a:ext cx="209880" cy="209880"/>
          </a:xfrm>
          <a:prstGeom prst="ellipse">
            <a:avLst/>
          </a:prstGeom>
          <a:solidFill>
            <a:srgbClr val="6f6b5e"/>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trike="noStrike" u="none">
              <a:solidFill>
                <a:schemeClr val="lt1"/>
              </a:solidFill>
              <a:effectLst/>
              <a:uFillTx/>
              <a:latin typeface="SamsungOne 400"/>
              <a:ea typeface="SamsungOneKorean 400"/>
            </a:endParaRPr>
          </a:p>
        </p:txBody>
      </p:sp>
      <p:sp>
        <p:nvSpPr>
          <p:cNvPr id="372" name="TextBox 17"/>
          <p:cNvSpPr/>
          <p:nvPr/>
        </p:nvSpPr>
        <p:spPr>
          <a:xfrm>
            <a:off x="4572360" y="4217760"/>
            <a:ext cx="1266120" cy="237240"/>
          </a:xfrm>
          <a:prstGeom prst="rect">
            <a:avLst/>
          </a:prstGeom>
          <a:noFill/>
          <a:ln w="0">
            <a:noFill/>
          </a:ln>
        </p:spPr>
        <p:style>
          <a:lnRef idx="0"/>
          <a:fillRef idx="0"/>
          <a:effectRef idx="0"/>
          <a:fontRef idx="minor"/>
        </p:style>
        <p:txBody>
          <a:bodyPr lIns="0" rIns="0" tIns="0" bIns="0" anchor="ctr">
            <a:spAutoFit/>
          </a:bodyPr>
          <a:p>
            <a:pPr defTabSz="457200">
              <a:lnSpc>
                <a:spcPct val="100000"/>
              </a:lnSpc>
            </a:pPr>
            <a:r>
              <a:rPr b="0" lang="en-US" sz="1200" strike="noStrike" u="none">
                <a:solidFill>
                  <a:srgbClr val="4a4842"/>
                </a:solidFill>
                <a:effectLst/>
                <a:uFillTx/>
                <a:latin typeface="Readex Pro"/>
                <a:ea typeface="Readex Pro"/>
              </a:rPr>
              <a:t>v0.2 in the app</a:t>
            </a:r>
            <a:endParaRPr b="0" lang="en-US" sz="1200" strike="noStrike" u="none">
              <a:solidFill>
                <a:srgbClr val="000000"/>
              </a:solidFill>
              <a:effectLst/>
              <a:uFillTx/>
              <a:latin typeface="Arial"/>
            </a:endParaRPr>
          </a:p>
        </p:txBody>
      </p:sp>
      <p:sp>
        <p:nvSpPr>
          <p:cNvPr id="373" name="Oval 18"/>
          <p:cNvSpPr/>
          <p:nvPr/>
        </p:nvSpPr>
        <p:spPr>
          <a:xfrm>
            <a:off x="4491360" y="2905200"/>
            <a:ext cx="209880" cy="209880"/>
          </a:xfrm>
          <a:prstGeom prst="ellipse">
            <a:avLst/>
          </a:prstGeom>
          <a:solidFill>
            <a:srgbClr val="6f6b5e"/>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trike="noStrike" u="none">
              <a:solidFill>
                <a:schemeClr val="lt1"/>
              </a:solidFill>
              <a:effectLst/>
              <a:uFillTx/>
              <a:latin typeface="SamsungOne 400"/>
              <a:ea typeface="SamsungOneKorean 400"/>
            </a:endParaRPr>
          </a:p>
        </p:txBody>
      </p:sp>
      <p:sp>
        <p:nvSpPr>
          <p:cNvPr id="374" name="TextBox 19"/>
          <p:cNvSpPr/>
          <p:nvPr/>
        </p:nvSpPr>
        <p:spPr>
          <a:xfrm>
            <a:off x="3347280" y="2891520"/>
            <a:ext cx="1052280" cy="237240"/>
          </a:xfrm>
          <a:prstGeom prst="rect">
            <a:avLst/>
          </a:prstGeom>
          <a:noFill/>
          <a:ln w="0">
            <a:noFill/>
          </a:ln>
        </p:spPr>
        <p:style>
          <a:lnRef idx="0"/>
          <a:fillRef idx="0"/>
          <a:effectRef idx="0"/>
          <a:fontRef idx="minor"/>
        </p:style>
        <p:txBody>
          <a:bodyPr lIns="0" rIns="0" tIns="0" bIns="0" anchor="ctr">
            <a:spAutoFit/>
          </a:bodyPr>
          <a:p>
            <a:pPr defTabSz="457200">
              <a:lnSpc>
                <a:spcPct val="100000"/>
              </a:lnSpc>
            </a:pPr>
            <a:r>
              <a:rPr b="0" lang="en-US" sz="1100" strike="noStrike" u="none">
                <a:solidFill>
                  <a:srgbClr val="4a4842"/>
                </a:solidFill>
                <a:effectLst/>
                <a:uFillTx/>
                <a:latin typeface="Readex Pro"/>
                <a:ea typeface="Readex Pro"/>
              </a:rPr>
              <a:t>v0.2 (no tag)</a:t>
            </a:r>
            <a:endParaRPr b="0" lang="en-US" sz="1100" strike="noStrike" u="none">
              <a:solidFill>
                <a:srgbClr val="000000"/>
              </a:solidFill>
              <a:effectLst/>
              <a:uFillTx/>
              <a:latin typeface="Arial"/>
            </a:endParaRPr>
          </a:p>
        </p:txBody>
      </p:sp>
      <p:sp>
        <p:nvSpPr>
          <p:cNvPr id="375" name="Oval 20"/>
          <p:cNvSpPr/>
          <p:nvPr/>
        </p:nvSpPr>
        <p:spPr>
          <a:xfrm>
            <a:off x="3970800" y="2192400"/>
            <a:ext cx="209880" cy="209880"/>
          </a:xfrm>
          <a:prstGeom prst="ellipse">
            <a:avLst/>
          </a:prstGeom>
          <a:solidFill>
            <a:srgbClr val="6f6b5e"/>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trike="noStrike" u="none">
              <a:solidFill>
                <a:schemeClr val="lt1"/>
              </a:solidFill>
              <a:effectLst/>
              <a:uFillTx/>
              <a:latin typeface="SamsungOne 400"/>
              <a:ea typeface="SamsungOneKorean 400"/>
            </a:endParaRPr>
          </a:p>
        </p:txBody>
      </p:sp>
      <p:sp>
        <p:nvSpPr>
          <p:cNvPr id="376" name="TextBox 21"/>
          <p:cNvSpPr/>
          <p:nvPr/>
        </p:nvSpPr>
        <p:spPr>
          <a:xfrm>
            <a:off x="4290840" y="2178720"/>
            <a:ext cx="821880" cy="237240"/>
          </a:xfrm>
          <a:prstGeom prst="rect">
            <a:avLst/>
          </a:prstGeom>
          <a:noFill/>
          <a:ln w="0">
            <a:noFill/>
          </a:ln>
        </p:spPr>
        <p:style>
          <a:lnRef idx="0"/>
          <a:fillRef idx="0"/>
          <a:effectRef idx="0"/>
          <a:fontRef idx="minor"/>
        </p:style>
        <p:txBody>
          <a:bodyPr lIns="0" rIns="0" tIns="0" bIns="0" anchor="ctr">
            <a:spAutoFit/>
          </a:bodyPr>
          <a:p>
            <a:pPr defTabSz="457200">
              <a:lnSpc>
                <a:spcPct val="100000"/>
              </a:lnSpc>
            </a:pPr>
            <a:r>
              <a:rPr b="0" lang="en-US" sz="1100" strike="noStrike" u="none">
                <a:solidFill>
                  <a:srgbClr val="4a4842"/>
                </a:solidFill>
                <a:effectLst/>
                <a:uFillTx/>
                <a:latin typeface="Readex Pro"/>
                <a:ea typeface="Readex Pro"/>
              </a:rPr>
              <a:t>v0.2 + tag</a:t>
            </a:r>
            <a:endParaRPr b="0" lang="en-US" sz="1100" strike="noStrike" u="none">
              <a:solidFill>
                <a:srgbClr val="000000"/>
              </a:solidFill>
              <a:effectLst/>
              <a:uFillTx/>
              <a:latin typeface="Arial"/>
            </a:endParaRPr>
          </a:p>
        </p:txBody>
      </p:sp>
      <p:sp>
        <p:nvSpPr>
          <p:cNvPr id="377" name="Oval 22"/>
          <p:cNvSpPr/>
          <p:nvPr/>
        </p:nvSpPr>
        <p:spPr>
          <a:xfrm>
            <a:off x="3492000" y="2746800"/>
            <a:ext cx="209880" cy="209880"/>
          </a:xfrm>
          <a:prstGeom prst="ellipse">
            <a:avLst/>
          </a:prstGeom>
          <a:solidFill>
            <a:srgbClr val="6f6b5e"/>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trike="noStrike" u="none">
              <a:solidFill>
                <a:schemeClr val="lt1"/>
              </a:solidFill>
              <a:effectLst/>
              <a:uFillTx/>
              <a:latin typeface="SamsungOne 400"/>
              <a:ea typeface="SamsungOneKorean 400"/>
            </a:endParaRPr>
          </a:p>
        </p:txBody>
      </p:sp>
      <p:sp>
        <p:nvSpPr>
          <p:cNvPr id="378" name="TextBox 23"/>
          <p:cNvSpPr/>
          <p:nvPr/>
        </p:nvSpPr>
        <p:spPr>
          <a:xfrm>
            <a:off x="2869560" y="2435760"/>
            <a:ext cx="1454400" cy="237240"/>
          </a:xfrm>
          <a:prstGeom prst="rect">
            <a:avLst/>
          </a:prstGeom>
          <a:noFill/>
          <a:ln w="0">
            <a:noFill/>
          </a:ln>
        </p:spPr>
        <p:style>
          <a:lnRef idx="0"/>
          <a:fillRef idx="0"/>
          <a:effectRef idx="0"/>
          <a:fontRef idx="minor"/>
        </p:style>
        <p:txBody>
          <a:bodyPr lIns="0" rIns="0" tIns="0" bIns="0" anchor="ctr">
            <a:spAutoFit/>
          </a:bodyPr>
          <a:p>
            <a:pPr defTabSz="457200">
              <a:lnSpc>
                <a:spcPct val="100000"/>
              </a:lnSpc>
            </a:pPr>
            <a:r>
              <a:rPr b="0" lang="en-US" sz="1100" strike="noStrike" u="none">
                <a:solidFill>
                  <a:srgbClr val="4a4842"/>
                </a:solidFill>
                <a:effectLst/>
                <a:uFillTx/>
                <a:latin typeface="Readex Pro"/>
                <a:ea typeface="Readex Pro"/>
              </a:rPr>
              <a:t>v0.2-Fast (no tag)</a:t>
            </a:r>
            <a:endParaRPr b="0" lang="en-US" sz="1100" strike="noStrike" u="none">
              <a:solidFill>
                <a:srgbClr val="000000"/>
              </a:solidFill>
              <a:effectLst/>
              <a:uFillTx/>
              <a:latin typeface="Arial"/>
            </a:endParaRPr>
          </a:p>
        </p:txBody>
      </p:sp>
      <p:sp>
        <p:nvSpPr>
          <p:cNvPr id="379" name="Oval 24"/>
          <p:cNvSpPr/>
          <p:nvPr/>
        </p:nvSpPr>
        <p:spPr>
          <a:xfrm>
            <a:off x="2823840" y="2034360"/>
            <a:ext cx="209880" cy="209880"/>
          </a:xfrm>
          <a:prstGeom prst="ellipse">
            <a:avLst/>
          </a:prstGeom>
          <a:solidFill>
            <a:srgbClr val="6f6b5e"/>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trike="noStrike" u="none">
              <a:solidFill>
                <a:schemeClr val="lt1"/>
              </a:solidFill>
              <a:effectLst/>
              <a:uFillTx/>
              <a:latin typeface="SamsungOne 400"/>
              <a:ea typeface="SamsungOneKorean 400"/>
            </a:endParaRPr>
          </a:p>
        </p:txBody>
      </p:sp>
      <p:sp>
        <p:nvSpPr>
          <p:cNvPr id="380" name="TextBox 25"/>
          <p:cNvSpPr/>
          <p:nvPr/>
        </p:nvSpPr>
        <p:spPr>
          <a:xfrm>
            <a:off x="2316600" y="1723320"/>
            <a:ext cx="1224000" cy="237240"/>
          </a:xfrm>
          <a:prstGeom prst="rect">
            <a:avLst/>
          </a:prstGeom>
          <a:noFill/>
          <a:ln w="0">
            <a:noFill/>
          </a:ln>
        </p:spPr>
        <p:style>
          <a:lnRef idx="0"/>
          <a:fillRef idx="0"/>
          <a:effectRef idx="0"/>
          <a:fontRef idx="minor"/>
        </p:style>
        <p:txBody>
          <a:bodyPr lIns="0" rIns="0" tIns="0" bIns="0" anchor="ctr">
            <a:spAutoFit/>
          </a:bodyPr>
          <a:p>
            <a:pPr defTabSz="457200">
              <a:lnSpc>
                <a:spcPct val="100000"/>
              </a:lnSpc>
            </a:pPr>
            <a:r>
              <a:rPr b="0" lang="en-US" sz="1100" strike="noStrike" u="none">
                <a:solidFill>
                  <a:srgbClr val="4a4842"/>
                </a:solidFill>
                <a:effectLst/>
                <a:uFillTx/>
                <a:latin typeface="Readex Pro"/>
                <a:ea typeface="Readex Pro"/>
              </a:rPr>
              <a:t>v0.2-Fast + tag</a:t>
            </a:r>
            <a:endParaRPr b="0" lang="en-US" sz="1100" strike="noStrike" u="none">
              <a:solidFill>
                <a:srgbClr val="000000"/>
              </a:solidFill>
              <a:effectLst/>
              <a:uFillTx/>
              <a:latin typeface="Arial"/>
            </a:endParaRPr>
          </a:p>
        </p:txBody>
      </p:sp>
      <p:sp>
        <p:nvSpPr>
          <p:cNvPr id="381" name="Oval 26"/>
          <p:cNvSpPr/>
          <p:nvPr/>
        </p:nvSpPr>
        <p:spPr>
          <a:xfrm>
            <a:off x="5150520" y="2477160"/>
            <a:ext cx="511560" cy="511560"/>
          </a:xfrm>
          <a:prstGeom prst="ellipse">
            <a:avLst/>
          </a:prstGeom>
          <a:noFill/>
          <a:ln w="22225">
            <a:solidFill>
              <a:srgbClr val="c6986b"/>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trike="noStrike" u="none">
              <a:solidFill>
                <a:schemeClr val="lt1"/>
              </a:solidFill>
              <a:effectLst/>
              <a:uFillTx/>
              <a:latin typeface="SamsungOne 400"/>
              <a:ea typeface="SamsungOneKorean 400"/>
            </a:endParaRPr>
          </a:p>
        </p:txBody>
      </p:sp>
      <p:sp>
        <p:nvSpPr>
          <p:cNvPr id="382" name="Oval 27"/>
          <p:cNvSpPr/>
          <p:nvPr/>
        </p:nvSpPr>
        <p:spPr>
          <a:xfrm>
            <a:off x="5260320" y="2586960"/>
            <a:ext cx="292320" cy="292320"/>
          </a:xfrm>
          <a:prstGeom prst="ellipse">
            <a:avLst/>
          </a:prstGeom>
          <a:solidFill>
            <a:srgbClr val="8a5e35"/>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trike="noStrike" u="none">
              <a:solidFill>
                <a:schemeClr val="lt1"/>
              </a:solidFill>
              <a:effectLst/>
              <a:uFillTx/>
              <a:latin typeface="SamsungOne 400"/>
              <a:ea typeface="SamsungOneKorean 400"/>
            </a:endParaRPr>
          </a:p>
        </p:txBody>
      </p:sp>
      <p:sp>
        <p:nvSpPr>
          <p:cNvPr id="383" name="TextBox 28"/>
          <p:cNvSpPr/>
          <p:nvPr/>
        </p:nvSpPr>
        <p:spPr>
          <a:xfrm>
            <a:off x="5662440" y="2614320"/>
            <a:ext cx="1364040" cy="237240"/>
          </a:xfrm>
          <a:prstGeom prst="rect">
            <a:avLst/>
          </a:prstGeom>
          <a:noFill/>
          <a:ln w="0">
            <a:noFill/>
          </a:ln>
        </p:spPr>
        <p:style>
          <a:lnRef idx="0"/>
          <a:fillRef idx="0"/>
          <a:effectRef idx="0"/>
          <a:fontRef idx="minor"/>
        </p:style>
        <p:txBody>
          <a:bodyPr lIns="0" rIns="0" tIns="0" bIns="0" anchor="ctr">
            <a:spAutoFit/>
          </a:bodyPr>
          <a:p>
            <a:pPr defTabSz="457200">
              <a:lnSpc>
                <a:spcPct val="100000"/>
              </a:lnSpc>
            </a:pPr>
            <a:r>
              <a:rPr b="1" lang="en-US" sz="1300" strike="noStrike" u="none">
                <a:solidFill>
                  <a:srgbClr val="b5533c"/>
                </a:solidFill>
                <a:effectLst/>
                <a:uFillTx/>
                <a:latin typeface="Readex Pro"/>
                <a:ea typeface="Readex Pro"/>
              </a:rPr>
              <a:t>v0.3 in the app</a:t>
            </a:r>
            <a:endParaRPr b="0" lang="en-US" sz="1300" strike="noStrike" u="none">
              <a:solidFill>
                <a:srgbClr val="000000"/>
              </a:solidFill>
              <a:effectLst/>
              <a:uFillTx/>
              <a:latin typeface="Arial"/>
            </a:endParaRPr>
          </a:p>
        </p:txBody>
      </p:sp>
      <p:sp>
        <p:nvSpPr>
          <p:cNvPr id="384" name="Rectangle 29"/>
          <p:cNvSpPr/>
          <p:nvPr/>
        </p:nvSpPr>
        <p:spPr>
          <a:xfrm>
            <a:off x="2423160" y="5513760"/>
            <a:ext cx="45360" cy="145800"/>
          </a:xfrm>
          <a:prstGeom prst="rect">
            <a:avLst/>
          </a:prstGeom>
          <a:solidFill>
            <a:srgbClr val="c6986b"/>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trike="noStrike" u="none">
              <a:solidFill>
                <a:schemeClr val="lt1"/>
              </a:solidFill>
              <a:effectLst/>
              <a:uFillTx/>
              <a:latin typeface="SamsungOne 400"/>
              <a:ea typeface="SamsungOneKorean 400"/>
            </a:endParaRPr>
          </a:p>
        </p:txBody>
      </p:sp>
      <p:sp>
        <p:nvSpPr>
          <p:cNvPr id="385" name="TextBox 30"/>
          <p:cNvSpPr/>
          <p:nvPr/>
        </p:nvSpPr>
        <p:spPr>
          <a:xfrm>
            <a:off x="2532960" y="5486400"/>
            <a:ext cx="5943240" cy="200880"/>
          </a:xfrm>
          <a:prstGeom prst="rect">
            <a:avLst/>
          </a:prstGeom>
          <a:noFill/>
          <a:ln w="0">
            <a:noFill/>
          </a:ln>
        </p:spPr>
        <p:style>
          <a:lnRef idx="0"/>
          <a:fillRef idx="0"/>
          <a:effectRef idx="0"/>
          <a:fontRef idx="minor"/>
        </p:style>
        <p:txBody>
          <a:bodyPr lIns="0" rIns="0" tIns="0" bIns="0" anchor="ctr">
            <a:spAutoFit/>
          </a:bodyPr>
          <a:p>
            <a:pPr defTabSz="457200">
              <a:lnSpc>
                <a:spcPct val="100000"/>
              </a:lnSpc>
            </a:pPr>
            <a:r>
              <a:rPr b="0" lang="en-US" sz="1050" strike="noStrike" u="none">
                <a:solidFill>
                  <a:srgbClr val="6f6b5e"/>
                </a:solidFill>
                <a:effectLst/>
                <a:uFillTx/>
                <a:latin typeface="Readex Pro"/>
                <a:ea typeface="Readex Pro"/>
              </a:rPr>
              <a:t>BayanBench v2, test core items</a:t>
            </a:r>
            <a:endParaRPr b="0" lang="en-US" sz="1050" strike="noStrike" u="none">
              <a:solidFill>
                <a:srgbClr val="000000"/>
              </a:solidFill>
              <a:effectLst/>
              <a:uFillTx/>
              <a:latin typeface="Arial"/>
            </a:endParaRPr>
          </a:p>
        </p:txBody>
      </p:sp>
      <p:sp>
        <p:nvSpPr>
          <p:cNvPr id="386" name="Rounded Rectangle 31"/>
          <p:cNvSpPr/>
          <p:nvPr/>
        </p:nvSpPr>
        <p:spPr>
          <a:xfrm>
            <a:off x="7178040" y="1874520"/>
            <a:ext cx="2157480" cy="635040"/>
          </a:xfrm>
          <a:prstGeom prst="roundRect">
            <a:avLst>
              <a:gd name="adj" fmla="val 14388"/>
            </a:avLst>
          </a:prstGeom>
          <a:solidFill>
            <a:srgbClr val="eeddc7"/>
          </a:solidFill>
          <a:ln w="15875">
            <a:solidFill>
              <a:srgbClr val="eeddc7"/>
            </a:solidFill>
          </a:ln>
        </p:spPr>
        <p:style>
          <a:lnRef idx="1">
            <a:schemeClr val="accent1"/>
          </a:lnRef>
          <a:fillRef idx="3">
            <a:schemeClr val="accent1"/>
          </a:fillRef>
          <a:effectRef idx="2">
            <a:schemeClr val="accent1"/>
          </a:effectRef>
          <a:fontRef idx="minor"/>
        </p:style>
        <p:txBody>
          <a:bodyPr lIns="109800" rIns="109800" tIns="0" bIns="0" anchor="ctr">
            <a:noAutofit/>
          </a:bodyPr>
          <a:p>
            <a:pPr algn="ctr" defTabSz="457200">
              <a:lnSpc>
                <a:spcPct val="100000"/>
              </a:lnSpc>
            </a:pPr>
            <a:r>
              <a:rPr b="1" lang="en-US" sz="1350" strike="noStrike" u="none">
                <a:solidFill>
                  <a:srgbClr val="8a5e35"/>
                </a:solidFill>
                <a:effectLst/>
                <a:uFillTx/>
                <a:latin typeface="Readex Pro"/>
                <a:ea typeface="Readex Pro"/>
              </a:rPr>
              <a:t>the more it simplifies,</a:t>
            </a:r>
            <a:endParaRPr b="0" lang="en-US" sz="1350" strike="noStrike" u="none">
              <a:solidFill>
                <a:srgbClr val="000000"/>
              </a:solidFill>
              <a:effectLst/>
              <a:uFillTx/>
              <a:latin typeface="Arial"/>
            </a:endParaRPr>
          </a:p>
          <a:p>
            <a:pPr algn="ctr" defTabSz="457200">
              <a:lnSpc>
                <a:spcPct val="100000"/>
              </a:lnSpc>
            </a:pPr>
            <a:r>
              <a:rPr b="1" lang="en-US" sz="1350" strike="noStrike" u="none">
                <a:solidFill>
                  <a:srgbClr val="8a5e35"/>
                </a:solidFill>
                <a:effectLst/>
                <a:uFillTx/>
                <a:latin typeface="Readex Pro"/>
                <a:ea typeface="Readex Pro"/>
              </a:rPr>
              <a:t>the less meaning it keeps, obviously</a:t>
            </a:r>
            <a:endParaRPr b="0" lang="en-US" sz="1350" strike="noStrike" u="none">
              <a:solidFill>
                <a:srgbClr val="000000"/>
              </a:solidFill>
              <a:effectLst/>
              <a:uFillTx/>
              <a:latin typeface="Arial"/>
            </a:endParaRPr>
          </a:p>
        </p:txBody>
      </p:sp>
      <p:sp>
        <p:nvSpPr>
          <p:cNvPr id="387" name="Rounded Rectangle 32"/>
          <p:cNvSpPr/>
          <p:nvPr/>
        </p:nvSpPr>
        <p:spPr>
          <a:xfrm>
            <a:off x="7178040" y="2711160"/>
            <a:ext cx="2157480" cy="861480"/>
          </a:xfrm>
          <a:prstGeom prst="roundRect">
            <a:avLst>
              <a:gd name="adj" fmla="val 10610"/>
            </a:avLst>
          </a:prstGeom>
          <a:solidFill>
            <a:srgbClr val="c6986b"/>
          </a:solidFill>
          <a:ln w="15875">
            <a:solidFill>
              <a:srgbClr val="c6986b"/>
            </a:solidFill>
          </a:ln>
        </p:spPr>
        <p:style>
          <a:lnRef idx="1">
            <a:schemeClr val="accent1"/>
          </a:lnRef>
          <a:fillRef idx="3">
            <a:schemeClr val="accent1"/>
          </a:fillRef>
          <a:effectRef idx="2">
            <a:schemeClr val="accent1"/>
          </a:effectRef>
          <a:fontRef idx="minor"/>
        </p:style>
        <p:txBody>
          <a:bodyPr lIns="109800" rIns="109800" tIns="0" bIns="0" anchor="ctr">
            <a:noAutofit/>
          </a:bodyPr>
          <a:p>
            <a:pPr algn="ctr" defTabSz="457200">
              <a:lnSpc>
                <a:spcPct val="100000"/>
              </a:lnSpc>
            </a:pPr>
            <a:r>
              <a:rPr b="1" lang="en-US" sz="1350" strike="noStrike" u="none">
                <a:solidFill>
                  <a:srgbClr val="1a1a14"/>
                </a:solidFill>
                <a:effectLst/>
                <a:uFillTx/>
                <a:latin typeface="Readex Pro"/>
                <a:ea typeface="Readex Pro"/>
              </a:rPr>
              <a:t>v0.3 keeps the most meaning (82%)</a:t>
            </a:r>
            <a:endParaRPr b="0" lang="en-US" sz="1350" strike="noStrike" u="none">
              <a:solidFill>
                <a:srgbClr val="000000"/>
              </a:solidFill>
              <a:effectLst/>
              <a:uFillTx/>
              <a:latin typeface="Arial"/>
            </a:endParaRPr>
          </a:p>
          <a:p>
            <a:pPr algn="ctr" defTabSz="457200">
              <a:lnSpc>
                <a:spcPct val="100000"/>
              </a:lnSpc>
            </a:pPr>
            <a:r>
              <a:rPr b="1" lang="en-US" sz="1350" strike="noStrike" u="none">
                <a:solidFill>
                  <a:srgbClr val="1a1a14"/>
                </a:solidFill>
                <a:effectLst/>
                <a:uFillTx/>
                <a:latin typeface="Readex Pro"/>
                <a:ea typeface="Readex Pro"/>
              </a:rPr>
              <a:t>and still cuts 5.2 words off</a:t>
            </a:r>
            <a:endParaRPr b="0" lang="en-US" sz="1350" strike="noStrike" u="none">
              <a:solidFill>
                <a:srgbClr val="000000"/>
              </a:solidFill>
              <a:effectLst/>
              <a:uFillTx/>
              <a:latin typeface="Arial"/>
            </a:endParaRPr>
          </a:p>
          <a:p>
            <a:pPr algn="ctr" defTabSz="457200">
              <a:lnSpc>
                <a:spcPct val="100000"/>
              </a:lnSpc>
            </a:pPr>
            <a:r>
              <a:rPr b="1" lang="en-US" sz="1350" strike="noStrike" u="none">
                <a:solidFill>
                  <a:srgbClr val="1a1a14"/>
                </a:solidFill>
                <a:effectLst/>
                <a:uFillTx/>
                <a:latin typeface="Readex Pro"/>
                <a:ea typeface="Readex Pro"/>
              </a:rPr>
              <a:t>the longest clause</a:t>
            </a:r>
            <a:endParaRPr b="0" lang="en-US" sz="1350" strike="noStrike" u="none">
              <a:solidFill>
                <a:srgbClr val="000000"/>
              </a:solidFill>
              <a:effectLst/>
              <a:uFillTx/>
              <a:latin typeface="Arial"/>
            </a:endParaRPr>
          </a:p>
        </p:txBody>
      </p:sp>
      <p:sp>
        <p:nvSpPr>
          <p:cNvPr id="388" name="Rounded Rectangle 33"/>
          <p:cNvSpPr/>
          <p:nvPr/>
        </p:nvSpPr>
        <p:spPr>
          <a:xfrm>
            <a:off x="7178040" y="3774240"/>
            <a:ext cx="2157480" cy="601560"/>
          </a:xfrm>
          <a:prstGeom prst="roundRect">
            <a:avLst>
              <a:gd name="adj" fmla="val 15189"/>
            </a:avLst>
          </a:prstGeom>
          <a:solidFill>
            <a:srgbClr val="efe9d9"/>
          </a:solidFill>
          <a:ln w="15875">
            <a:solidFill>
              <a:srgbClr val="efe9d9"/>
            </a:solidFill>
          </a:ln>
        </p:spPr>
        <p:style>
          <a:lnRef idx="1">
            <a:schemeClr val="accent1"/>
          </a:lnRef>
          <a:fillRef idx="3">
            <a:schemeClr val="accent1"/>
          </a:fillRef>
          <a:effectRef idx="2">
            <a:schemeClr val="accent1"/>
          </a:effectRef>
          <a:fontRef idx="minor"/>
        </p:style>
        <p:txBody>
          <a:bodyPr lIns="109800" rIns="109800" tIns="0" bIns="0" anchor="ctr">
            <a:noAutofit/>
          </a:bodyPr>
          <a:p>
            <a:pPr algn="ctr" defTabSz="457200">
              <a:lnSpc>
                <a:spcPct val="100000"/>
              </a:lnSpc>
            </a:pPr>
            <a:r>
              <a:rPr b="0" lang="en-US" sz="1250" strike="noStrike" u="none">
                <a:solidFill>
                  <a:srgbClr val="4a4842"/>
                </a:solidFill>
                <a:effectLst/>
                <a:uFillTx/>
                <a:latin typeface="Readex Pro"/>
                <a:ea typeface="Readex Pro"/>
              </a:rPr>
              <a:t>v0.3 is the app's large model,</a:t>
            </a:r>
            <a:endParaRPr b="0" lang="en-US" sz="1250" strike="noStrike" u="none">
              <a:solidFill>
                <a:srgbClr val="000000"/>
              </a:solidFill>
              <a:effectLst/>
              <a:uFillTx/>
              <a:latin typeface="Arial"/>
            </a:endParaRPr>
          </a:p>
          <a:p>
            <a:pPr algn="ctr" defTabSz="457200">
              <a:lnSpc>
                <a:spcPct val="100000"/>
              </a:lnSpc>
            </a:pPr>
            <a:r>
              <a:rPr b="0" lang="en-US" sz="1250" strike="noStrike" u="none">
                <a:solidFill>
                  <a:srgbClr val="4a4842"/>
                </a:solidFill>
                <a:effectLst/>
                <a:uFillTx/>
                <a:latin typeface="Readex Pro"/>
                <a:ea typeface="Readex Pro"/>
              </a:rPr>
              <a:t>decoded with four beams</a:t>
            </a:r>
            <a:endParaRPr b="0" lang="en-US" sz="125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89" name="Background"/>
          <p:cNvSpPr/>
          <p:nvPr/>
        </p:nvSpPr>
        <p:spPr>
          <a:xfrm>
            <a:off x="0" y="0"/>
            <a:ext cx="9902520" cy="6857640"/>
          </a:xfrm>
          <a:prstGeom prst="rect">
            <a:avLst/>
          </a:prstGeom>
          <a:solidFill>
            <a:srgbClr val="f6f2e6"/>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trike="noStrike" u="none">
              <a:solidFill>
                <a:schemeClr val="lt1"/>
              </a:solidFill>
              <a:effectLst/>
              <a:uFillTx/>
              <a:latin typeface="SamsungOne 400"/>
              <a:ea typeface="SamsungOneKorean 400"/>
            </a:endParaRPr>
          </a:p>
        </p:txBody>
      </p:sp>
      <p:sp>
        <p:nvSpPr>
          <p:cNvPr id="390" name="Rectangle 2"/>
          <p:cNvSpPr/>
          <p:nvPr/>
        </p:nvSpPr>
        <p:spPr>
          <a:xfrm>
            <a:off x="567000" y="475560"/>
            <a:ext cx="63720" cy="273960"/>
          </a:xfrm>
          <a:prstGeom prst="rect">
            <a:avLst/>
          </a:prstGeom>
          <a:solidFill>
            <a:srgbClr val="c6986b"/>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trike="noStrike" u="none">
              <a:solidFill>
                <a:schemeClr val="lt1"/>
              </a:solidFill>
              <a:effectLst/>
              <a:uFillTx/>
              <a:latin typeface="SamsungOne 400"/>
              <a:ea typeface="SamsungOneKorean 400"/>
            </a:endParaRPr>
          </a:p>
        </p:txBody>
      </p:sp>
      <p:sp>
        <p:nvSpPr>
          <p:cNvPr id="391" name="TextBox 3"/>
          <p:cNvSpPr/>
          <p:nvPr/>
        </p:nvSpPr>
        <p:spPr>
          <a:xfrm>
            <a:off x="731520" y="438840"/>
            <a:ext cx="8586000" cy="310680"/>
          </a:xfrm>
          <a:prstGeom prst="rect">
            <a:avLst/>
          </a:prstGeom>
          <a:noFill/>
          <a:ln w="0">
            <a:noFill/>
          </a:ln>
        </p:spPr>
        <p:style>
          <a:lnRef idx="0"/>
          <a:fillRef idx="0"/>
          <a:effectRef idx="0"/>
          <a:fontRef idx="minor"/>
        </p:style>
        <p:txBody>
          <a:bodyPr lIns="0" rIns="0" tIns="0" bIns="0" anchor="ctr">
            <a:spAutoFit/>
          </a:bodyPr>
          <a:p>
            <a:pPr defTabSz="457200">
              <a:lnSpc>
                <a:spcPct val="100000"/>
              </a:lnSpc>
            </a:pPr>
            <a:r>
              <a:rPr b="1" lang="en-US" sz="1250" strike="noStrike" u="none">
                <a:solidFill>
                  <a:srgbClr val="c6986b"/>
                </a:solidFill>
                <a:effectLst/>
                <a:uFillTx/>
                <a:latin typeface="Readex Pro"/>
                <a:ea typeface="Readex Pro"/>
              </a:rPr>
              <a:t>05 · RESULTS</a:t>
            </a:r>
            <a:endParaRPr b="0" lang="en-US" sz="1250" strike="noStrike" u="none">
              <a:solidFill>
                <a:srgbClr val="000000"/>
              </a:solidFill>
              <a:effectLst/>
              <a:uFillTx/>
              <a:latin typeface="Arial"/>
            </a:endParaRPr>
          </a:p>
        </p:txBody>
      </p:sp>
      <p:sp>
        <p:nvSpPr>
          <p:cNvPr id="392" name="TextBox 4"/>
          <p:cNvSpPr/>
          <p:nvPr/>
        </p:nvSpPr>
        <p:spPr>
          <a:xfrm>
            <a:off x="567000" y="804600"/>
            <a:ext cx="8768880" cy="502560"/>
          </a:xfrm>
          <a:prstGeom prst="rect">
            <a:avLst/>
          </a:prstGeom>
          <a:noFill/>
          <a:ln w="0">
            <a:noFill/>
          </a:ln>
        </p:spPr>
        <p:style>
          <a:lnRef idx="0"/>
          <a:fillRef idx="0"/>
          <a:effectRef idx="0"/>
          <a:fontRef idx="minor"/>
        </p:style>
        <p:txBody>
          <a:bodyPr lIns="0" rIns="0" tIns="0" bIns="0" anchor="ctr">
            <a:spAutoFit/>
          </a:bodyPr>
          <a:p>
            <a:pPr defTabSz="457200">
              <a:lnSpc>
                <a:spcPct val="100000"/>
              </a:lnSpc>
            </a:pPr>
            <a:r>
              <a:rPr b="1" lang="en-US" sz="2600" strike="noStrike" u="none">
                <a:solidFill>
                  <a:srgbClr val="282824"/>
                </a:solidFill>
                <a:effectLst/>
                <a:uFillTx/>
                <a:latin typeface="Readex Pro"/>
                <a:ea typeface="Readex Pro"/>
              </a:rPr>
              <a:t>v0.3 is our best model</a:t>
            </a:r>
            <a:endParaRPr b="0" lang="en-US" sz="2600" strike="noStrike" u="none">
              <a:solidFill>
                <a:srgbClr val="000000"/>
              </a:solidFill>
              <a:effectLst/>
              <a:uFillTx/>
              <a:latin typeface="Arial"/>
            </a:endParaRPr>
          </a:p>
        </p:txBody>
      </p:sp>
      <p:pic>
        <p:nvPicPr>
          <p:cNvPr id="393" name="Samsung logo" descr="Samsung"/>
          <p:cNvPicPr/>
          <p:nvPr/>
        </p:nvPicPr>
        <p:blipFill>
          <a:blip r:embed="rId1"/>
          <a:stretch/>
        </p:blipFill>
        <p:spPr>
          <a:xfrm>
            <a:off x="567000" y="6336720"/>
            <a:ext cx="1023840" cy="156960"/>
          </a:xfrm>
          <a:prstGeom prst="rect">
            <a:avLst/>
          </a:prstGeom>
          <a:noFill/>
          <a:ln w="0">
            <a:noFill/>
          </a:ln>
        </p:spPr>
      </p:pic>
      <p:sp>
        <p:nvSpPr>
          <p:cNvPr id="394" name="TextBox 6"/>
          <p:cNvSpPr/>
          <p:nvPr/>
        </p:nvSpPr>
        <p:spPr>
          <a:xfrm>
            <a:off x="1737360" y="6382440"/>
            <a:ext cx="3840120" cy="255600"/>
          </a:xfrm>
          <a:prstGeom prst="rect">
            <a:avLst/>
          </a:prstGeom>
          <a:noFill/>
          <a:ln w="0">
            <a:noFill/>
          </a:ln>
        </p:spPr>
        <p:style>
          <a:lnRef idx="0"/>
          <a:fillRef idx="0"/>
          <a:effectRef idx="0"/>
          <a:fontRef idx="minor"/>
        </p:style>
        <p:txBody>
          <a:bodyPr lIns="0" rIns="0" tIns="0" bIns="0" anchor="ctr">
            <a:spAutoFit/>
          </a:bodyPr>
          <a:p>
            <a:pPr defTabSz="457200">
              <a:lnSpc>
                <a:spcPct val="100000"/>
              </a:lnSpc>
            </a:pPr>
            <a:r>
              <a:rPr b="0" lang="en-US" sz="1000" strike="noStrike" u="none">
                <a:solidFill>
                  <a:srgbClr val="6f6b5e"/>
                </a:solidFill>
                <a:effectLst/>
                <a:uFillTx/>
                <a:latin typeface="Readex Pro"/>
                <a:ea typeface="Readex Pro"/>
              </a:rPr>
              <a:t>Samsung Innovation Campus  ·  AI Course</a:t>
            </a:r>
            <a:endParaRPr b="0" lang="en-US" sz="1000" strike="noStrike" u="none">
              <a:solidFill>
                <a:srgbClr val="000000"/>
              </a:solidFill>
              <a:effectLst/>
              <a:uFillTx/>
              <a:latin typeface="Arial"/>
            </a:endParaRPr>
          </a:p>
        </p:txBody>
      </p:sp>
      <p:sp>
        <p:nvSpPr>
          <p:cNvPr id="395" name="TextBox 7"/>
          <p:cNvSpPr/>
          <p:nvPr/>
        </p:nvSpPr>
        <p:spPr>
          <a:xfrm>
            <a:off x="8421480" y="6382440"/>
            <a:ext cx="914040" cy="255600"/>
          </a:xfrm>
          <a:prstGeom prst="rect">
            <a:avLst/>
          </a:prstGeom>
          <a:noFill/>
          <a:ln w="0">
            <a:noFill/>
          </a:ln>
        </p:spPr>
        <p:style>
          <a:lnRef idx="0"/>
          <a:fillRef idx="0"/>
          <a:effectRef idx="0"/>
          <a:fontRef idx="minor"/>
        </p:style>
        <p:txBody>
          <a:bodyPr lIns="0" rIns="0" tIns="0" bIns="0" anchor="ctr">
            <a:spAutoFit/>
          </a:bodyPr>
          <a:p>
            <a:pPr algn="r" defTabSz="457200">
              <a:lnSpc>
                <a:spcPct val="100000"/>
              </a:lnSpc>
            </a:pPr>
            <a:r>
              <a:rPr b="0" lang="en-US" sz="1000" strike="noStrike" u="none">
                <a:solidFill>
                  <a:srgbClr val="6f6b5e"/>
                </a:solidFill>
                <a:effectLst/>
                <a:uFillTx/>
                <a:latin typeface="Readex Pro"/>
                <a:ea typeface="Readex Pro"/>
              </a:rPr>
              <a:t>6 / 8</a:t>
            </a:r>
            <a:endParaRPr b="0" lang="en-US" sz="1000" strike="noStrike" u="none">
              <a:solidFill>
                <a:srgbClr val="000000"/>
              </a:solidFill>
              <a:effectLst/>
              <a:uFillTx/>
              <a:latin typeface="Arial"/>
            </a:endParaRPr>
          </a:p>
        </p:txBody>
      </p:sp>
      <p:sp>
        <p:nvSpPr>
          <p:cNvPr id="396" name="TextBox 8"/>
          <p:cNvSpPr/>
          <p:nvPr/>
        </p:nvSpPr>
        <p:spPr>
          <a:xfrm>
            <a:off x="567000" y="1481400"/>
            <a:ext cx="8768880" cy="255600"/>
          </a:xfrm>
          <a:prstGeom prst="rect">
            <a:avLst/>
          </a:prstGeom>
          <a:noFill/>
          <a:ln w="0">
            <a:noFill/>
          </a:ln>
        </p:spPr>
        <p:style>
          <a:lnRef idx="0"/>
          <a:fillRef idx="0"/>
          <a:effectRef idx="0"/>
          <a:fontRef idx="minor"/>
        </p:style>
        <p:txBody>
          <a:bodyPr lIns="0" rIns="0" tIns="0" bIns="0" anchor="ctr">
            <a:spAutoFit/>
          </a:bodyPr>
          <a:p>
            <a:pPr algn="ctr" defTabSz="457200">
              <a:lnSpc>
                <a:spcPct val="100000"/>
              </a:lnSpc>
            </a:pPr>
            <a:r>
              <a:rPr b="0" lang="en-US" sz="1200" strike="noStrike" u="none">
                <a:solidFill>
                  <a:srgbClr val="6f6b5e"/>
                </a:solidFill>
                <a:effectLst/>
                <a:uFillTx/>
                <a:latin typeface="Readex Pro"/>
                <a:ea typeface="Readex Pro"/>
              </a:rPr>
              <a:t>In the app: v0.3 minus v0.2, same text step · 95% intervals</a:t>
            </a:r>
            <a:endParaRPr b="0" lang="en-US" sz="1200" strike="noStrike" u="none">
              <a:solidFill>
                <a:srgbClr val="000000"/>
              </a:solidFill>
              <a:effectLst/>
              <a:uFillTx/>
              <a:latin typeface="Arial"/>
            </a:endParaRPr>
          </a:p>
        </p:txBody>
      </p:sp>
      <p:sp>
        <p:nvSpPr>
          <p:cNvPr id="397" name="TextBox 9"/>
          <p:cNvSpPr/>
          <p:nvPr/>
        </p:nvSpPr>
        <p:spPr>
          <a:xfrm>
            <a:off x="567000" y="2057400"/>
            <a:ext cx="3565800" cy="255600"/>
          </a:xfrm>
          <a:prstGeom prst="rect">
            <a:avLst/>
          </a:prstGeom>
          <a:noFill/>
          <a:ln w="0">
            <a:noFill/>
          </a:ln>
        </p:spPr>
        <p:style>
          <a:lnRef idx="0"/>
          <a:fillRef idx="0"/>
          <a:effectRef idx="0"/>
          <a:fontRef idx="minor"/>
        </p:style>
        <p:txBody>
          <a:bodyPr lIns="0" rIns="0" tIns="0" bIns="0" anchor="ctr">
            <a:spAutoFit/>
          </a:bodyPr>
          <a:p>
            <a:pPr defTabSz="457200">
              <a:lnSpc>
                <a:spcPct val="100000"/>
              </a:lnSpc>
            </a:pPr>
            <a:r>
              <a:rPr b="0" lang="en-US" sz="1200" strike="noStrike" u="none">
                <a:solidFill>
                  <a:srgbClr val="4a4842"/>
                </a:solidFill>
                <a:effectLst/>
                <a:uFillTx/>
                <a:latin typeface="Readex Pro"/>
                <a:ea typeface="Readex Pro"/>
              </a:rPr>
              <a:t>words cut from the longest clause</a:t>
            </a:r>
            <a:endParaRPr b="0" lang="en-US" sz="1200" strike="noStrike" u="none">
              <a:solidFill>
                <a:srgbClr val="000000"/>
              </a:solidFill>
              <a:effectLst/>
              <a:uFillTx/>
              <a:latin typeface="Arial"/>
            </a:endParaRPr>
          </a:p>
        </p:txBody>
      </p:sp>
      <p:cxnSp>
        <p:nvCxnSpPr>
          <p:cNvPr id="398" name="Connector 10"/>
          <p:cNvCxnSpPr/>
          <p:nvPr/>
        </p:nvCxnSpPr>
        <p:spPr>
          <a:xfrm>
            <a:off x="3520440" y="2203560"/>
            <a:ext cx="3383640" cy="360"/>
          </a:xfrm>
          <a:prstGeom prst="straightConnector1">
            <a:avLst/>
          </a:prstGeom>
          <a:ln w="38100">
            <a:solidFill>
              <a:srgbClr val="e6dfcc"/>
            </a:solidFill>
          </a:ln>
        </p:spPr>
      </p:cxnSp>
      <p:cxnSp>
        <p:nvCxnSpPr>
          <p:cNvPr id="399" name="Connector 11"/>
          <p:cNvCxnSpPr/>
          <p:nvPr/>
        </p:nvCxnSpPr>
        <p:spPr>
          <a:xfrm>
            <a:off x="5212080" y="2084760"/>
            <a:ext cx="360" cy="237960"/>
          </a:xfrm>
          <a:prstGeom prst="straightConnector1">
            <a:avLst/>
          </a:prstGeom>
          <a:ln w="19050">
            <a:solidFill>
              <a:srgbClr val="a29d8c"/>
            </a:solidFill>
          </a:ln>
        </p:spPr>
      </p:cxnSp>
      <p:cxnSp>
        <p:nvCxnSpPr>
          <p:cNvPr id="400" name="Connector 12"/>
          <p:cNvCxnSpPr/>
          <p:nvPr/>
        </p:nvCxnSpPr>
        <p:spPr>
          <a:xfrm>
            <a:off x="5888520" y="2203560"/>
            <a:ext cx="564120" cy="360"/>
          </a:xfrm>
          <a:prstGeom prst="straightConnector1">
            <a:avLst/>
          </a:prstGeom>
          <a:ln w="63500">
            <a:solidFill>
              <a:srgbClr val="8a5e35"/>
            </a:solidFill>
          </a:ln>
        </p:spPr>
      </p:cxnSp>
      <p:sp>
        <p:nvSpPr>
          <p:cNvPr id="401" name="Oval 13"/>
          <p:cNvSpPr/>
          <p:nvPr/>
        </p:nvSpPr>
        <p:spPr>
          <a:xfrm>
            <a:off x="6097680" y="2130480"/>
            <a:ext cx="145800" cy="145800"/>
          </a:xfrm>
          <a:prstGeom prst="ellipse">
            <a:avLst/>
          </a:prstGeom>
          <a:solidFill>
            <a:srgbClr val="8a5e35"/>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trike="noStrike" u="none">
              <a:solidFill>
                <a:schemeClr val="lt1"/>
              </a:solidFill>
              <a:effectLst/>
              <a:uFillTx/>
              <a:latin typeface="SamsungOne 400"/>
              <a:ea typeface="SamsungOneKorean 400"/>
            </a:endParaRPr>
          </a:p>
        </p:txBody>
      </p:sp>
      <p:sp>
        <p:nvSpPr>
          <p:cNvPr id="402" name="TextBox 14"/>
          <p:cNvSpPr/>
          <p:nvPr/>
        </p:nvSpPr>
        <p:spPr>
          <a:xfrm>
            <a:off x="7013520" y="2075760"/>
            <a:ext cx="1005480" cy="255600"/>
          </a:xfrm>
          <a:prstGeom prst="rect">
            <a:avLst/>
          </a:prstGeom>
          <a:noFill/>
          <a:ln w="0">
            <a:noFill/>
          </a:ln>
        </p:spPr>
        <p:style>
          <a:lnRef idx="0"/>
          <a:fillRef idx="0"/>
          <a:effectRef idx="0"/>
          <a:fontRef idx="minor"/>
        </p:style>
        <p:txBody>
          <a:bodyPr lIns="0" rIns="0" tIns="0" bIns="0" anchor="ctr">
            <a:spAutoFit/>
          </a:bodyPr>
          <a:p>
            <a:pPr defTabSz="457200">
              <a:lnSpc>
                <a:spcPct val="100000"/>
              </a:lnSpc>
            </a:pPr>
            <a:r>
              <a:rPr b="1" lang="en-US" sz="1200" strike="noStrike" u="none">
                <a:solidFill>
                  <a:srgbClr val="8a5e35"/>
                </a:solidFill>
                <a:effectLst/>
                <a:uFillTx/>
                <a:latin typeface="Readex Pro"/>
                <a:ea typeface="Readex Pro"/>
              </a:rPr>
              <a:t>+3.4</a:t>
            </a:r>
            <a:endParaRPr b="0" lang="en-US" sz="1200" strike="noStrike" u="none">
              <a:solidFill>
                <a:srgbClr val="000000"/>
              </a:solidFill>
              <a:effectLst/>
              <a:uFillTx/>
              <a:latin typeface="Arial"/>
            </a:endParaRPr>
          </a:p>
        </p:txBody>
      </p:sp>
      <p:sp>
        <p:nvSpPr>
          <p:cNvPr id="403" name="TextBox 15"/>
          <p:cNvSpPr/>
          <p:nvPr/>
        </p:nvSpPr>
        <p:spPr>
          <a:xfrm>
            <a:off x="567000" y="2715840"/>
            <a:ext cx="3565800" cy="255600"/>
          </a:xfrm>
          <a:prstGeom prst="rect">
            <a:avLst/>
          </a:prstGeom>
          <a:noFill/>
          <a:ln w="0">
            <a:noFill/>
          </a:ln>
        </p:spPr>
        <p:style>
          <a:lnRef idx="0"/>
          <a:fillRef idx="0"/>
          <a:effectRef idx="0"/>
          <a:fontRef idx="minor"/>
        </p:style>
        <p:txBody>
          <a:bodyPr lIns="0" rIns="0" tIns="0" bIns="0" anchor="ctr">
            <a:spAutoFit/>
          </a:bodyPr>
          <a:p>
            <a:pPr defTabSz="457200">
              <a:lnSpc>
                <a:spcPct val="100000"/>
              </a:lnSpc>
            </a:pPr>
            <a:r>
              <a:rPr b="0" lang="en-US" sz="1200" strike="noStrike" u="none">
                <a:solidFill>
                  <a:srgbClr val="4a4842"/>
                </a:solidFill>
                <a:effectLst/>
                <a:uFillTx/>
                <a:latin typeface="Readex Pro"/>
                <a:ea typeface="Readex Pro"/>
              </a:rPr>
              <a:t>hard words removed</a:t>
            </a:r>
            <a:endParaRPr b="0" lang="en-US" sz="1200" strike="noStrike" u="none">
              <a:solidFill>
                <a:srgbClr val="000000"/>
              </a:solidFill>
              <a:effectLst/>
              <a:uFillTx/>
              <a:latin typeface="Arial"/>
            </a:endParaRPr>
          </a:p>
        </p:txBody>
      </p:sp>
      <p:cxnSp>
        <p:nvCxnSpPr>
          <p:cNvPr id="404" name="Connector 16"/>
          <p:cNvCxnSpPr/>
          <p:nvPr/>
        </p:nvCxnSpPr>
        <p:spPr>
          <a:xfrm>
            <a:off x="3520440" y="2862000"/>
            <a:ext cx="3383640" cy="360"/>
          </a:xfrm>
          <a:prstGeom prst="straightConnector1">
            <a:avLst/>
          </a:prstGeom>
          <a:ln w="38100">
            <a:solidFill>
              <a:srgbClr val="e6dfcc"/>
            </a:solidFill>
          </a:ln>
        </p:spPr>
      </p:cxnSp>
      <p:cxnSp>
        <p:nvCxnSpPr>
          <p:cNvPr id="405" name="Connector 17"/>
          <p:cNvCxnSpPr/>
          <p:nvPr/>
        </p:nvCxnSpPr>
        <p:spPr>
          <a:xfrm>
            <a:off x="5212080" y="2742840"/>
            <a:ext cx="360" cy="238320"/>
          </a:xfrm>
          <a:prstGeom prst="straightConnector1">
            <a:avLst/>
          </a:prstGeom>
          <a:ln w="19050">
            <a:solidFill>
              <a:srgbClr val="a29d8c"/>
            </a:solidFill>
          </a:ln>
        </p:spPr>
      </p:cxnSp>
      <p:cxnSp>
        <p:nvCxnSpPr>
          <p:cNvPr id="406" name="Connector 18"/>
          <p:cNvCxnSpPr/>
          <p:nvPr/>
        </p:nvCxnSpPr>
        <p:spPr>
          <a:xfrm>
            <a:off x="5803920" y="2862000"/>
            <a:ext cx="888480" cy="360"/>
          </a:xfrm>
          <a:prstGeom prst="straightConnector1">
            <a:avLst/>
          </a:prstGeom>
          <a:ln w="63500">
            <a:solidFill>
              <a:srgbClr val="8a5e35"/>
            </a:solidFill>
          </a:ln>
        </p:spPr>
      </p:cxnSp>
      <p:sp>
        <p:nvSpPr>
          <p:cNvPr id="407" name="Oval 19"/>
          <p:cNvSpPr/>
          <p:nvPr/>
        </p:nvSpPr>
        <p:spPr>
          <a:xfrm>
            <a:off x="6153840" y="2788920"/>
            <a:ext cx="145800" cy="145800"/>
          </a:xfrm>
          <a:prstGeom prst="ellipse">
            <a:avLst/>
          </a:prstGeom>
          <a:solidFill>
            <a:srgbClr val="8a5e35"/>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trike="noStrike" u="none">
              <a:solidFill>
                <a:schemeClr val="lt1"/>
              </a:solidFill>
              <a:effectLst/>
              <a:uFillTx/>
              <a:latin typeface="SamsungOne 400"/>
              <a:ea typeface="SamsungOneKorean 400"/>
            </a:endParaRPr>
          </a:p>
        </p:txBody>
      </p:sp>
      <p:sp>
        <p:nvSpPr>
          <p:cNvPr id="408" name="TextBox 20"/>
          <p:cNvSpPr/>
          <p:nvPr/>
        </p:nvSpPr>
        <p:spPr>
          <a:xfrm>
            <a:off x="7013520" y="2734200"/>
            <a:ext cx="1005480" cy="255600"/>
          </a:xfrm>
          <a:prstGeom prst="rect">
            <a:avLst/>
          </a:prstGeom>
          <a:noFill/>
          <a:ln w="0">
            <a:noFill/>
          </a:ln>
        </p:spPr>
        <p:style>
          <a:lnRef idx="0"/>
          <a:fillRef idx="0"/>
          <a:effectRef idx="0"/>
          <a:fontRef idx="minor"/>
        </p:style>
        <p:txBody>
          <a:bodyPr lIns="0" rIns="0" tIns="0" bIns="0" anchor="ctr">
            <a:spAutoFit/>
          </a:bodyPr>
          <a:p>
            <a:pPr defTabSz="457200">
              <a:lnSpc>
                <a:spcPct val="100000"/>
              </a:lnSpc>
            </a:pPr>
            <a:r>
              <a:rPr b="1" lang="en-US" sz="1200" strike="noStrike" u="none">
                <a:solidFill>
                  <a:srgbClr val="8a5e35"/>
                </a:solidFill>
                <a:effectLst/>
                <a:uFillTx/>
                <a:latin typeface="Readex Pro"/>
                <a:ea typeface="Readex Pro"/>
              </a:rPr>
              <a:t>+0.24</a:t>
            </a:r>
            <a:endParaRPr b="0" lang="en-US" sz="1200" strike="noStrike" u="none">
              <a:solidFill>
                <a:srgbClr val="000000"/>
              </a:solidFill>
              <a:effectLst/>
              <a:uFillTx/>
              <a:latin typeface="Arial"/>
            </a:endParaRPr>
          </a:p>
        </p:txBody>
      </p:sp>
      <p:sp>
        <p:nvSpPr>
          <p:cNvPr id="409" name="TextBox 21"/>
          <p:cNvSpPr/>
          <p:nvPr/>
        </p:nvSpPr>
        <p:spPr>
          <a:xfrm>
            <a:off x="567000" y="3374280"/>
            <a:ext cx="3565800" cy="255600"/>
          </a:xfrm>
          <a:prstGeom prst="rect">
            <a:avLst/>
          </a:prstGeom>
          <a:noFill/>
          <a:ln w="0">
            <a:noFill/>
          </a:ln>
        </p:spPr>
        <p:style>
          <a:lnRef idx="0"/>
          <a:fillRef idx="0"/>
          <a:effectRef idx="0"/>
          <a:fontRef idx="minor"/>
        </p:style>
        <p:txBody>
          <a:bodyPr lIns="0" rIns="0" tIns="0" bIns="0" anchor="ctr">
            <a:spAutoFit/>
          </a:bodyPr>
          <a:p>
            <a:pPr defTabSz="457200">
              <a:lnSpc>
                <a:spcPct val="100000"/>
              </a:lnSpc>
            </a:pPr>
            <a:r>
              <a:rPr b="0" lang="en-US" sz="1200" strike="noStrike" u="none">
                <a:solidFill>
                  <a:srgbClr val="4a4842"/>
                </a:solidFill>
                <a:effectLst/>
                <a:uFillTx/>
                <a:latin typeface="Readex Pro"/>
                <a:ea typeface="Readex Pro"/>
              </a:rPr>
              <a:t>reading levels lowered</a:t>
            </a:r>
            <a:endParaRPr b="0" lang="en-US" sz="1200" strike="noStrike" u="none">
              <a:solidFill>
                <a:srgbClr val="000000"/>
              </a:solidFill>
              <a:effectLst/>
              <a:uFillTx/>
              <a:latin typeface="Arial"/>
            </a:endParaRPr>
          </a:p>
        </p:txBody>
      </p:sp>
      <p:cxnSp>
        <p:nvCxnSpPr>
          <p:cNvPr id="410" name="Connector 22"/>
          <p:cNvCxnSpPr/>
          <p:nvPr/>
        </p:nvCxnSpPr>
        <p:spPr>
          <a:xfrm>
            <a:off x="3520440" y="3520440"/>
            <a:ext cx="3383640" cy="360"/>
          </a:xfrm>
          <a:prstGeom prst="straightConnector1">
            <a:avLst/>
          </a:prstGeom>
          <a:ln w="38100">
            <a:solidFill>
              <a:srgbClr val="e6dfcc"/>
            </a:solidFill>
          </a:ln>
        </p:spPr>
      </p:cxnSp>
      <p:cxnSp>
        <p:nvCxnSpPr>
          <p:cNvPr id="411" name="Connector 23"/>
          <p:cNvCxnSpPr/>
          <p:nvPr/>
        </p:nvCxnSpPr>
        <p:spPr>
          <a:xfrm>
            <a:off x="5212080" y="3401280"/>
            <a:ext cx="360" cy="238320"/>
          </a:xfrm>
          <a:prstGeom prst="straightConnector1">
            <a:avLst/>
          </a:prstGeom>
          <a:ln w="19050">
            <a:solidFill>
              <a:srgbClr val="a29d8c"/>
            </a:solidFill>
          </a:ln>
        </p:spPr>
      </p:cxnSp>
      <p:cxnSp>
        <p:nvCxnSpPr>
          <p:cNvPr id="412" name="Connector 24"/>
          <p:cNvCxnSpPr/>
          <p:nvPr/>
        </p:nvCxnSpPr>
        <p:spPr>
          <a:xfrm>
            <a:off x="5212080" y="3520440"/>
            <a:ext cx="902520" cy="360"/>
          </a:xfrm>
          <a:prstGeom prst="straightConnector1">
            <a:avLst/>
          </a:prstGeom>
          <a:ln w="63500">
            <a:solidFill>
              <a:srgbClr val="8a5e35"/>
            </a:solidFill>
          </a:ln>
        </p:spPr>
      </p:cxnSp>
      <p:sp>
        <p:nvSpPr>
          <p:cNvPr id="413" name="Oval 25"/>
          <p:cNvSpPr/>
          <p:nvPr/>
        </p:nvSpPr>
        <p:spPr>
          <a:xfrm>
            <a:off x="5590080" y="3447360"/>
            <a:ext cx="145800" cy="145800"/>
          </a:xfrm>
          <a:prstGeom prst="ellipse">
            <a:avLst/>
          </a:prstGeom>
          <a:solidFill>
            <a:srgbClr val="8a5e35"/>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trike="noStrike" u="none">
              <a:solidFill>
                <a:schemeClr val="lt1"/>
              </a:solidFill>
              <a:effectLst/>
              <a:uFillTx/>
              <a:latin typeface="SamsungOne 400"/>
              <a:ea typeface="SamsungOneKorean 400"/>
            </a:endParaRPr>
          </a:p>
        </p:txBody>
      </p:sp>
      <p:sp>
        <p:nvSpPr>
          <p:cNvPr id="414" name="TextBox 26"/>
          <p:cNvSpPr/>
          <p:nvPr/>
        </p:nvSpPr>
        <p:spPr>
          <a:xfrm>
            <a:off x="7013520" y="3392280"/>
            <a:ext cx="1005480" cy="255600"/>
          </a:xfrm>
          <a:prstGeom prst="rect">
            <a:avLst/>
          </a:prstGeom>
          <a:noFill/>
          <a:ln w="0">
            <a:noFill/>
          </a:ln>
        </p:spPr>
        <p:style>
          <a:lnRef idx="0"/>
          <a:fillRef idx="0"/>
          <a:effectRef idx="0"/>
          <a:fontRef idx="minor"/>
        </p:style>
        <p:txBody>
          <a:bodyPr lIns="0" rIns="0" tIns="0" bIns="0" anchor="ctr">
            <a:spAutoFit/>
          </a:bodyPr>
          <a:p>
            <a:pPr defTabSz="457200">
              <a:lnSpc>
                <a:spcPct val="100000"/>
              </a:lnSpc>
            </a:pPr>
            <a:r>
              <a:rPr b="1" lang="en-US" sz="1200" strike="noStrike" u="none">
                <a:solidFill>
                  <a:srgbClr val="8a5e35"/>
                </a:solidFill>
                <a:effectLst/>
                <a:uFillTx/>
                <a:latin typeface="Readex Pro"/>
                <a:ea typeface="Readex Pro"/>
              </a:rPr>
              <a:t>+0.08</a:t>
            </a:r>
            <a:endParaRPr b="0" lang="en-US" sz="1200" strike="noStrike" u="none">
              <a:solidFill>
                <a:srgbClr val="000000"/>
              </a:solidFill>
              <a:effectLst/>
              <a:uFillTx/>
              <a:latin typeface="Arial"/>
            </a:endParaRPr>
          </a:p>
        </p:txBody>
      </p:sp>
      <p:sp>
        <p:nvSpPr>
          <p:cNvPr id="415" name="TextBox 27"/>
          <p:cNvSpPr/>
          <p:nvPr/>
        </p:nvSpPr>
        <p:spPr>
          <a:xfrm>
            <a:off x="567000" y="4032360"/>
            <a:ext cx="3565800" cy="255600"/>
          </a:xfrm>
          <a:prstGeom prst="rect">
            <a:avLst/>
          </a:prstGeom>
          <a:noFill/>
          <a:ln w="0">
            <a:noFill/>
          </a:ln>
        </p:spPr>
        <p:style>
          <a:lnRef idx="0"/>
          <a:fillRef idx="0"/>
          <a:effectRef idx="0"/>
          <a:fontRef idx="minor"/>
        </p:style>
        <p:txBody>
          <a:bodyPr lIns="0" rIns="0" tIns="0" bIns="0" anchor="ctr">
            <a:spAutoFit/>
          </a:bodyPr>
          <a:p>
            <a:pPr defTabSz="457200">
              <a:lnSpc>
                <a:spcPct val="100000"/>
              </a:lnSpc>
            </a:pPr>
            <a:r>
              <a:rPr b="0" lang="en-US" sz="1200" strike="noStrike" u="none">
                <a:solidFill>
                  <a:srgbClr val="4a4842"/>
                </a:solidFill>
                <a:effectLst/>
                <a:uFillTx/>
                <a:latin typeface="Readex Pro"/>
                <a:ea typeface="Readex Pro"/>
              </a:rPr>
              <a:t>meaning kept (points): not significant</a:t>
            </a:r>
            <a:endParaRPr b="0" lang="en-US" sz="1200" strike="noStrike" u="none">
              <a:solidFill>
                <a:srgbClr val="000000"/>
              </a:solidFill>
              <a:effectLst/>
              <a:uFillTx/>
              <a:latin typeface="Arial"/>
            </a:endParaRPr>
          </a:p>
        </p:txBody>
      </p:sp>
      <p:cxnSp>
        <p:nvCxnSpPr>
          <p:cNvPr id="416" name="Connector 28"/>
          <p:cNvCxnSpPr/>
          <p:nvPr/>
        </p:nvCxnSpPr>
        <p:spPr>
          <a:xfrm>
            <a:off x="3520440" y="4178520"/>
            <a:ext cx="3383640" cy="360"/>
          </a:xfrm>
          <a:prstGeom prst="straightConnector1">
            <a:avLst/>
          </a:prstGeom>
          <a:ln w="38100">
            <a:solidFill>
              <a:srgbClr val="e6dfcc"/>
            </a:solidFill>
          </a:ln>
        </p:spPr>
      </p:cxnSp>
      <p:cxnSp>
        <p:nvCxnSpPr>
          <p:cNvPr id="417" name="Connector 29"/>
          <p:cNvCxnSpPr/>
          <p:nvPr/>
        </p:nvCxnSpPr>
        <p:spPr>
          <a:xfrm>
            <a:off x="5212080" y="4059720"/>
            <a:ext cx="360" cy="238320"/>
          </a:xfrm>
          <a:prstGeom prst="straightConnector1">
            <a:avLst/>
          </a:prstGeom>
          <a:ln w="19050">
            <a:solidFill>
              <a:srgbClr val="a29d8c"/>
            </a:solidFill>
          </a:ln>
        </p:spPr>
      </p:cxnSp>
      <p:cxnSp>
        <p:nvCxnSpPr>
          <p:cNvPr id="418" name="Connector 30"/>
          <p:cNvCxnSpPr/>
          <p:nvPr/>
        </p:nvCxnSpPr>
        <p:spPr>
          <a:xfrm>
            <a:off x="4422600" y="4178520"/>
            <a:ext cx="902520" cy="360"/>
          </a:xfrm>
          <a:prstGeom prst="straightConnector1">
            <a:avLst/>
          </a:prstGeom>
          <a:ln w="63500">
            <a:solidFill>
              <a:srgbClr val="8a5e35"/>
            </a:solidFill>
          </a:ln>
        </p:spPr>
      </p:cxnSp>
      <p:sp>
        <p:nvSpPr>
          <p:cNvPr id="419" name="Oval 31"/>
          <p:cNvSpPr/>
          <p:nvPr/>
        </p:nvSpPr>
        <p:spPr>
          <a:xfrm>
            <a:off x="4800600" y="4105800"/>
            <a:ext cx="145800" cy="145800"/>
          </a:xfrm>
          <a:prstGeom prst="ellipse">
            <a:avLst/>
          </a:prstGeom>
          <a:solidFill>
            <a:srgbClr val="8a5e35"/>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trike="noStrike" u="none">
              <a:solidFill>
                <a:schemeClr val="lt1"/>
              </a:solidFill>
              <a:effectLst/>
              <a:uFillTx/>
              <a:latin typeface="SamsungOne 400"/>
              <a:ea typeface="SamsungOneKorean 400"/>
            </a:endParaRPr>
          </a:p>
        </p:txBody>
      </p:sp>
      <p:sp>
        <p:nvSpPr>
          <p:cNvPr id="420" name="TextBox 32"/>
          <p:cNvSpPr/>
          <p:nvPr/>
        </p:nvSpPr>
        <p:spPr>
          <a:xfrm>
            <a:off x="7013520" y="4050720"/>
            <a:ext cx="1005480" cy="255600"/>
          </a:xfrm>
          <a:prstGeom prst="rect">
            <a:avLst/>
          </a:prstGeom>
          <a:noFill/>
          <a:ln w="0">
            <a:noFill/>
          </a:ln>
        </p:spPr>
        <p:style>
          <a:lnRef idx="0"/>
          <a:fillRef idx="0"/>
          <a:effectRef idx="0"/>
          <a:fontRef idx="minor"/>
        </p:style>
        <p:txBody>
          <a:bodyPr lIns="0" rIns="0" tIns="0" bIns="0" anchor="ctr">
            <a:spAutoFit/>
          </a:bodyPr>
          <a:p>
            <a:pPr defTabSz="457200">
              <a:lnSpc>
                <a:spcPct val="100000"/>
              </a:lnSpc>
            </a:pPr>
            <a:r>
              <a:rPr b="1" lang="en-US" sz="1200" strike="noStrike" u="none">
                <a:solidFill>
                  <a:srgbClr val="8a5e35"/>
                </a:solidFill>
                <a:effectLst/>
                <a:uFillTx/>
                <a:latin typeface="Readex Pro"/>
                <a:ea typeface="Readex Pro"/>
              </a:rPr>
              <a:t>−3</a:t>
            </a:r>
            <a:endParaRPr b="0" lang="en-US" sz="1200" strike="noStrike" u="none">
              <a:solidFill>
                <a:srgbClr val="000000"/>
              </a:solidFill>
              <a:effectLst/>
              <a:uFillTx/>
              <a:latin typeface="Arial"/>
            </a:endParaRPr>
          </a:p>
        </p:txBody>
      </p:sp>
      <p:sp>
        <p:nvSpPr>
          <p:cNvPr id="421" name="Rounded Rectangle 33"/>
          <p:cNvSpPr/>
          <p:nvPr/>
        </p:nvSpPr>
        <p:spPr>
          <a:xfrm>
            <a:off x="1871640" y="5029200"/>
            <a:ext cx="6159600" cy="363960"/>
          </a:xfrm>
          <a:prstGeom prst="roundRect">
            <a:avLst>
              <a:gd name="adj" fmla="val 22594"/>
            </a:avLst>
          </a:prstGeom>
          <a:solidFill>
            <a:srgbClr val="eeddc7"/>
          </a:solidFill>
          <a:ln w="15875">
            <a:solidFill>
              <a:srgbClr val="eeddc7"/>
            </a:solidFill>
          </a:ln>
        </p:spPr>
        <p:style>
          <a:lnRef idx="1">
            <a:schemeClr val="accent1"/>
          </a:lnRef>
          <a:fillRef idx="3">
            <a:schemeClr val="accent1"/>
          </a:fillRef>
          <a:effectRef idx="2">
            <a:schemeClr val="accent1"/>
          </a:effectRef>
          <a:fontRef idx="minor"/>
        </p:style>
        <p:txBody>
          <a:bodyPr lIns="109800" rIns="109800" tIns="0" bIns="0" anchor="ctr">
            <a:noAutofit/>
          </a:bodyPr>
          <a:p>
            <a:pPr algn="ctr" defTabSz="457200">
              <a:lnSpc>
                <a:spcPct val="100000"/>
              </a:lnSpc>
            </a:pPr>
            <a:r>
              <a:rPr b="1" lang="en-US" sz="1300" strike="noStrike" u="none">
                <a:solidFill>
                  <a:srgbClr val="8a5e35"/>
                </a:solidFill>
                <a:effectLst/>
                <a:uFillTx/>
                <a:latin typeface="Readex Pro"/>
                <a:ea typeface="Readex Pro"/>
              </a:rPr>
              <a:t>+18 points more easy text unchanged · every number kept (100%)</a:t>
            </a:r>
            <a:endParaRPr b="0" lang="en-US" sz="13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22" name="Background"/>
          <p:cNvSpPr/>
          <p:nvPr/>
        </p:nvSpPr>
        <p:spPr>
          <a:xfrm>
            <a:off x="0" y="0"/>
            <a:ext cx="9902520" cy="6857640"/>
          </a:xfrm>
          <a:prstGeom prst="rect">
            <a:avLst/>
          </a:prstGeom>
          <a:solidFill>
            <a:srgbClr val="f6f2e6"/>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trike="noStrike" u="none">
              <a:solidFill>
                <a:schemeClr val="lt1"/>
              </a:solidFill>
              <a:effectLst/>
              <a:uFillTx/>
              <a:latin typeface="SamsungOne 400"/>
              <a:ea typeface="SamsungOneKorean 400"/>
            </a:endParaRPr>
          </a:p>
        </p:txBody>
      </p:sp>
      <p:sp>
        <p:nvSpPr>
          <p:cNvPr id="423" name="Rectangle 2"/>
          <p:cNvSpPr/>
          <p:nvPr/>
        </p:nvSpPr>
        <p:spPr>
          <a:xfrm>
            <a:off x="567000" y="475560"/>
            <a:ext cx="63720" cy="273960"/>
          </a:xfrm>
          <a:prstGeom prst="rect">
            <a:avLst/>
          </a:prstGeom>
          <a:solidFill>
            <a:srgbClr val="c6986b"/>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trike="noStrike" u="none">
              <a:solidFill>
                <a:schemeClr val="lt1"/>
              </a:solidFill>
              <a:effectLst/>
              <a:uFillTx/>
              <a:latin typeface="SamsungOne 400"/>
              <a:ea typeface="SamsungOneKorean 400"/>
            </a:endParaRPr>
          </a:p>
        </p:txBody>
      </p:sp>
      <p:sp>
        <p:nvSpPr>
          <p:cNvPr id="424" name="TextBox 3"/>
          <p:cNvSpPr/>
          <p:nvPr/>
        </p:nvSpPr>
        <p:spPr>
          <a:xfrm>
            <a:off x="731520" y="438840"/>
            <a:ext cx="8586000" cy="310680"/>
          </a:xfrm>
          <a:prstGeom prst="rect">
            <a:avLst/>
          </a:prstGeom>
          <a:noFill/>
          <a:ln w="0">
            <a:noFill/>
          </a:ln>
        </p:spPr>
        <p:style>
          <a:lnRef idx="0"/>
          <a:fillRef idx="0"/>
          <a:effectRef idx="0"/>
          <a:fontRef idx="minor"/>
        </p:style>
        <p:txBody>
          <a:bodyPr lIns="0" rIns="0" tIns="0" bIns="0" anchor="ctr">
            <a:spAutoFit/>
          </a:bodyPr>
          <a:p>
            <a:pPr defTabSz="457200">
              <a:lnSpc>
                <a:spcPct val="100000"/>
              </a:lnSpc>
            </a:pPr>
            <a:r>
              <a:rPr b="1" lang="en-US" sz="1250" strike="noStrike" u="none">
                <a:solidFill>
                  <a:srgbClr val="c6986b"/>
                </a:solidFill>
                <a:effectLst/>
                <a:uFillTx/>
                <a:latin typeface="Readex Pro"/>
                <a:ea typeface="Readex Pro"/>
              </a:rPr>
              <a:t>05 · RESULTS</a:t>
            </a:r>
            <a:endParaRPr b="0" lang="en-US" sz="1250" strike="noStrike" u="none">
              <a:solidFill>
                <a:srgbClr val="000000"/>
              </a:solidFill>
              <a:effectLst/>
              <a:uFillTx/>
              <a:latin typeface="Arial"/>
            </a:endParaRPr>
          </a:p>
        </p:txBody>
      </p:sp>
      <p:sp>
        <p:nvSpPr>
          <p:cNvPr id="425" name="TextBox 4"/>
          <p:cNvSpPr/>
          <p:nvPr/>
        </p:nvSpPr>
        <p:spPr>
          <a:xfrm>
            <a:off x="567000" y="804600"/>
            <a:ext cx="8768880" cy="502560"/>
          </a:xfrm>
          <a:prstGeom prst="rect">
            <a:avLst/>
          </a:prstGeom>
          <a:noFill/>
          <a:ln w="0">
            <a:noFill/>
          </a:ln>
        </p:spPr>
        <p:style>
          <a:lnRef idx="0"/>
          <a:fillRef idx="0"/>
          <a:effectRef idx="0"/>
          <a:fontRef idx="minor"/>
        </p:style>
        <p:txBody>
          <a:bodyPr lIns="0" rIns="0" tIns="0" bIns="0" anchor="ctr">
            <a:spAutoFit/>
          </a:bodyPr>
          <a:p>
            <a:pPr defTabSz="457200">
              <a:lnSpc>
                <a:spcPct val="100000"/>
              </a:lnSpc>
            </a:pPr>
            <a:r>
              <a:rPr b="1" lang="en-US" sz="2600" strike="noStrike" u="none">
                <a:solidFill>
                  <a:srgbClr val="282824"/>
                </a:solidFill>
                <a:effectLst/>
                <a:uFillTx/>
                <a:latin typeface="Readex Pro"/>
                <a:ea typeface="Readex Pro"/>
              </a:rPr>
              <a:t>v0.3 is our best model</a:t>
            </a:r>
            <a:endParaRPr b="0" lang="en-US" sz="2600" strike="noStrike" u="none">
              <a:solidFill>
                <a:srgbClr val="000000"/>
              </a:solidFill>
              <a:effectLst/>
              <a:uFillTx/>
              <a:latin typeface="Arial"/>
            </a:endParaRPr>
          </a:p>
        </p:txBody>
      </p:sp>
      <p:pic>
        <p:nvPicPr>
          <p:cNvPr id="426" name="Samsung logo" descr="Samsung"/>
          <p:cNvPicPr/>
          <p:nvPr/>
        </p:nvPicPr>
        <p:blipFill>
          <a:blip r:embed="rId1"/>
          <a:stretch/>
        </p:blipFill>
        <p:spPr>
          <a:xfrm>
            <a:off x="567000" y="6336720"/>
            <a:ext cx="1023840" cy="156960"/>
          </a:xfrm>
          <a:prstGeom prst="rect">
            <a:avLst/>
          </a:prstGeom>
          <a:noFill/>
          <a:ln w="0">
            <a:noFill/>
          </a:ln>
        </p:spPr>
      </p:pic>
      <p:sp>
        <p:nvSpPr>
          <p:cNvPr id="427" name="TextBox 6"/>
          <p:cNvSpPr/>
          <p:nvPr/>
        </p:nvSpPr>
        <p:spPr>
          <a:xfrm>
            <a:off x="1737360" y="6382440"/>
            <a:ext cx="3840120" cy="255600"/>
          </a:xfrm>
          <a:prstGeom prst="rect">
            <a:avLst/>
          </a:prstGeom>
          <a:noFill/>
          <a:ln w="0">
            <a:noFill/>
          </a:ln>
        </p:spPr>
        <p:style>
          <a:lnRef idx="0"/>
          <a:fillRef idx="0"/>
          <a:effectRef idx="0"/>
          <a:fontRef idx="minor"/>
        </p:style>
        <p:txBody>
          <a:bodyPr lIns="0" rIns="0" tIns="0" bIns="0" anchor="ctr">
            <a:spAutoFit/>
          </a:bodyPr>
          <a:p>
            <a:pPr defTabSz="457200">
              <a:lnSpc>
                <a:spcPct val="100000"/>
              </a:lnSpc>
            </a:pPr>
            <a:r>
              <a:rPr b="0" lang="en-US" sz="1000" strike="noStrike" u="none">
                <a:solidFill>
                  <a:srgbClr val="6f6b5e"/>
                </a:solidFill>
                <a:effectLst/>
                <a:uFillTx/>
                <a:latin typeface="Readex Pro"/>
                <a:ea typeface="Readex Pro"/>
              </a:rPr>
              <a:t>Samsung Innovation Campus  ·  AI Course</a:t>
            </a:r>
            <a:endParaRPr b="0" lang="en-US" sz="1000" strike="noStrike" u="none">
              <a:solidFill>
                <a:srgbClr val="000000"/>
              </a:solidFill>
              <a:effectLst/>
              <a:uFillTx/>
              <a:latin typeface="Arial"/>
            </a:endParaRPr>
          </a:p>
        </p:txBody>
      </p:sp>
      <p:sp>
        <p:nvSpPr>
          <p:cNvPr id="428" name="TextBox 7"/>
          <p:cNvSpPr/>
          <p:nvPr/>
        </p:nvSpPr>
        <p:spPr>
          <a:xfrm>
            <a:off x="8421480" y="6382440"/>
            <a:ext cx="914040" cy="255600"/>
          </a:xfrm>
          <a:prstGeom prst="rect">
            <a:avLst/>
          </a:prstGeom>
          <a:noFill/>
          <a:ln w="0">
            <a:noFill/>
          </a:ln>
        </p:spPr>
        <p:style>
          <a:lnRef idx="0"/>
          <a:fillRef idx="0"/>
          <a:effectRef idx="0"/>
          <a:fontRef idx="minor"/>
        </p:style>
        <p:txBody>
          <a:bodyPr lIns="0" rIns="0" tIns="0" bIns="0" anchor="ctr">
            <a:spAutoFit/>
          </a:bodyPr>
          <a:p>
            <a:pPr algn="r" defTabSz="457200">
              <a:lnSpc>
                <a:spcPct val="100000"/>
              </a:lnSpc>
            </a:pPr>
            <a:r>
              <a:rPr b="0" lang="en-US" sz="1000" strike="noStrike" u="none">
                <a:solidFill>
                  <a:srgbClr val="6f6b5e"/>
                </a:solidFill>
                <a:effectLst/>
                <a:uFillTx/>
                <a:latin typeface="Readex Pro"/>
                <a:ea typeface="Readex Pro"/>
              </a:rPr>
              <a:t>6 / 8</a:t>
            </a:r>
            <a:endParaRPr b="0" lang="en-US" sz="1000" strike="noStrike" u="none">
              <a:solidFill>
                <a:srgbClr val="000000"/>
              </a:solidFill>
              <a:effectLst/>
              <a:uFillTx/>
              <a:latin typeface="Arial"/>
            </a:endParaRPr>
          </a:p>
        </p:txBody>
      </p:sp>
      <p:sp>
        <p:nvSpPr>
          <p:cNvPr id="429" name="TextBox 8"/>
          <p:cNvSpPr/>
          <p:nvPr/>
        </p:nvSpPr>
        <p:spPr>
          <a:xfrm>
            <a:off x="567000" y="1481400"/>
            <a:ext cx="8768880" cy="328680"/>
          </a:xfrm>
          <a:prstGeom prst="rect">
            <a:avLst/>
          </a:prstGeom>
          <a:noFill/>
          <a:ln w="0">
            <a:noFill/>
          </a:ln>
        </p:spPr>
        <p:style>
          <a:lnRef idx="0"/>
          <a:fillRef idx="0"/>
          <a:effectRef idx="0"/>
          <a:fontRef idx="minor"/>
        </p:style>
        <p:txBody>
          <a:bodyPr lIns="0" rIns="0" tIns="0" bIns="0" anchor="ctr">
            <a:spAutoFit/>
          </a:bodyPr>
          <a:p>
            <a:pPr algn="ctr" defTabSz="457200">
              <a:lnSpc>
                <a:spcPct val="100000"/>
              </a:lnSpc>
            </a:pPr>
            <a:r>
              <a:rPr b="1" lang="en-US" sz="1700" strike="noStrike" u="none">
                <a:solidFill>
                  <a:srgbClr val="282824"/>
                </a:solidFill>
                <a:effectLst/>
                <a:uFillTx/>
                <a:latin typeface="Readex Pro"/>
                <a:ea typeface="Readex Pro"/>
              </a:rPr>
              <a:t>Blind rating by the team: 18 sentences</a:t>
            </a:r>
            <a:endParaRPr b="0" lang="en-US" sz="1700" strike="noStrike" u="none">
              <a:solidFill>
                <a:srgbClr val="000000"/>
              </a:solidFill>
              <a:effectLst/>
              <a:uFillTx/>
              <a:latin typeface="Arial"/>
            </a:endParaRPr>
          </a:p>
        </p:txBody>
      </p:sp>
      <p:sp>
        <p:nvSpPr>
          <p:cNvPr id="430" name="TextBox 9"/>
          <p:cNvSpPr/>
          <p:nvPr/>
        </p:nvSpPr>
        <p:spPr>
          <a:xfrm>
            <a:off x="567000" y="1874520"/>
            <a:ext cx="8768880" cy="255600"/>
          </a:xfrm>
          <a:prstGeom prst="rect">
            <a:avLst/>
          </a:prstGeom>
          <a:noFill/>
          <a:ln w="0">
            <a:noFill/>
          </a:ln>
        </p:spPr>
        <p:style>
          <a:lnRef idx="0"/>
          <a:fillRef idx="0"/>
          <a:effectRef idx="0"/>
          <a:fontRef idx="minor"/>
        </p:style>
        <p:txBody>
          <a:bodyPr lIns="0" rIns="0" tIns="0" bIns="0" anchor="ctr">
            <a:spAutoFit/>
          </a:bodyPr>
          <a:p>
            <a:pPr algn="ctr" defTabSz="457200">
              <a:lnSpc>
                <a:spcPct val="100000"/>
              </a:lnSpc>
            </a:pPr>
            <a:r>
              <a:rPr b="0" lang="en-US" sz="1200" strike="noStrike" u="none">
                <a:solidFill>
                  <a:srgbClr val="6f6b5e"/>
                </a:solidFill>
                <a:effectLst/>
                <a:uFillTx/>
                <a:latin typeface="Readex Pro"/>
                <a:ea typeface="Readex Pro"/>
              </a:rPr>
              <a:t>outputs the system changed, rated easier to read</a:t>
            </a:r>
            <a:endParaRPr b="0" lang="en-US" sz="1200" strike="noStrike" u="none">
              <a:solidFill>
                <a:srgbClr val="000000"/>
              </a:solidFill>
              <a:effectLst/>
              <a:uFillTx/>
              <a:latin typeface="Arial"/>
            </a:endParaRPr>
          </a:p>
        </p:txBody>
      </p:sp>
      <p:sp>
        <p:nvSpPr>
          <p:cNvPr id="431" name="TextBox 10"/>
          <p:cNvSpPr/>
          <p:nvPr/>
        </p:nvSpPr>
        <p:spPr>
          <a:xfrm>
            <a:off x="567000" y="2423160"/>
            <a:ext cx="1096920" cy="292320"/>
          </a:xfrm>
          <a:prstGeom prst="rect">
            <a:avLst/>
          </a:prstGeom>
          <a:noFill/>
          <a:ln w="0">
            <a:noFill/>
          </a:ln>
        </p:spPr>
        <p:style>
          <a:lnRef idx="0"/>
          <a:fillRef idx="0"/>
          <a:effectRef idx="0"/>
          <a:fontRef idx="minor"/>
        </p:style>
        <p:txBody>
          <a:bodyPr lIns="0" rIns="0" tIns="0" bIns="0" anchor="ctr">
            <a:spAutoFit/>
          </a:bodyPr>
          <a:p>
            <a:pPr defTabSz="457200">
              <a:lnSpc>
                <a:spcPct val="100000"/>
              </a:lnSpc>
            </a:pPr>
            <a:r>
              <a:rPr b="1" lang="en-US" sz="1300" strike="noStrike" u="none">
                <a:solidFill>
                  <a:srgbClr val="282824"/>
                </a:solidFill>
                <a:effectLst/>
                <a:uFillTx/>
                <a:latin typeface="Readex Pro"/>
                <a:ea typeface="Readex Pro"/>
              </a:rPr>
              <a:t>v0.3</a:t>
            </a:r>
            <a:endParaRPr b="0" lang="en-US" sz="1300" strike="noStrike" u="none">
              <a:solidFill>
                <a:srgbClr val="000000"/>
              </a:solidFill>
              <a:effectLst/>
              <a:uFillTx/>
              <a:latin typeface="Arial"/>
            </a:endParaRPr>
          </a:p>
        </p:txBody>
      </p:sp>
      <p:sp>
        <p:nvSpPr>
          <p:cNvPr id="432" name="Rectangle 11"/>
          <p:cNvSpPr/>
          <p:nvPr/>
        </p:nvSpPr>
        <p:spPr>
          <a:xfrm>
            <a:off x="1801440" y="2441520"/>
            <a:ext cx="4403520" cy="347040"/>
          </a:xfrm>
          <a:prstGeom prst="rect">
            <a:avLst/>
          </a:prstGeom>
          <a:solidFill>
            <a:srgbClr val="c6986b"/>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trike="noStrike" u="none">
              <a:solidFill>
                <a:schemeClr val="lt1"/>
              </a:solidFill>
              <a:effectLst/>
              <a:uFillTx/>
              <a:latin typeface="SamsungOne 400"/>
              <a:ea typeface="SamsungOneKorean 400"/>
            </a:endParaRPr>
          </a:p>
        </p:txBody>
      </p:sp>
      <p:sp>
        <p:nvSpPr>
          <p:cNvPr id="433" name="TextBox 12"/>
          <p:cNvSpPr/>
          <p:nvPr/>
        </p:nvSpPr>
        <p:spPr>
          <a:xfrm>
            <a:off x="6314760" y="2423160"/>
            <a:ext cx="731160" cy="292320"/>
          </a:xfrm>
          <a:prstGeom prst="rect">
            <a:avLst/>
          </a:prstGeom>
          <a:noFill/>
          <a:ln w="0">
            <a:noFill/>
          </a:ln>
        </p:spPr>
        <p:style>
          <a:lnRef idx="0"/>
          <a:fillRef idx="0"/>
          <a:effectRef idx="0"/>
          <a:fontRef idx="minor"/>
        </p:style>
        <p:txBody>
          <a:bodyPr lIns="0" rIns="0" tIns="0" bIns="0" anchor="ctr">
            <a:spAutoFit/>
          </a:bodyPr>
          <a:p>
            <a:pPr defTabSz="457200">
              <a:lnSpc>
                <a:spcPct val="100000"/>
              </a:lnSpc>
            </a:pPr>
            <a:r>
              <a:rPr b="1" lang="en-US" sz="1300" strike="noStrike" u="none">
                <a:solidFill>
                  <a:srgbClr val="8a5e35"/>
                </a:solidFill>
                <a:effectLst/>
                <a:uFillTx/>
                <a:latin typeface="Readex Pro"/>
                <a:ea typeface="Readex Pro"/>
              </a:rPr>
              <a:t>86%</a:t>
            </a:r>
            <a:endParaRPr b="0" lang="en-US" sz="1300" strike="noStrike" u="none">
              <a:solidFill>
                <a:srgbClr val="000000"/>
              </a:solidFill>
              <a:effectLst/>
              <a:uFillTx/>
              <a:latin typeface="Arial"/>
            </a:endParaRPr>
          </a:p>
        </p:txBody>
      </p:sp>
      <p:sp>
        <p:nvSpPr>
          <p:cNvPr id="434" name="TextBox 13"/>
          <p:cNvSpPr/>
          <p:nvPr/>
        </p:nvSpPr>
        <p:spPr>
          <a:xfrm>
            <a:off x="567000" y="2990160"/>
            <a:ext cx="1096920" cy="292320"/>
          </a:xfrm>
          <a:prstGeom prst="rect">
            <a:avLst/>
          </a:prstGeom>
          <a:noFill/>
          <a:ln w="0">
            <a:noFill/>
          </a:ln>
        </p:spPr>
        <p:style>
          <a:lnRef idx="0"/>
          <a:fillRef idx="0"/>
          <a:effectRef idx="0"/>
          <a:fontRef idx="minor"/>
        </p:style>
        <p:txBody>
          <a:bodyPr lIns="0" rIns="0" tIns="0" bIns="0" anchor="ctr">
            <a:spAutoFit/>
          </a:bodyPr>
          <a:p>
            <a:pPr defTabSz="457200">
              <a:lnSpc>
                <a:spcPct val="100000"/>
              </a:lnSpc>
            </a:pPr>
            <a:r>
              <a:rPr b="0" lang="en-US" sz="1300" strike="noStrike" u="none">
                <a:solidFill>
                  <a:srgbClr val="282824"/>
                </a:solidFill>
                <a:effectLst/>
                <a:uFillTx/>
                <a:latin typeface="Readex Pro"/>
                <a:ea typeface="Readex Pro"/>
              </a:rPr>
              <a:t>v0.2</a:t>
            </a:r>
            <a:endParaRPr b="0" lang="en-US" sz="1300" strike="noStrike" u="none">
              <a:solidFill>
                <a:srgbClr val="000000"/>
              </a:solidFill>
              <a:effectLst/>
              <a:uFillTx/>
              <a:latin typeface="Arial"/>
            </a:endParaRPr>
          </a:p>
        </p:txBody>
      </p:sp>
      <p:sp>
        <p:nvSpPr>
          <p:cNvPr id="435" name="Rectangle 14"/>
          <p:cNvSpPr/>
          <p:nvPr/>
        </p:nvSpPr>
        <p:spPr>
          <a:xfrm>
            <a:off x="1801440" y="3008520"/>
            <a:ext cx="3071880" cy="347040"/>
          </a:xfrm>
          <a:prstGeom prst="rect">
            <a:avLst/>
          </a:prstGeom>
          <a:solidFill>
            <a:srgbClr val="e6dfcc"/>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trike="noStrike" u="none">
              <a:solidFill>
                <a:schemeClr val="lt1"/>
              </a:solidFill>
              <a:effectLst/>
              <a:uFillTx/>
              <a:latin typeface="SamsungOne 400"/>
              <a:ea typeface="SamsungOneKorean 400"/>
            </a:endParaRPr>
          </a:p>
        </p:txBody>
      </p:sp>
      <p:sp>
        <p:nvSpPr>
          <p:cNvPr id="436" name="TextBox 15"/>
          <p:cNvSpPr/>
          <p:nvPr/>
        </p:nvSpPr>
        <p:spPr>
          <a:xfrm>
            <a:off x="4983480" y="2990160"/>
            <a:ext cx="731160" cy="292320"/>
          </a:xfrm>
          <a:prstGeom prst="rect">
            <a:avLst/>
          </a:prstGeom>
          <a:noFill/>
          <a:ln w="0">
            <a:noFill/>
          </a:ln>
        </p:spPr>
        <p:style>
          <a:lnRef idx="0"/>
          <a:fillRef idx="0"/>
          <a:effectRef idx="0"/>
          <a:fontRef idx="minor"/>
        </p:style>
        <p:txBody>
          <a:bodyPr lIns="0" rIns="0" tIns="0" bIns="0" anchor="ctr">
            <a:spAutoFit/>
          </a:bodyPr>
          <a:p>
            <a:pPr defTabSz="457200">
              <a:lnSpc>
                <a:spcPct val="100000"/>
              </a:lnSpc>
            </a:pPr>
            <a:r>
              <a:rPr b="1" lang="en-US" sz="1300" strike="noStrike" u="none">
                <a:solidFill>
                  <a:srgbClr val="4a4842"/>
                </a:solidFill>
                <a:effectLst/>
                <a:uFillTx/>
                <a:latin typeface="Readex Pro"/>
                <a:ea typeface="Readex Pro"/>
              </a:rPr>
              <a:t>60%</a:t>
            </a:r>
            <a:endParaRPr b="0" lang="en-US" sz="1300" strike="noStrike" u="none">
              <a:solidFill>
                <a:srgbClr val="000000"/>
              </a:solidFill>
              <a:effectLst/>
              <a:uFillTx/>
              <a:latin typeface="Arial"/>
            </a:endParaRPr>
          </a:p>
        </p:txBody>
      </p:sp>
      <p:sp>
        <p:nvSpPr>
          <p:cNvPr id="437" name="TextBox 16"/>
          <p:cNvSpPr/>
          <p:nvPr/>
        </p:nvSpPr>
        <p:spPr>
          <a:xfrm>
            <a:off x="567000" y="3557160"/>
            <a:ext cx="1096920" cy="292320"/>
          </a:xfrm>
          <a:prstGeom prst="rect">
            <a:avLst/>
          </a:prstGeom>
          <a:noFill/>
          <a:ln w="0">
            <a:noFill/>
          </a:ln>
        </p:spPr>
        <p:style>
          <a:lnRef idx="0"/>
          <a:fillRef idx="0"/>
          <a:effectRef idx="0"/>
          <a:fontRef idx="minor"/>
        </p:style>
        <p:txBody>
          <a:bodyPr lIns="0" rIns="0" tIns="0" bIns="0" anchor="ctr">
            <a:spAutoFit/>
          </a:bodyPr>
          <a:p>
            <a:pPr defTabSz="457200">
              <a:lnSpc>
                <a:spcPct val="100000"/>
              </a:lnSpc>
            </a:pPr>
            <a:r>
              <a:rPr b="0" lang="en-US" sz="1300" strike="noStrike" u="none">
                <a:solidFill>
                  <a:srgbClr val="282824"/>
                </a:solidFill>
                <a:effectLst/>
                <a:uFillTx/>
                <a:latin typeface="Readex Pro"/>
                <a:ea typeface="Readex Pro"/>
              </a:rPr>
              <a:t>v0.2-Fast</a:t>
            </a:r>
            <a:endParaRPr b="0" lang="en-US" sz="1300" strike="noStrike" u="none">
              <a:solidFill>
                <a:srgbClr val="000000"/>
              </a:solidFill>
              <a:effectLst/>
              <a:uFillTx/>
              <a:latin typeface="Arial"/>
            </a:endParaRPr>
          </a:p>
        </p:txBody>
      </p:sp>
      <p:sp>
        <p:nvSpPr>
          <p:cNvPr id="438" name="Rectangle 17"/>
          <p:cNvSpPr/>
          <p:nvPr/>
        </p:nvSpPr>
        <p:spPr>
          <a:xfrm>
            <a:off x="1801440" y="3575160"/>
            <a:ext cx="2304000" cy="347040"/>
          </a:xfrm>
          <a:prstGeom prst="rect">
            <a:avLst/>
          </a:prstGeom>
          <a:solidFill>
            <a:srgbClr val="e6dfcc"/>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trike="noStrike" u="none">
              <a:solidFill>
                <a:schemeClr val="lt1"/>
              </a:solidFill>
              <a:effectLst/>
              <a:uFillTx/>
              <a:latin typeface="SamsungOne 400"/>
              <a:ea typeface="SamsungOneKorean 400"/>
            </a:endParaRPr>
          </a:p>
        </p:txBody>
      </p:sp>
      <p:sp>
        <p:nvSpPr>
          <p:cNvPr id="439" name="TextBox 18"/>
          <p:cNvSpPr/>
          <p:nvPr/>
        </p:nvSpPr>
        <p:spPr>
          <a:xfrm>
            <a:off x="4215240" y="3557160"/>
            <a:ext cx="731160" cy="292320"/>
          </a:xfrm>
          <a:prstGeom prst="rect">
            <a:avLst/>
          </a:prstGeom>
          <a:noFill/>
          <a:ln w="0">
            <a:noFill/>
          </a:ln>
        </p:spPr>
        <p:style>
          <a:lnRef idx="0"/>
          <a:fillRef idx="0"/>
          <a:effectRef idx="0"/>
          <a:fontRef idx="minor"/>
        </p:style>
        <p:txBody>
          <a:bodyPr lIns="0" rIns="0" tIns="0" bIns="0" anchor="ctr">
            <a:spAutoFit/>
          </a:bodyPr>
          <a:p>
            <a:pPr defTabSz="457200">
              <a:lnSpc>
                <a:spcPct val="100000"/>
              </a:lnSpc>
            </a:pPr>
            <a:r>
              <a:rPr b="1" lang="en-US" sz="1300" strike="noStrike" u="none">
                <a:solidFill>
                  <a:srgbClr val="4a4842"/>
                </a:solidFill>
                <a:effectLst/>
                <a:uFillTx/>
                <a:latin typeface="Readex Pro"/>
                <a:ea typeface="Readex Pro"/>
              </a:rPr>
              <a:t>45%</a:t>
            </a:r>
            <a:endParaRPr b="0" lang="en-US" sz="1300" strike="noStrike" u="none">
              <a:solidFill>
                <a:srgbClr val="000000"/>
              </a:solidFill>
              <a:effectLst/>
              <a:uFillTx/>
              <a:latin typeface="Arial"/>
            </a:endParaRPr>
          </a:p>
        </p:txBody>
      </p:sp>
      <p:sp>
        <p:nvSpPr>
          <p:cNvPr id="440" name="Rounded Rectangle 19"/>
          <p:cNvSpPr/>
          <p:nvPr/>
        </p:nvSpPr>
        <p:spPr>
          <a:xfrm>
            <a:off x="1576440" y="4343400"/>
            <a:ext cx="6749280" cy="347040"/>
          </a:xfrm>
          <a:prstGeom prst="roundRect">
            <a:avLst>
              <a:gd name="adj" fmla="val 23684"/>
            </a:avLst>
          </a:prstGeom>
          <a:solidFill>
            <a:srgbClr val="efe9d9"/>
          </a:solidFill>
          <a:ln w="15875">
            <a:solidFill>
              <a:srgbClr val="efe9d9"/>
            </a:solidFill>
          </a:ln>
        </p:spPr>
        <p:style>
          <a:lnRef idx="1">
            <a:schemeClr val="accent1"/>
          </a:lnRef>
          <a:fillRef idx="3">
            <a:schemeClr val="accent1"/>
          </a:fillRef>
          <a:effectRef idx="2">
            <a:schemeClr val="accent1"/>
          </a:effectRef>
          <a:fontRef idx="minor"/>
        </p:style>
        <p:txBody>
          <a:bodyPr lIns="109800" rIns="109800" tIns="0" bIns="0" anchor="ctr">
            <a:noAutofit/>
          </a:bodyPr>
          <a:p>
            <a:pPr algn="ctr" defTabSz="457200">
              <a:lnSpc>
                <a:spcPct val="100000"/>
              </a:lnSpc>
            </a:pPr>
            <a:r>
              <a:rPr b="0" lang="en-US" sz="1200" strike="noStrike" u="none">
                <a:solidFill>
                  <a:srgbClr val="4a4842"/>
                </a:solidFill>
                <a:effectLst/>
                <a:uFillTx/>
                <a:latin typeface="Readex Pro"/>
                <a:ea typeface="Readex Pro"/>
              </a:rPr>
              <a:t>meaning kept in 96% of ratings (v0.2: 96%, v0.2-Fast: 92%) · none rated harder</a:t>
            </a:r>
            <a:endParaRPr b="0" lang="en-US" sz="1200" strike="noStrike" u="none">
              <a:solidFill>
                <a:srgbClr val="000000"/>
              </a:solidFill>
              <a:effectLst/>
              <a:uFillTx/>
              <a:latin typeface="Arial"/>
            </a:endParaRPr>
          </a:p>
        </p:txBody>
      </p:sp>
      <p:sp>
        <p:nvSpPr>
          <p:cNvPr id="441" name="Rounded Rectangle 20"/>
          <p:cNvSpPr/>
          <p:nvPr/>
        </p:nvSpPr>
        <p:spPr>
          <a:xfrm>
            <a:off x="3008160" y="4892040"/>
            <a:ext cx="3886200" cy="363960"/>
          </a:xfrm>
          <a:prstGeom prst="roundRect">
            <a:avLst>
              <a:gd name="adj" fmla="val 22594"/>
            </a:avLst>
          </a:prstGeom>
          <a:solidFill>
            <a:srgbClr val="eeddc7"/>
          </a:solidFill>
          <a:ln w="15875">
            <a:solidFill>
              <a:srgbClr val="eeddc7"/>
            </a:solidFill>
          </a:ln>
        </p:spPr>
        <p:style>
          <a:lnRef idx="1">
            <a:schemeClr val="accent1"/>
          </a:lnRef>
          <a:fillRef idx="3">
            <a:schemeClr val="accent1"/>
          </a:fillRef>
          <a:effectRef idx="2">
            <a:schemeClr val="accent1"/>
          </a:effectRef>
          <a:fontRef idx="minor"/>
        </p:style>
        <p:txBody>
          <a:bodyPr lIns="109800" rIns="109800" tIns="0" bIns="0" anchor="ctr">
            <a:noAutofit/>
          </a:bodyPr>
          <a:p>
            <a:pPr algn="ctr" defTabSz="457200">
              <a:lnSpc>
                <a:spcPct val="100000"/>
              </a:lnSpc>
            </a:pPr>
            <a:r>
              <a:rPr b="1" lang="en-US" sz="1300" strike="noStrike" u="none">
                <a:solidFill>
                  <a:srgbClr val="8a5e35"/>
                </a:solidFill>
                <a:effectLst/>
                <a:uFillTx/>
                <a:latin typeface="Readex Pro"/>
                <a:ea typeface="Readex Pro"/>
              </a:rPr>
              <a:t>8 of 8 team votes chose v0.3 over v0.2</a:t>
            </a:r>
            <a:endParaRPr b="0" lang="en-US" sz="1300" strike="noStrike" u="none">
              <a:solidFill>
                <a:srgbClr val="000000"/>
              </a:solidFill>
              <a:effectLst/>
              <a:uFillTx/>
              <a:latin typeface="Arial"/>
            </a:endParaRPr>
          </a:p>
        </p:txBody>
      </p:sp>
      <p:sp>
        <p:nvSpPr>
          <p:cNvPr id="442" name="Rounded Rectangle 21"/>
          <p:cNvSpPr/>
          <p:nvPr/>
        </p:nvSpPr>
        <p:spPr>
          <a:xfrm>
            <a:off x="991080" y="5440680"/>
            <a:ext cx="7920720" cy="338760"/>
          </a:xfrm>
          <a:prstGeom prst="roundRect">
            <a:avLst>
              <a:gd name="adj" fmla="val 24269"/>
            </a:avLst>
          </a:prstGeom>
          <a:solidFill>
            <a:srgbClr val="efe9d9"/>
          </a:solidFill>
          <a:ln w="15875">
            <a:solidFill>
              <a:srgbClr val="efe9d9"/>
            </a:solidFill>
          </a:ln>
        </p:spPr>
        <p:style>
          <a:lnRef idx="1">
            <a:schemeClr val="accent1"/>
          </a:lnRef>
          <a:fillRef idx="3">
            <a:schemeClr val="accent1"/>
          </a:fillRef>
          <a:effectRef idx="2">
            <a:schemeClr val="accent1"/>
          </a:effectRef>
          <a:fontRef idx="minor"/>
        </p:style>
        <p:txBody>
          <a:bodyPr lIns="109800" rIns="109800" tIns="0" bIns="0" anchor="ctr">
            <a:noAutofit/>
          </a:bodyPr>
          <a:p>
            <a:pPr algn="ctr" defTabSz="457200">
              <a:lnSpc>
                <a:spcPct val="100000"/>
              </a:lnSpc>
            </a:pPr>
            <a:r>
              <a:rPr b="0" lang="en-US" sz="1150" strike="noStrike" u="none">
                <a:solidFill>
                  <a:srgbClr val="4a4842"/>
                </a:solidFill>
                <a:effectLst/>
                <a:uFillTx/>
                <a:latin typeface="Readex Pro"/>
                <a:ea typeface="Readex Pro"/>
              </a:rPr>
              <a:t>the reader with dyslexia chose v0.3 in 4 of 4 comparisons · 18 sentences: a direction, not a size</a:t>
            </a:r>
            <a:endParaRPr b="0" lang="en-US" sz="115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43" name="Background"/>
          <p:cNvSpPr/>
          <p:nvPr/>
        </p:nvSpPr>
        <p:spPr>
          <a:xfrm>
            <a:off x="0" y="0"/>
            <a:ext cx="9902520" cy="6857640"/>
          </a:xfrm>
          <a:prstGeom prst="rect">
            <a:avLst/>
          </a:prstGeom>
          <a:solidFill>
            <a:srgbClr val="f6f2e6"/>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trike="noStrike" u="none">
              <a:solidFill>
                <a:schemeClr val="lt1"/>
              </a:solidFill>
              <a:effectLst/>
              <a:uFillTx/>
              <a:latin typeface="SamsungOne 400"/>
              <a:ea typeface="SamsungOneKorean 400"/>
            </a:endParaRPr>
          </a:p>
        </p:txBody>
      </p:sp>
      <p:sp>
        <p:nvSpPr>
          <p:cNvPr id="444" name="Rectangle 2"/>
          <p:cNvSpPr/>
          <p:nvPr/>
        </p:nvSpPr>
        <p:spPr>
          <a:xfrm>
            <a:off x="567000" y="475560"/>
            <a:ext cx="63720" cy="273960"/>
          </a:xfrm>
          <a:prstGeom prst="rect">
            <a:avLst/>
          </a:prstGeom>
          <a:solidFill>
            <a:srgbClr val="c6986b"/>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trike="noStrike" u="none">
              <a:solidFill>
                <a:schemeClr val="lt1"/>
              </a:solidFill>
              <a:effectLst/>
              <a:uFillTx/>
              <a:latin typeface="SamsungOne 400"/>
              <a:ea typeface="SamsungOneKorean 400"/>
            </a:endParaRPr>
          </a:p>
        </p:txBody>
      </p:sp>
      <p:sp>
        <p:nvSpPr>
          <p:cNvPr id="445" name="TextBox 3"/>
          <p:cNvSpPr/>
          <p:nvPr/>
        </p:nvSpPr>
        <p:spPr>
          <a:xfrm>
            <a:off x="731520" y="438840"/>
            <a:ext cx="8586000" cy="310680"/>
          </a:xfrm>
          <a:prstGeom prst="rect">
            <a:avLst/>
          </a:prstGeom>
          <a:noFill/>
          <a:ln w="0">
            <a:noFill/>
          </a:ln>
        </p:spPr>
        <p:style>
          <a:lnRef idx="0"/>
          <a:fillRef idx="0"/>
          <a:effectRef idx="0"/>
          <a:fontRef idx="minor"/>
        </p:style>
        <p:txBody>
          <a:bodyPr lIns="0" rIns="0" tIns="0" bIns="0" anchor="ctr">
            <a:spAutoFit/>
          </a:bodyPr>
          <a:p>
            <a:pPr defTabSz="457200">
              <a:lnSpc>
                <a:spcPct val="100000"/>
              </a:lnSpc>
            </a:pPr>
            <a:r>
              <a:rPr b="1" lang="en-US" sz="1250" strike="noStrike" u="none">
                <a:solidFill>
                  <a:srgbClr val="c6986b"/>
                </a:solidFill>
                <a:effectLst/>
                <a:uFillTx/>
                <a:latin typeface="Readex Pro"/>
                <a:ea typeface="Readex Pro"/>
              </a:rPr>
              <a:t>06 · ON A PHONE</a:t>
            </a:r>
            <a:endParaRPr b="0" lang="en-US" sz="1250" strike="noStrike" u="none">
              <a:solidFill>
                <a:srgbClr val="000000"/>
              </a:solidFill>
              <a:effectLst/>
              <a:uFillTx/>
              <a:latin typeface="Arial"/>
            </a:endParaRPr>
          </a:p>
        </p:txBody>
      </p:sp>
      <p:pic>
        <p:nvPicPr>
          <p:cNvPr id="446" name="Samsung logo" descr="Samsung"/>
          <p:cNvPicPr/>
          <p:nvPr/>
        </p:nvPicPr>
        <p:blipFill>
          <a:blip r:embed="rId1"/>
          <a:stretch/>
        </p:blipFill>
        <p:spPr>
          <a:xfrm>
            <a:off x="567000" y="6336720"/>
            <a:ext cx="1023840" cy="156960"/>
          </a:xfrm>
          <a:prstGeom prst="rect">
            <a:avLst/>
          </a:prstGeom>
          <a:noFill/>
          <a:ln w="0">
            <a:noFill/>
          </a:ln>
        </p:spPr>
      </p:pic>
      <p:sp>
        <p:nvSpPr>
          <p:cNvPr id="447" name="TextBox 5"/>
          <p:cNvSpPr/>
          <p:nvPr/>
        </p:nvSpPr>
        <p:spPr>
          <a:xfrm>
            <a:off x="1737360" y="6382440"/>
            <a:ext cx="3840120" cy="255600"/>
          </a:xfrm>
          <a:prstGeom prst="rect">
            <a:avLst/>
          </a:prstGeom>
          <a:noFill/>
          <a:ln w="0">
            <a:noFill/>
          </a:ln>
        </p:spPr>
        <p:style>
          <a:lnRef idx="0"/>
          <a:fillRef idx="0"/>
          <a:effectRef idx="0"/>
          <a:fontRef idx="minor"/>
        </p:style>
        <p:txBody>
          <a:bodyPr lIns="0" rIns="0" tIns="0" bIns="0" anchor="ctr">
            <a:spAutoFit/>
          </a:bodyPr>
          <a:p>
            <a:pPr defTabSz="457200">
              <a:lnSpc>
                <a:spcPct val="100000"/>
              </a:lnSpc>
            </a:pPr>
            <a:r>
              <a:rPr b="0" lang="en-US" sz="1000" strike="noStrike" u="none">
                <a:solidFill>
                  <a:srgbClr val="6f6b5e"/>
                </a:solidFill>
                <a:effectLst/>
                <a:uFillTx/>
                <a:latin typeface="Readex Pro"/>
                <a:ea typeface="Readex Pro"/>
              </a:rPr>
              <a:t>Samsung Innovation Campus  ·  AI Course</a:t>
            </a:r>
            <a:endParaRPr b="0" lang="en-US" sz="1000" strike="noStrike" u="none">
              <a:solidFill>
                <a:srgbClr val="000000"/>
              </a:solidFill>
              <a:effectLst/>
              <a:uFillTx/>
              <a:latin typeface="Arial"/>
            </a:endParaRPr>
          </a:p>
        </p:txBody>
      </p:sp>
      <p:sp>
        <p:nvSpPr>
          <p:cNvPr id="448" name="TextBox 6"/>
          <p:cNvSpPr/>
          <p:nvPr/>
        </p:nvSpPr>
        <p:spPr>
          <a:xfrm>
            <a:off x="8421480" y="6382440"/>
            <a:ext cx="914040" cy="255600"/>
          </a:xfrm>
          <a:prstGeom prst="rect">
            <a:avLst/>
          </a:prstGeom>
          <a:noFill/>
          <a:ln w="0">
            <a:noFill/>
          </a:ln>
        </p:spPr>
        <p:style>
          <a:lnRef idx="0"/>
          <a:fillRef idx="0"/>
          <a:effectRef idx="0"/>
          <a:fontRef idx="minor"/>
        </p:style>
        <p:txBody>
          <a:bodyPr lIns="0" rIns="0" tIns="0" bIns="0" anchor="ctr">
            <a:spAutoFit/>
          </a:bodyPr>
          <a:p>
            <a:pPr algn="r" defTabSz="457200">
              <a:lnSpc>
                <a:spcPct val="100000"/>
              </a:lnSpc>
            </a:pPr>
            <a:r>
              <a:rPr b="0" lang="en-US" sz="1000" strike="noStrike" u="none">
                <a:solidFill>
                  <a:srgbClr val="6f6b5e"/>
                </a:solidFill>
                <a:effectLst/>
                <a:uFillTx/>
                <a:latin typeface="Readex Pro"/>
                <a:ea typeface="Readex Pro"/>
              </a:rPr>
              <a:t>7 / 8</a:t>
            </a:r>
            <a:endParaRPr b="0" lang="en-US" sz="1000" strike="noStrike" u="none">
              <a:solidFill>
                <a:srgbClr val="000000"/>
              </a:solidFill>
              <a:effectLst/>
              <a:uFillTx/>
              <a:latin typeface="Arial"/>
            </a:endParaRPr>
          </a:p>
        </p:txBody>
      </p:sp>
      <p:sp>
        <p:nvSpPr>
          <p:cNvPr id="449" name="TextBox 7"/>
          <p:cNvSpPr/>
          <p:nvPr/>
        </p:nvSpPr>
        <p:spPr>
          <a:xfrm>
            <a:off x="567000" y="1600200"/>
            <a:ext cx="8768880" cy="411120"/>
          </a:xfrm>
          <a:prstGeom prst="rect">
            <a:avLst/>
          </a:prstGeom>
          <a:noFill/>
          <a:ln w="0">
            <a:noFill/>
          </a:ln>
        </p:spPr>
        <p:style>
          <a:lnRef idx="0"/>
          <a:fillRef idx="0"/>
          <a:effectRef idx="0"/>
          <a:fontRef idx="minor"/>
        </p:style>
        <p:txBody>
          <a:bodyPr lIns="0" rIns="0" tIns="0" bIns="0" anchor="ctr">
            <a:spAutoFit/>
          </a:bodyPr>
          <a:p>
            <a:pPr algn="ctr" defTabSz="457200">
              <a:lnSpc>
                <a:spcPct val="100000"/>
              </a:lnSpc>
            </a:pPr>
            <a:r>
              <a:rPr b="1" lang="en-US" sz="2200" strike="noStrike" u="none">
                <a:solidFill>
                  <a:srgbClr val="282824"/>
                </a:solidFill>
                <a:effectLst/>
                <a:uFillTx/>
                <a:latin typeface="Readex Pro"/>
                <a:ea typeface="Readex Pro"/>
              </a:rPr>
              <a:t>What the app does</a:t>
            </a:r>
            <a:endParaRPr b="0" lang="en-US" sz="2200" strike="noStrike" u="none">
              <a:solidFill>
                <a:srgbClr val="000000"/>
              </a:solidFill>
              <a:effectLst/>
              <a:uFillTx/>
              <a:latin typeface="Arial"/>
            </a:endParaRPr>
          </a:p>
        </p:txBody>
      </p:sp>
      <p:sp>
        <p:nvSpPr>
          <p:cNvPr id="450" name="Rounded Rectangle 8"/>
          <p:cNvSpPr/>
          <p:nvPr/>
        </p:nvSpPr>
        <p:spPr>
          <a:xfrm>
            <a:off x="3648600" y="2148840"/>
            <a:ext cx="2605680" cy="3794400"/>
          </a:xfrm>
          <a:prstGeom prst="roundRect">
            <a:avLst>
              <a:gd name="adj" fmla="val 9122"/>
            </a:avLst>
          </a:prstGeom>
          <a:solidFill>
            <a:srgbClr val="1a1a14"/>
          </a:solidFill>
          <a:ln w="25400">
            <a:solidFill>
              <a:srgbClr val="a29d8c"/>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trike="noStrike" u="none">
              <a:solidFill>
                <a:schemeClr val="lt1"/>
              </a:solidFill>
              <a:effectLst/>
              <a:uFillTx/>
              <a:latin typeface="SamsungOne 400"/>
              <a:ea typeface="SamsungOneKorean 400"/>
            </a:endParaRPr>
          </a:p>
        </p:txBody>
      </p:sp>
      <p:sp>
        <p:nvSpPr>
          <p:cNvPr id="451" name="Rounded Rectangle 9"/>
          <p:cNvSpPr/>
          <p:nvPr/>
        </p:nvSpPr>
        <p:spPr>
          <a:xfrm>
            <a:off x="3758040" y="2258640"/>
            <a:ext cx="2386080" cy="3574800"/>
          </a:xfrm>
          <a:prstGeom prst="roundRect">
            <a:avLst>
              <a:gd name="adj" fmla="val 6130"/>
            </a:avLst>
          </a:prstGeom>
          <a:solidFill>
            <a:srgbClr val="efe9d9"/>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trike="noStrike" u="none">
              <a:solidFill>
                <a:schemeClr val="lt1"/>
              </a:solidFill>
              <a:effectLst/>
              <a:uFillTx/>
              <a:latin typeface="SamsungOne 400"/>
              <a:ea typeface="SamsungOneKorean 400"/>
            </a:endParaRPr>
          </a:p>
        </p:txBody>
      </p:sp>
      <p:sp>
        <p:nvSpPr>
          <p:cNvPr id="452" name="TextBox 10"/>
          <p:cNvSpPr/>
          <p:nvPr/>
        </p:nvSpPr>
        <p:spPr>
          <a:xfrm>
            <a:off x="3648600" y="3543480"/>
            <a:ext cx="2605680" cy="776880"/>
          </a:xfrm>
          <a:prstGeom prst="rect">
            <a:avLst/>
          </a:prstGeom>
          <a:noFill/>
          <a:ln w="0">
            <a:noFill/>
          </a:ln>
        </p:spPr>
        <p:style>
          <a:lnRef idx="0"/>
          <a:fillRef idx="0"/>
          <a:effectRef idx="0"/>
          <a:fontRef idx="minor"/>
        </p:style>
        <p:txBody>
          <a:bodyPr lIns="0" rIns="0" tIns="0" bIns="0" anchor="ctr">
            <a:spAutoFit/>
          </a:bodyPr>
          <a:p>
            <a:pPr algn="ctr" defTabSz="457200">
              <a:lnSpc>
                <a:spcPct val="100000"/>
              </a:lnSpc>
            </a:pPr>
            <a:r>
              <a:rPr b="0" lang="en-US" sz="3600" strike="noStrike" u="none">
                <a:solidFill>
                  <a:srgbClr val="6f6b5e"/>
                </a:solidFill>
                <a:effectLst/>
                <a:uFillTx/>
                <a:latin typeface="Readex Pro"/>
                <a:ea typeface="Readex Pro"/>
              </a:rPr>
              <a:t>▶</a:t>
            </a:r>
            <a:endParaRPr b="0" lang="en-US" sz="3600" strike="noStrike" u="none">
              <a:solidFill>
                <a:srgbClr val="000000"/>
              </a:solidFill>
              <a:effectLst/>
              <a:uFillTx/>
              <a:latin typeface="Arial"/>
            </a:endParaRPr>
          </a:p>
        </p:txBody>
      </p:sp>
      <p:sp>
        <p:nvSpPr>
          <p:cNvPr id="453" name="TextBox 11"/>
          <p:cNvSpPr/>
          <p:nvPr/>
        </p:nvSpPr>
        <p:spPr>
          <a:xfrm>
            <a:off x="3648600" y="4457880"/>
            <a:ext cx="2605680" cy="273960"/>
          </a:xfrm>
          <a:prstGeom prst="rect">
            <a:avLst/>
          </a:prstGeom>
          <a:noFill/>
          <a:ln w="0">
            <a:noFill/>
          </a:ln>
        </p:spPr>
        <p:style>
          <a:lnRef idx="0"/>
          <a:fillRef idx="0"/>
          <a:effectRef idx="0"/>
          <a:fontRef idx="minor"/>
        </p:style>
        <p:txBody>
          <a:bodyPr lIns="0" rIns="0" tIns="0" bIns="0" anchor="ctr">
            <a:spAutoFit/>
          </a:bodyPr>
          <a:p>
            <a:pPr algn="ctr" defTabSz="457200">
              <a:lnSpc>
                <a:spcPct val="100000"/>
              </a:lnSpc>
            </a:pPr>
            <a:r>
              <a:rPr b="0" lang="en-US" sz="1200" strike="noStrike" u="none">
                <a:solidFill>
                  <a:srgbClr val="6f6b5e"/>
                </a:solidFill>
                <a:effectLst/>
                <a:uFillTx/>
                <a:latin typeface="Readex Pro"/>
                <a:ea typeface="Readex Pro"/>
              </a:rPr>
              <a:t>recording goes here</a:t>
            </a:r>
            <a:endParaRPr b="0" lang="en-US" sz="12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54" name="Background"/>
          <p:cNvSpPr/>
          <p:nvPr/>
        </p:nvSpPr>
        <p:spPr>
          <a:xfrm>
            <a:off x="0" y="0"/>
            <a:ext cx="9902520" cy="6857640"/>
          </a:xfrm>
          <a:prstGeom prst="rect">
            <a:avLst/>
          </a:prstGeom>
          <a:solidFill>
            <a:srgbClr val="1a1a14"/>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trike="noStrike" u="none">
              <a:solidFill>
                <a:schemeClr val="lt1"/>
              </a:solidFill>
              <a:effectLst/>
              <a:uFillTx/>
              <a:latin typeface="SamsungOne 400"/>
              <a:ea typeface="SamsungOneKorean 400"/>
            </a:endParaRPr>
          </a:p>
        </p:txBody>
      </p:sp>
      <p:pic>
        <p:nvPicPr>
          <p:cNvPr id="455" name="Samsung logo" descr="Samsung"/>
          <p:cNvPicPr/>
          <p:nvPr/>
        </p:nvPicPr>
        <p:blipFill>
          <a:blip r:embed="rId1"/>
          <a:stretch/>
        </p:blipFill>
        <p:spPr>
          <a:xfrm>
            <a:off x="567000" y="6336720"/>
            <a:ext cx="1023840" cy="156960"/>
          </a:xfrm>
          <a:prstGeom prst="rect">
            <a:avLst/>
          </a:prstGeom>
          <a:noFill/>
          <a:ln w="0">
            <a:noFill/>
          </a:ln>
        </p:spPr>
      </p:pic>
      <p:sp>
        <p:nvSpPr>
          <p:cNvPr id="456" name="TextBox 3"/>
          <p:cNvSpPr/>
          <p:nvPr/>
        </p:nvSpPr>
        <p:spPr>
          <a:xfrm>
            <a:off x="1737360" y="6382440"/>
            <a:ext cx="3840120" cy="255600"/>
          </a:xfrm>
          <a:prstGeom prst="rect">
            <a:avLst/>
          </a:prstGeom>
          <a:noFill/>
          <a:ln w="0">
            <a:noFill/>
          </a:ln>
        </p:spPr>
        <p:style>
          <a:lnRef idx="0"/>
          <a:fillRef idx="0"/>
          <a:effectRef idx="0"/>
          <a:fontRef idx="minor"/>
        </p:style>
        <p:txBody>
          <a:bodyPr lIns="0" rIns="0" tIns="0" bIns="0" anchor="ctr">
            <a:spAutoFit/>
          </a:bodyPr>
          <a:p>
            <a:pPr defTabSz="457200">
              <a:lnSpc>
                <a:spcPct val="100000"/>
              </a:lnSpc>
            </a:pPr>
            <a:r>
              <a:rPr b="0" lang="en-US" sz="1000" strike="noStrike" u="none">
                <a:solidFill>
                  <a:srgbClr val="f2efe2"/>
                </a:solidFill>
                <a:effectLst/>
                <a:uFillTx/>
                <a:latin typeface="Readex Pro"/>
                <a:ea typeface="Readex Pro"/>
              </a:rPr>
              <a:t>Samsung Innovation Campus  ·  AI Course</a:t>
            </a:r>
            <a:endParaRPr b="0" lang="en-US" sz="1000" strike="noStrike" u="none">
              <a:solidFill>
                <a:srgbClr val="000000"/>
              </a:solidFill>
              <a:effectLst/>
              <a:uFillTx/>
              <a:latin typeface="Arial"/>
            </a:endParaRPr>
          </a:p>
        </p:txBody>
      </p:sp>
      <p:sp>
        <p:nvSpPr>
          <p:cNvPr id="457" name="TextBox 4"/>
          <p:cNvSpPr/>
          <p:nvPr/>
        </p:nvSpPr>
        <p:spPr>
          <a:xfrm>
            <a:off x="8421480" y="6382440"/>
            <a:ext cx="914040" cy="255600"/>
          </a:xfrm>
          <a:prstGeom prst="rect">
            <a:avLst/>
          </a:prstGeom>
          <a:noFill/>
          <a:ln w="0">
            <a:noFill/>
          </a:ln>
        </p:spPr>
        <p:style>
          <a:lnRef idx="0"/>
          <a:fillRef idx="0"/>
          <a:effectRef idx="0"/>
          <a:fontRef idx="minor"/>
        </p:style>
        <p:txBody>
          <a:bodyPr lIns="0" rIns="0" tIns="0" bIns="0" anchor="ctr">
            <a:spAutoFit/>
          </a:bodyPr>
          <a:p>
            <a:pPr algn="r" defTabSz="457200">
              <a:lnSpc>
                <a:spcPct val="100000"/>
              </a:lnSpc>
            </a:pPr>
            <a:r>
              <a:rPr b="0" lang="en-US" sz="1000" strike="noStrike" u="none">
                <a:solidFill>
                  <a:srgbClr val="f2efe2"/>
                </a:solidFill>
                <a:effectLst/>
                <a:uFillTx/>
                <a:latin typeface="Readex Pro"/>
                <a:ea typeface="Readex Pro"/>
              </a:rPr>
              <a:t>8 / 8</a:t>
            </a:r>
            <a:endParaRPr b="0" lang="en-US" sz="1000" strike="noStrike" u="none">
              <a:solidFill>
                <a:srgbClr val="000000"/>
              </a:solidFill>
              <a:effectLst/>
              <a:uFillTx/>
              <a:latin typeface="Arial"/>
            </a:endParaRPr>
          </a:p>
        </p:txBody>
      </p:sp>
      <p:pic>
        <p:nvPicPr>
          <p:cNvPr id="458" name="Bayan logo" descr="Bayan logo"/>
          <p:cNvPicPr/>
          <p:nvPr/>
        </p:nvPicPr>
        <p:blipFill>
          <a:blip r:embed="rId2"/>
          <a:stretch/>
        </p:blipFill>
        <p:spPr>
          <a:xfrm>
            <a:off x="3808440" y="1600200"/>
            <a:ext cx="2285640" cy="1284120"/>
          </a:xfrm>
          <a:prstGeom prst="rect">
            <a:avLst/>
          </a:prstGeom>
          <a:noFill/>
          <a:ln w="0">
            <a:noFill/>
          </a:ln>
        </p:spPr>
      </p:pic>
      <p:sp>
        <p:nvSpPr>
          <p:cNvPr id="459" name="TextBox 6"/>
          <p:cNvSpPr/>
          <p:nvPr/>
        </p:nvSpPr>
        <p:spPr>
          <a:xfrm>
            <a:off x="0" y="3977640"/>
            <a:ext cx="9902520" cy="594000"/>
          </a:xfrm>
          <a:prstGeom prst="rect">
            <a:avLst/>
          </a:prstGeom>
          <a:noFill/>
          <a:ln w="0">
            <a:noFill/>
          </a:ln>
        </p:spPr>
        <p:style>
          <a:lnRef idx="0"/>
          <a:fillRef idx="0"/>
          <a:effectRef idx="0"/>
          <a:fontRef idx="minor"/>
        </p:style>
        <p:txBody>
          <a:bodyPr lIns="0" rIns="0" tIns="0" bIns="0" anchor="ctr">
            <a:spAutoFit/>
          </a:bodyPr>
          <a:p>
            <a:pPr algn="ctr" defTabSz="457200">
              <a:lnSpc>
                <a:spcPct val="100000"/>
              </a:lnSpc>
            </a:pPr>
            <a:r>
              <a:rPr b="1" lang="en-US" sz="3000" strike="noStrike" u="none">
                <a:solidFill>
                  <a:srgbClr val="f2efe2"/>
                </a:solidFill>
                <a:effectLst/>
                <a:uFillTx/>
                <a:latin typeface="Readex Pro"/>
                <a:ea typeface="Readex Pro"/>
              </a:rPr>
              <a:t>Simplify where you read.</a:t>
            </a:r>
            <a:endParaRPr b="0" lang="en-US" sz="30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60" name="Background"/>
          <p:cNvSpPr/>
          <p:nvPr/>
        </p:nvSpPr>
        <p:spPr>
          <a:xfrm>
            <a:off x="0" y="0"/>
            <a:ext cx="9902520" cy="6857640"/>
          </a:xfrm>
          <a:prstGeom prst="rect">
            <a:avLst/>
          </a:prstGeom>
          <a:solidFill>
            <a:srgbClr val="1a1a14"/>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trike="noStrike" u="none">
              <a:solidFill>
                <a:schemeClr val="lt1"/>
              </a:solidFill>
              <a:effectLst/>
              <a:uFillTx/>
              <a:latin typeface="SamsungOne 400"/>
              <a:ea typeface="SamsungOneKorean 400"/>
            </a:endParaRPr>
          </a:p>
        </p:txBody>
      </p:sp>
      <p:pic>
        <p:nvPicPr>
          <p:cNvPr id="461" name="Samsung logo" descr="Samsung"/>
          <p:cNvPicPr/>
          <p:nvPr/>
        </p:nvPicPr>
        <p:blipFill>
          <a:blip r:embed="rId1"/>
          <a:stretch/>
        </p:blipFill>
        <p:spPr>
          <a:xfrm>
            <a:off x="567000" y="6336720"/>
            <a:ext cx="1023840" cy="156960"/>
          </a:xfrm>
          <a:prstGeom prst="rect">
            <a:avLst/>
          </a:prstGeom>
          <a:noFill/>
          <a:ln w="0">
            <a:noFill/>
          </a:ln>
        </p:spPr>
      </p:pic>
      <p:sp>
        <p:nvSpPr>
          <p:cNvPr id="462" name="TextBox 3"/>
          <p:cNvSpPr/>
          <p:nvPr/>
        </p:nvSpPr>
        <p:spPr>
          <a:xfrm>
            <a:off x="1737360" y="6382440"/>
            <a:ext cx="3840120" cy="255600"/>
          </a:xfrm>
          <a:prstGeom prst="rect">
            <a:avLst/>
          </a:prstGeom>
          <a:noFill/>
          <a:ln w="0">
            <a:noFill/>
          </a:ln>
        </p:spPr>
        <p:style>
          <a:lnRef idx="0"/>
          <a:fillRef idx="0"/>
          <a:effectRef idx="0"/>
          <a:fontRef idx="minor"/>
        </p:style>
        <p:txBody>
          <a:bodyPr lIns="0" rIns="0" tIns="0" bIns="0" anchor="ctr">
            <a:spAutoFit/>
          </a:bodyPr>
          <a:p>
            <a:pPr defTabSz="457200">
              <a:lnSpc>
                <a:spcPct val="100000"/>
              </a:lnSpc>
            </a:pPr>
            <a:r>
              <a:rPr b="0" lang="en-US" sz="1000" strike="noStrike" u="none">
                <a:solidFill>
                  <a:srgbClr val="f2efe2"/>
                </a:solidFill>
                <a:effectLst/>
                <a:uFillTx/>
                <a:latin typeface="Readex Pro"/>
                <a:ea typeface="Readex Pro"/>
              </a:rPr>
              <a:t>Samsung Innovation Campus  ·  AI Course</a:t>
            </a:r>
            <a:endParaRPr b="0" lang="en-US" sz="1000" strike="noStrike" u="none">
              <a:solidFill>
                <a:srgbClr val="000000"/>
              </a:solidFill>
              <a:effectLst/>
              <a:uFillTx/>
              <a:latin typeface="Arial"/>
            </a:endParaRPr>
          </a:p>
        </p:txBody>
      </p:sp>
      <p:sp>
        <p:nvSpPr>
          <p:cNvPr id="463" name="TextBox 4"/>
          <p:cNvSpPr/>
          <p:nvPr/>
        </p:nvSpPr>
        <p:spPr>
          <a:xfrm>
            <a:off x="8421480" y="6382440"/>
            <a:ext cx="914040" cy="255600"/>
          </a:xfrm>
          <a:prstGeom prst="rect">
            <a:avLst/>
          </a:prstGeom>
          <a:noFill/>
          <a:ln w="0">
            <a:noFill/>
          </a:ln>
        </p:spPr>
        <p:style>
          <a:lnRef idx="0"/>
          <a:fillRef idx="0"/>
          <a:effectRef idx="0"/>
          <a:fontRef idx="minor"/>
        </p:style>
        <p:txBody>
          <a:bodyPr lIns="0" rIns="0" tIns="0" bIns="0" anchor="ctr">
            <a:spAutoFit/>
          </a:bodyPr>
          <a:p>
            <a:pPr algn="r" defTabSz="457200">
              <a:lnSpc>
                <a:spcPct val="100000"/>
              </a:lnSpc>
            </a:pPr>
            <a:r>
              <a:rPr b="0" lang="en-US" sz="1000" strike="noStrike" u="none">
                <a:solidFill>
                  <a:srgbClr val="f2efe2"/>
                </a:solidFill>
                <a:effectLst/>
                <a:uFillTx/>
                <a:latin typeface="Readex Pro"/>
                <a:ea typeface="Readex Pro"/>
              </a:rPr>
              <a:t>8 / 8</a:t>
            </a:r>
            <a:endParaRPr b="0" lang="en-US" sz="1000" strike="noStrike" u="none">
              <a:solidFill>
                <a:srgbClr val="000000"/>
              </a:solidFill>
              <a:effectLst/>
              <a:uFillTx/>
              <a:latin typeface="Arial"/>
            </a:endParaRPr>
          </a:p>
        </p:txBody>
      </p:sp>
      <p:sp>
        <p:nvSpPr>
          <p:cNvPr id="464" name="TextBox 5"/>
          <p:cNvSpPr/>
          <p:nvPr/>
        </p:nvSpPr>
        <p:spPr>
          <a:xfrm>
            <a:off x="0" y="1691640"/>
            <a:ext cx="9902520" cy="502560"/>
          </a:xfrm>
          <a:prstGeom prst="rect">
            <a:avLst/>
          </a:prstGeom>
          <a:noFill/>
          <a:ln w="0">
            <a:noFill/>
          </a:ln>
        </p:spPr>
        <p:style>
          <a:lnRef idx="0"/>
          <a:fillRef idx="0"/>
          <a:effectRef idx="0"/>
          <a:fontRef idx="minor"/>
        </p:style>
        <p:txBody>
          <a:bodyPr lIns="0" rIns="0" tIns="0" bIns="0" anchor="ctr">
            <a:spAutoFit/>
          </a:bodyPr>
          <a:p>
            <a:pPr algn="ctr" defTabSz="457200">
              <a:lnSpc>
                <a:spcPct val="100000"/>
              </a:lnSpc>
            </a:pPr>
            <a:r>
              <a:rPr b="1" lang="en-US" sz="2800" strike="noStrike" u="none">
                <a:solidFill>
                  <a:srgbClr val="f2efe2"/>
                </a:solidFill>
                <a:effectLst/>
                <a:uFillTx/>
                <a:latin typeface="Readex Pro"/>
                <a:ea typeface="Readex Pro"/>
              </a:rPr>
              <a:t>Simplify where you read.</a:t>
            </a:r>
            <a:endParaRPr b="0" lang="en-US" sz="2800" strike="noStrike" u="none">
              <a:solidFill>
                <a:srgbClr val="000000"/>
              </a:solidFill>
              <a:effectLst/>
              <a:uFillTx/>
              <a:latin typeface="Arial"/>
            </a:endParaRPr>
          </a:p>
        </p:txBody>
      </p:sp>
      <p:sp>
        <p:nvSpPr>
          <p:cNvPr id="465" name="Rounded Rectangle 6"/>
          <p:cNvSpPr/>
          <p:nvPr/>
        </p:nvSpPr>
        <p:spPr>
          <a:xfrm>
            <a:off x="2319120" y="2606040"/>
            <a:ext cx="5264640" cy="363960"/>
          </a:xfrm>
          <a:prstGeom prst="roundRect">
            <a:avLst>
              <a:gd name="adj" fmla="val 22594"/>
            </a:avLst>
          </a:prstGeom>
          <a:solidFill>
            <a:srgbClr val="26261e"/>
          </a:solidFill>
          <a:ln w="15875">
            <a:solidFill>
              <a:srgbClr val="26261e"/>
            </a:solidFill>
          </a:ln>
        </p:spPr>
        <p:style>
          <a:lnRef idx="1">
            <a:schemeClr val="accent1"/>
          </a:lnRef>
          <a:fillRef idx="3">
            <a:schemeClr val="accent1"/>
          </a:fillRef>
          <a:effectRef idx="2">
            <a:schemeClr val="accent1"/>
          </a:effectRef>
          <a:fontRef idx="minor"/>
        </p:style>
        <p:txBody>
          <a:bodyPr lIns="109800" rIns="109800" tIns="0" bIns="0" anchor="ctr">
            <a:noAutofit/>
          </a:bodyPr>
          <a:p>
            <a:pPr algn="ctr" defTabSz="457200">
              <a:lnSpc>
                <a:spcPct val="100000"/>
              </a:lnSpc>
            </a:pPr>
            <a:r>
              <a:rPr b="0" lang="en-US" sz="1300" strike="noStrike" u="none">
                <a:solidFill>
                  <a:srgbClr val="a29d8c"/>
                </a:solidFill>
                <a:effectLst/>
                <a:uFillTx/>
                <a:latin typeface="Readex Pro"/>
                <a:ea typeface="Readex Pro"/>
              </a:rPr>
              <a:t>no reader has used Bayan; one reader rated 30 outputs</a:t>
            </a:r>
            <a:endParaRPr b="0" lang="en-US" sz="1300" strike="noStrike" u="none">
              <a:solidFill>
                <a:srgbClr val="ffffff"/>
              </a:solidFill>
              <a:effectLst/>
              <a:uFillTx/>
              <a:latin typeface="Arial"/>
            </a:endParaRPr>
          </a:p>
        </p:txBody>
      </p:sp>
      <p:sp>
        <p:nvSpPr>
          <p:cNvPr id="466" name="Rounded Rectangle 7"/>
          <p:cNvSpPr/>
          <p:nvPr/>
        </p:nvSpPr>
        <p:spPr>
          <a:xfrm>
            <a:off x="3236760" y="3173040"/>
            <a:ext cx="3428640" cy="363960"/>
          </a:xfrm>
          <a:prstGeom prst="roundRect">
            <a:avLst>
              <a:gd name="adj" fmla="val 22594"/>
            </a:avLst>
          </a:prstGeom>
          <a:solidFill>
            <a:srgbClr val="26261e"/>
          </a:solidFill>
          <a:ln w="15875">
            <a:solidFill>
              <a:srgbClr val="26261e"/>
            </a:solidFill>
          </a:ln>
        </p:spPr>
        <p:style>
          <a:lnRef idx="1">
            <a:schemeClr val="accent1"/>
          </a:lnRef>
          <a:fillRef idx="3">
            <a:schemeClr val="accent1"/>
          </a:fillRef>
          <a:effectRef idx="2">
            <a:schemeClr val="accent1"/>
          </a:effectRef>
          <a:fontRef idx="minor"/>
        </p:style>
        <p:txBody>
          <a:bodyPr lIns="109800" rIns="109800" tIns="0" bIns="0" anchor="ctr">
            <a:noAutofit/>
          </a:bodyPr>
          <a:p>
            <a:pPr algn="ctr" defTabSz="457200">
              <a:lnSpc>
                <a:spcPct val="100000"/>
              </a:lnSpc>
            </a:pPr>
            <a:r>
              <a:rPr b="0" lang="en-US" sz="1300" strike="noStrike" u="none">
                <a:solidFill>
                  <a:srgbClr val="a29d8c"/>
                </a:solidFill>
                <a:effectLst/>
                <a:uFillTx/>
                <a:latin typeface="Readex Pro"/>
                <a:ea typeface="Readex Pro"/>
              </a:rPr>
              <a:t>our scorer is stricter than people</a:t>
            </a:r>
            <a:endParaRPr b="0" lang="en-US" sz="1300" strike="noStrike" u="none">
              <a:solidFill>
                <a:srgbClr val="ffffff"/>
              </a:solidFill>
              <a:effectLst/>
              <a:uFillTx/>
              <a:latin typeface="Arial"/>
            </a:endParaRPr>
          </a:p>
        </p:txBody>
      </p:sp>
      <p:sp>
        <p:nvSpPr>
          <p:cNvPr id="467" name="Rounded Rectangle 8"/>
          <p:cNvSpPr/>
          <p:nvPr/>
        </p:nvSpPr>
        <p:spPr>
          <a:xfrm>
            <a:off x="2642400" y="3740040"/>
            <a:ext cx="4617360" cy="363960"/>
          </a:xfrm>
          <a:prstGeom prst="roundRect">
            <a:avLst>
              <a:gd name="adj" fmla="val 22594"/>
            </a:avLst>
          </a:prstGeom>
          <a:solidFill>
            <a:srgbClr val="26261e"/>
          </a:solidFill>
          <a:ln w="15875">
            <a:solidFill>
              <a:srgbClr val="26261e"/>
            </a:solidFill>
          </a:ln>
        </p:spPr>
        <p:style>
          <a:lnRef idx="1">
            <a:schemeClr val="accent1"/>
          </a:lnRef>
          <a:fillRef idx="3">
            <a:schemeClr val="accent1"/>
          </a:fillRef>
          <a:effectRef idx="2">
            <a:schemeClr val="accent1"/>
          </a:effectRef>
          <a:fontRef idx="minor"/>
        </p:style>
        <p:txBody>
          <a:bodyPr lIns="109800" rIns="109800" tIns="0" bIns="0" anchor="ctr">
            <a:noAutofit/>
          </a:bodyPr>
          <a:p>
            <a:pPr algn="ctr" defTabSz="457200">
              <a:lnSpc>
                <a:spcPct val="100000"/>
              </a:lnSpc>
            </a:pPr>
            <a:r>
              <a:rPr b="0" lang="en-US" sz="1300" strike="noStrike" u="none">
                <a:solidFill>
                  <a:srgbClr val="a29d8c"/>
                </a:solidFill>
                <a:effectLst/>
                <a:uFillTx/>
                <a:latin typeface="Readex Pro"/>
                <a:ea typeface="Readex Pro"/>
              </a:rPr>
              <a:t>the comparison with people covers 18 sentences</a:t>
            </a:r>
            <a:endParaRPr b="0" lang="en-US" sz="1300" strike="noStrike" u="none">
              <a:solidFill>
                <a:srgbClr val="ffffff"/>
              </a:solidFill>
              <a:effectLst/>
              <a:uFillTx/>
              <a:latin typeface="Arial"/>
            </a:endParaRPr>
          </a:p>
        </p:txBody>
      </p:sp>
      <p:sp>
        <p:nvSpPr>
          <p:cNvPr id="468" name="TextBox 9"/>
          <p:cNvSpPr/>
          <p:nvPr/>
        </p:nvSpPr>
        <p:spPr>
          <a:xfrm>
            <a:off x="0" y="4617720"/>
            <a:ext cx="9902520" cy="328680"/>
          </a:xfrm>
          <a:prstGeom prst="rect">
            <a:avLst/>
          </a:prstGeom>
          <a:noFill/>
          <a:ln w="0">
            <a:noFill/>
          </a:ln>
        </p:spPr>
        <p:style>
          <a:lnRef idx="0"/>
          <a:fillRef idx="0"/>
          <a:effectRef idx="0"/>
          <a:fontRef idx="minor"/>
        </p:style>
        <p:txBody>
          <a:bodyPr lIns="0" rIns="0" tIns="0" bIns="0" anchor="ctr">
            <a:spAutoFit/>
          </a:bodyPr>
          <a:p>
            <a:pPr algn="ctr" defTabSz="457200">
              <a:lnSpc>
                <a:spcPct val="100000"/>
              </a:lnSpc>
            </a:pPr>
            <a:r>
              <a:rPr b="0" lang="en-US" sz="1500" strike="noStrike" u="none">
                <a:solidFill>
                  <a:srgbClr val="c6986b"/>
                </a:solidFill>
                <a:effectLst/>
                <a:uFillTx/>
                <a:latin typeface="Readex Pro"/>
                <a:ea typeface="Readex Pro"/>
              </a:rPr>
              <a:t>Next: a reading study with more readers.</a:t>
            </a:r>
            <a:endParaRPr b="0" lang="en-US" sz="1500" strike="noStrike" u="none">
              <a:solidFill>
                <a:srgbClr val="000000"/>
              </a:solidFill>
              <a:effectLst/>
              <a:uFillTx/>
              <a:latin typeface="Arial"/>
            </a:endParaRPr>
          </a:p>
        </p:txBody>
      </p:sp>
      <p:sp>
        <p:nvSpPr>
          <p:cNvPr id="469" name="TextBox 10"/>
          <p:cNvSpPr/>
          <p:nvPr/>
        </p:nvSpPr>
        <p:spPr>
          <a:xfrm>
            <a:off x="0" y="5074920"/>
            <a:ext cx="9902520" cy="273960"/>
          </a:xfrm>
          <a:prstGeom prst="rect">
            <a:avLst/>
          </a:prstGeom>
          <a:noFill/>
          <a:ln w="0">
            <a:noFill/>
          </a:ln>
        </p:spPr>
        <p:style>
          <a:lnRef idx="0"/>
          <a:fillRef idx="0"/>
          <a:effectRef idx="0"/>
          <a:fontRef idx="minor"/>
        </p:style>
        <p:txBody>
          <a:bodyPr lIns="0" rIns="0" tIns="0" bIns="0" anchor="ctr">
            <a:spAutoFit/>
          </a:bodyPr>
          <a:p>
            <a:pPr algn="ctr" defTabSz="457200">
              <a:lnSpc>
                <a:spcPct val="100000"/>
              </a:lnSpc>
            </a:pPr>
            <a:r>
              <a:rPr b="0" lang="en-US" sz="1200" strike="noStrike" u="none">
                <a:solidFill>
                  <a:srgbClr val="a29d8c"/>
                </a:solidFill>
                <a:effectLst/>
                <a:uFillTx/>
                <a:latin typeface="Readex Pro"/>
                <a:ea typeface="Readex Pro"/>
              </a:rPr>
              <a:t>Thank you  ·  Team Cogni  ·  Samsung Innovation Campus</a:t>
            </a:r>
            <a:endParaRPr b="0" lang="en-US" sz="12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Theme">
  <a:themeElements>
    <a:clrScheme name="Office 테마">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Samsung">
      <a:majorFont>
        <a:latin typeface="Samsung Sharp Sans" pitchFamily="0" charset="1"/>
        <a:ea typeface="SamsungOneKorean 700" pitchFamily="0" charset="1"/>
        <a:cs typeface=""/>
      </a:majorFont>
      <a:minorFont>
        <a:latin typeface="SamsungOne 400" pitchFamily="0" charset="1"/>
        <a:ea typeface="SamsungOneKorean 400" pitchFamily="0" charset="1"/>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11.xml><?xml version="1.0" encoding="utf-8"?>
<a:theme xmlns:a="http://schemas.openxmlformats.org/drawingml/2006/main" xmlns:r="http://schemas.openxmlformats.org/officeDocument/2006/relationships"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customXml/_rels/item1.xml.rels><?xml version="1.0" encoding="UTF-8"?>
<Relationships xmlns="http://schemas.openxmlformats.org/package/2006/relationships"><Relationship Id="rId1" Type="http://schemas.openxmlformats.org/officeDocument/2006/relationships/customXmlProps" Target="itemProps1.xml"/>
</Relationships>
</file>

<file path=customXml/_rels/item2.xml.rels><?xml version="1.0" encoding="UTF-8"?>
<Relationships xmlns="http://schemas.openxmlformats.org/package/2006/relationships"><Relationship Id="rId1" Type="http://schemas.openxmlformats.org/officeDocument/2006/relationships/customXmlProps" Target="itemProps2.xml"/>
</Relationships>
</file>

<file path=customXml/_rels/item3.xml.rels><?xml version="1.0" encoding="UTF-8"?>
<Relationships xmlns="http://schemas.openxmlformats.org/package/2006/relationships"><Relationship Id="rId1" Type="http://schemas.openxmlformats.org/officeDocument/2006/relationships/customXmlProps" Target="itemProps3.xml"/>
</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EB971F96850C604FA9DD4A6FAA1D7E94" ma:contentTypeVersion="13" ma:contentTypeDescription="Create a new document." ma:contentTypeScope="" ma:versionID="94bb0226509be2894c83196f814f5ace">
  <xsd:schema xmlns:xsd="http://www.w3.org/2001/XMLSchema" xmlns:xs="http://www.w3.org/2001/XMLSchema" xmlns:p="http://schemas.microsoft.com/office/2006/metadata/properties" xmlns:ns2="5192ee0d-e524-4888-b581-1910cadcd210" xmlns:ns3="525df02f-3aee-47af-b2f3-c2ea8bcae9a6" targetNamespace="http://schemas.microsoft.com/office/2006/metadata/properties" ma:root="true" ma:fieldsID="eb19b1b986ba2b37eb36a9dd005ffe1c" ns2:_="" ns3:_="">
    <xsd:import namespace="5192ee0d-e524-4888-b581-1910cadcd210"/>
    <xsd:import namespace="525df02f-3aee-47af-b2f3-c2ea8bcae9a6"/>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DateTaken" minOccurs="0"/>
                <xsd:element ref="ns2:MediaServiceGenerationTime" minOccurs="0"/>
                <xsd:element ref="ns2:MediaServiceEventHashCode" minOccurs="0"/>
                <xsd:element ref="ns2:MediaLengthInSeconds" minOccurs="0"/>
                <xsd:element ref="ns2:lcf76f155ced4ddcb4097134ff3c332f" minOccurs="0"/>
                <xsd:element ref="ns3:TaxCatchAll" minOccurs="0"/>
                <xsd:element ref="ns2:MediaServiceBillingMetadata" minOccurs="0"/>
                <xsd:element ref="ns2:MediaServiceOCR" minOccurs="0"/>
                <xsd:element ref="ns2:comment"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5192ee0d-e524-4888-b581-1910cadcd210"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LengthInSeconds" ma:index="14" nillable="true" ma:displayName="MediaLengthInSeconds" ma:hidden="true" ma:internalName="MediaLengthInSeconds" ma:readOnly="true">
      <xsd:simpleType>
        <xsd:restriction base="dms:Unknown"/>
      </xsd:simpleType>
    </xsd:element>
    <xsd:element name="lcf76f155ced4ddcb4097134ff3c332f" ma:index="16" nillable="true" ma:taxonomy="true" ma:internalName="lcf76f155ced4ddcb4097134ff3c332f" ma:taxonomyFieldName="MediaServiceImageTags" ma:displayName="Image Tags" ma:readOnly="false" ma:fieldId="{5cf76f15-5ced-4ddc-b409-7134ff3c332f}" ma:taxonomyMulti="true" ma:sspId="33ef62f9-2e07-484b-bd79-00aec90129fe" ma:termSetId="09814cd3-568e-fe90-9814-8d621ff8fb84" ma:anchorId="fba54fb3-c3e1-fe81-a776-ca4b69148c4d" ma:open="true" ma:isKeyword="false">
      <xsd:complexType>
        <xsd:sequence>
          <xsd:element ref="pc:Terms" minOccurs="0" maxOccurs="1"/>
        </xsd:sequence>
      </xsd:complexType>
    </xsd:element>
    <xsd:element name="MediaServiceBillingMetadata" ma:index="18" nillable="true" ma:displayName="MediaServiceBillingMetadata" ma:hidden="true" ma:internalName="MediaServiceBillingMetadata" ma:readOnly="true">
      <xsd:simpleType>
        <xsd:restriction base="dms:Note"/>
      </xsd:simpleType>
    </xsd:element>
    <xsd:element name="MediaServiceOCR" ma:index="19" nillable="true" ma:displayName="Extracted Text" ma:internalName="MediaServiceOCR" ma:readOnly="true">
      <xsd:simpleType>
        <xsd:restriction base="dms:Note">
          <xsd:maxLength value="255"/>
        </xsd:restriction>
      </xsd:simpleType>
    </xsd:element>
    <xsd:element name="comment" ma:index="20" nillable="true" ma:displayName="comment" ma:format="Dropdown" ma:internalName="comment">
      <xsd:simpleType>
        <xsd:restriction base="dms:Text">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525df02f-3aee-47af-b2f3-c2ea8bcae9a6" elementFormDefault="qualified">
    <xsd:import namespace="http://schemas.microsoft.com/office/2006/documentManagement/types"/>
    <xsd:import namespace="http://schemas.microsoft.com/office/infopath/2007/PartnerControls"/>
    <xsd:element name="TaxCatchAll" ma:index="17" nillable="true" ma:displayName="Taxonomy Catch All Column" ma:hidden="true" ma:list="{ff2df0d5-6bdf-4400-9605-4c2d2eede7e4}" ma:internalName="TaxCatchAll" ma:showField="CatchAllData" ma:web="525df02f-3aee-47af-b2f3-c2ea8bcae9a6">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TaxCatchAll xmlns="525df02f-3aee-47af-b2f3-c2ea8bcae9a6" xsi:nil="true"/>
    <lcf76f155ced4ddcb4097134ff3c332f xmlns="5192ee0d-e524-4888-b581-1910cadcd210">
      <Terms xmlns="http://schemas.microsoft.com/office/infopath/2007/PartnerControls"/>
    </lcf76f155ced4ddcb4097134ff3c332f>
    <comment xmlns="5192ee0d-e524-4888-b581-1910cadcd210" xsi:nil="true"/>
  </documentManagement>
</p:properties>
</file>

<file path=customXml/itemProps1.xml><?xml version="1.0" encoding="utf-8"?>
<ds:datastoreItem xmlns:ds="http://schemas.openxmlformats.org/officeDocument/2006/customXml" ds:itemID="{0A0357D8-C495-42E3-A0C0-6723B236FB34}"/>
</file>

<file path=customXml/itemProps2.xml><?xml version="1.0" encoding="utf-8"?>
<ds:datastoreItem xmlns:ds="http://schemas.openxmlformats.org/officeDocument/2006/customXml" ds:itemID="{F7A1BB24-B868-43EF-95F7-238FE3A157D5}"/>
</file>

<file path=customXml/itemProps3.xml><?xml version="1.0" encoding="utf-8"?>
<ds:datastoreItem xmlns:ds="http://schemas.openxmlformats.org/officeDocument/2006/customXml" ds:itemID="{83B4D1BC-3672-47C7-8E98-3D3B83A92BF9}"/>
</file>

<file path=docProps/app.xml><?xml version="1.0" encoding="utf-8"?>
<Properties xmlns="http://schemas.openxmlformats.org/officeDocument/2006/extended-properties" xmlns:vt="http://schemas.openxmlformats.org/officeDocument/2006/docPropsVTypes">
  <Template/>
  <TotalTime>4282</TotalTime>
  <Application>LibreOffice/25.2.7.2$Linux_X86_64 LibreOffice_project/520$Build-2</Application>
  <AppVersion>15.0000</AppVersion>
  <Words>65</Words>
  <Paragraphs>23</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2019-07-06T14:12:49Z</dcterms:created>
  <dc:creator>Soon Yong Chang</dc:creator>
  <dc:description/>
  <dc:language>en-US</dc:language>
  <cp:lastModifiedBy/>
  <dcterms:modified xsi:type="dcterms:W3CDTF">2026-10-05T21:49:30Z</dcterms:modified>
  <cp:revision>2082</cp:revision>
  <dc:subject/>
  <dc:title>Programming in Python</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0x010100EB971F96850C604FA9DD4A6FAA1D7E94</vt:lpwstr>
  </property>
  <property fmtid="{D5CDD505-2E9C-101B-9397-08002B2CF9AE}" pid="3" name="PresentationFormat">
    <vt:lpwstr>사용자 지정</vt:lpwstr>
  </property>
  <property fmtid="{D5CDD505-2E9C-101B-9397-08002B2CF9AE}" pid="4" name="Slides">
    <vt:i4>4</vt:i4>
  </property>
</Properties>
</file>