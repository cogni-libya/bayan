
<file path=[Content_Types].xml><?xml version="1.0" encoding="utf-8"?>
<Types xmlns="http://schemas.openxmlformats.org/package/2006/content-types">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ngesInfos/changesInfo1.xml" ContentType="application/vnd.ms-powerpoint.changesinfo+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83" r:id="rId1"/>
  </p:sldMasterIdLst>
  <p:notesMasterIdLst>
    <p:notesMasterId r:id="rId6"/>
  </p:notesMasterIdLst>
  <p:sldIdLst>
    <p:sldId id="256" r:id="rId5"/>
    <p:sldId id="257" r:id="rId4"/>
    <p:sldId id="258" r:id="rId3"/>
    <p:sldId id="259" r:id="rId2"/>
    <p:sldId id="260" r:id="rId24"/>
    <p:sldId id="261" r:id="rId25"/>
    <p:sldId id="262" r:id="rId26"/>
    <p:sldId id="263" r:id="rId27"/>
  </p:sldIdLst>
  <p:sldSz cx="9902825" cy="6858000"/>
  <p:notesSz cx="6858000" cy="9144000"/>
  <p:embeddedFontLst>
    <p:embeddedFont>
      <p:font typeface="Samsung Sharp Sans" pitchFamily="2" charset="0"/>
      <p:regular r:id="rId7"/>
      <p:bold r:id="rId8"/>
    </p:embeddedFont>
    <p:embeddedFont>
      <p:font typeface="Samsung Sharp Sans Bold" pitchFamily="2" charset="0"/>
      <p:bold r:id="rId9"/>
    </p:embeddedFont>
    <p:embeddedFont>
      <p:font typeface="Samsung Sharp Sans Medium" pitchFamily="2" charset="0"/>
      <p:bold r:id="rId10"/>
    </p:embeddedFont>
    <p:embeddedFont>
      <p:font typeface="SamsungOne 400" panose="020B0503030303020204" pitchFamily="34" charset="0"/>
      <p:regular r:id="rId11"/>
    </p:embeddedFont>
    <p:embeddedFont>
      <p:font typeface="SamsungOne 400C" panose="020B0506030303020204" charset="0"/>
      <p:regular r:id="rId12"/>
    </p:embeddedFont>
    <p:embeddedFont>
      <p:font typeface="SamsungOne 700" panose="020B0803030303020204" pitchFamily="34" charset="0"/>
      <p:bold r:id="rId13"/>
    </p:embeddedFont>
    <p:embeddedFont>
      <p:font typeface="맑은 고딕" panose="020B0503020000020004" pitchFamily="50" charset="-127"/>
      <p:regular r:id="rId14"/>
      <p:bold r:id="rId15"/>
    </p:embeddedFont>
  </p:embeddedFontLst>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pos="3119" userDrawn="1">
          <p15:clr>
            <a:srgbClr val="A4A3A4"/>
          </p15:clr>
        </p15:guide>
        <p15:guide id="2" orient="horz" pos="216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193EB0"/>
    <a:srgbClr val="FFB546"/>
    <a:srgbClr val="FF4337"/>
    <a:srgbClr val="00B3E3"/>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보통 스타일 2 - 강조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스타일 없음, 표 눈금">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93296810-A885-4BE3-A3E7-6D5BEEA58F35}" styleName="보통 스타일 2 - 강조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583" autoAdjust="0"/>
    <p:restoredTop sz="72205" autoAdjust="0"/>
  </p:normalViewPr>
  <p:slideViewPr>
    <p:cSldViewPr snapToGrid="0">
      <p:cViewPr varScale="1">
        <p:scale>
          <a:sx n="110" d="100"/>
          <a:sy n="110" d="100"/>
        </p:scale>
        <p:origin x="1386" y="114"/>
      </p:cViewPr>
      <p:guideLst>
        <p:guide pos="3119"/>
        <p:guide orient="horz" pos="2160"/>
      </p:guideLst>
    </p:cSldViewPr>
  </p:slideViewPr>
  <p:notesTextViewPr>
    <p:cViewPr>
      <p:scale>
        <a:sx n="125" d="100"/>
        <a:sy n="125" d="100"/>
      </p:scale>
      <p:origin x="0" y="0"/>
    </p:cViewPr>
  </p:notesTextViewPr>
  <p:sorterViewPr>
    <p:cViewPr varScale="1">
      <p:scale>
        <a:sx n="1" d="1"/>
        <a:sy n="1" d="1"/>
      </p:scale>
      <p:origin x="0" y="0"/>
    </p:cViewPr>
  </p:sorter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4.xml"/><Relationship Id="rId3" Type="http://schemas.openxmlformats.org/officeDocument/2006/relationships/slide" Target="slides/slide3.xml"/><Relationship Id="rId4" Type="http://schemas.openxmlformats.org/officeDocument/2006/relationships/slide" Target="slides/slide2.xml"/><Relationship Id="rId5" Type="http://schemas.openxmlformats.org/officeDocument/2006/relationships/slide" Target="slides/slide1.xml"/><Relationship Id="rId6" Type="http://schemas.openxmlformats.org/officeDocument/2006/relationships/notesMaster" Target="notesMasters/notesMaster1.xml"/><Relationship Id="rId7" Type="http://schemas.openxmlformats.org/officeDocument/2006/relationships/font" Target="fonts/font1.fntdata"/><Relationship Id="rId8" Type="http://schemas.openxmlformats.org/officeDocument/2006/relationships/font" Target="fonts/font2.fntdata"/><Relationship Id="rId9" Type="http://schemas.openxmlformats.org/officeDocument/2006/relationships/font" Target="fonts/font3.fntdata"/><Relationship Id="rId10" Type="http://schemas.openxmlformats.org/officeDocument/2006/relationships/font" Target="fonts/font4.fntdata"/><Relationship Id="rId11" Type="http://schemas.openxmlformats.org/officeDocument/2006/relationships/font" Target="fonts/font5.fntdata"/><Relationship Id="rId12" Type="http://schemas.openxmlformats.org/officeDocument/2006/relationships/font" Target="fonts/font6.fntdata"/><Relationship Id="rId13" Type="http://schemas.openxmlformats.org/officeDocument/2006/relationships/font" Target="fonts/font7.fntdata"/><Relationship Id="rId14" Type="http://schemas.openxmlformats.org/officeDocument/2006/relationships/font" Target="fonts/font8.fntdata"/><Relationship Id="rId15" Type="http://schemas.openxmlformats.org/officeDocument/2006/relationships/font" Target="fonts/font9.fntdata"/><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 Id="rId20" Type="http://schemas.microsoft.com/office/2016/11/relationships/changesInfo" Target="changesInfos/changesInfo1.xml"/><Relationship Id="rId21" Type="http://schemas.openxmlformats.org/officeDocument/2006/relationships/customXml" Target="../customXml/item1.xml"/><Relationship Id="rId22" Type="http://schemas.openxmlformats.org/officeDocument/2006/relationships/customXml" Target="../customXml/item2.xml"/><Relationship Id="rId23" Type="http://schemas.openxmlformats.org/officeDocument/2006/relationships/customXml" Target="../customXml/item3.xml"/><Relationship Id="rId24" Type="http://schemas.openxmlformats.org/officeDocument/2006/relationships/slide" Target="slides/slide5.xml"/><Relationship Id="rId25" Type="http://schemas.openxmlformats.org/officeDocument/2006/relationships/slide" Target="slides/slide6.xml"/><Relationship Id="rId26" Type="http://schemas.openxmlformats.org/officeDocument/2006/relationships/slide" Target="slides/slide7.xml"/><Relationship Id="rId27" Type="http://schemas.openxmlformats.org/officeDocument/2006/relationships/slide" Target="slides/slide8.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이 선우" userId="0fe69268-fa1a-4efe-9dc5-d4012ab1114b" providerId="ADAL" clId="{C52B7E7F-94C4-473C-B7E9-B27EED8C6190}"/>
    <pc:docChg chg="modMainMaster">
      <pc:chgData name="이 선우" userId="0fe69268-fa1a-4efe-9dc5-d4012ab1114b" providerId="ADAL" clId="{C52B7E7F-94C4-473C-B7E9-B27EED8C6190}" dt="2025-12-26T06:30:10.164" v="2" actId="20577"/>
      <pc:docMkLst>
        <pc:docMk/>
      </pc:docMkLst>
      <pc:sldMasterChg chg="modSldLayout">
        <pc:chgData name="이 선우" userId="0fe69268-fa1a-4efe-9dc5-d4012ab1114b" providerId="ADAL" clId="{C52B7E7F-94C4-473C-B7E9-B27EED8C6190}" dt="2025-12-26T06:30:10.164" v="2" actId="20577"/>
        <pc:sldMasterMkLst>
          <pc:docMk/>
          <pc:sldMasterMk cId="3477928821" sldId="2147483683"/>
        </pc:sldMasterMkLst>
        <pc:sldLayoutChg chg="modSp mod">
          <pc:chgData name="이 선우" userId="0fe69268-fa1a-4efe-9dc5-d4012ab1114b" providerId="ADAL" clId="{C52B7E7F-94C4-473C-B7E9-B27EED8C6190}" dt="2025-12-26T06:30:10.164" v="2" actId="20577"/>
          <pc:sldLayoutMkLst>
            <pc:docMk/>
            <pc:sldMasterMk cId="3477928821" sldId="2147483683"/>
            <pc:sldLayoutMk cId="1227834196" sldId="2147483689"/>
          </pc:sldLayoutMkLst>
          <pc:spChg chg="mod">
            <ac:chgData name="이 선우" userId="0fe69268-fa1a-4efe-9dc5-d4012ab1114b" providerId="ADAL" clId="{C52B7E7F-94C4-473C-B7E9-B27EED8C6190}" dt="2025-12-26T06:30:10.164" v="2" actId="20577"/>
            <ac:spMkLst>
              <pc:docMk/>
              <pc:sldMasterMk cId="3477928821" sldId="2147483683"/>
              <pc:sldLayoutMk cId="1227834196" sldId="2147483689"/>
              <ac:spMk id="7" creationId="{782B242C-8600-47F0-98D5-6EA512C41BF2}"/>
            </ac:spMkLst>
          </pc:spChg>
        </pc:sldLayoutChg>
      </pc:sldMaster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머리글 개체 틀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ko-KR" altLang="en-US" dirty="0"/>
          </a:p>
        </p:txBody>
      </p:sp>
      <p:sp>
        <p:nvSpPr>
          <p:cNvPr id="3" name="날짜 개체 틀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E8B57C17-E6FD-4AF5-A787-31E9CCE99A85}" type="datetimeFigureOut">
              <a:rPr lang="ko-KR" altLang="en-US" smtClean="0"/>
              <a:t>2025-12-26</a:t>
            </a:fld>
            <a:endParaRPr lang="ko-KR" altLang="en-US" dirty="0"/>
          </a:p>
        </p:txBody>
      </p:sp>
      <p:sp>
        <p:nvSpPr>
          <p:cNvPr id="4" name="슬라이드 이미지 개체 틀 3"/>
          <p:cNvSpPr>
            <a:spLocks noGrp="1" noRot="1" noChangeAspect="1"/>
          </p:cNvSpPr>
          <p:nvPr>
            <p:ph type="sldImg" idx="2"/>
          </p:nvPr>
        </p:nvSpPr>
        <p:spPr>
          <a:xfrm>
            <a:off x="1200150" y="1143000"/>
            <a:ext cx="4457700" cy="3086100"/>
          </a:xfrm>
          <a:prstGeom prst="rect">
            <a:avLst/>
          </a:prstGeom>
          <a:noFill/>
          <a:ln w="12700">
            <a:solidFill>
              <a:prstClr val="black"/>
            </a:solidFill>
          </a:ln>
        </p:spPr>
        <p:txBody>
          <a:bodyPr vert="horz" lIns="91440" tIns="45720" rIns="91440" bIns="45720" rtlCol="0" anchor="ctr"/>
          <a:lstStyle/>
          <a:p>
            <a:endParaRPr lang="ko-KR" altLang="en-US" dirty="0"/>
          </a:p>
        </p:txBody>
      </p:sp>
      <p:sp>
        <p:nvSpPr>
          <p:cNvPr id="5" name="슬라이드 노트 개체 틀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6" name="바닥글 개체 틀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ko-KR" altLang="en-US" dirty="0"/>
          </a:p>
        </p:txBody>
      </p:sp>
      <p:sp>
        <p:nvSpPr>
          <p:cNvPr id="7" name="슬라이드 번호 개체 틀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B59C55F-00F1-4985-9065-F2D92AE05D03}" type="slidenum">
              <a:rPr lang="ko-KR" altLang="en-US" smtClean="0"/>
              <a:t>‹#›</a:t>
            </a:fld>
            <a:endParaRPr lang="ko-KR" altLang="en-US" dirty="0"/>
          </a:p>
        </p:txBody>
      </p:sp>
    </p:spTree>
    <p:extLst>
      <p:ext uri="{BB962C8B-B14F-4D97-AF65-F5344CB8AC3E}">
        <p14:creationId xmlns:p14="http://schemas.microsoft.com/office/powerpoint/2010/main" val="991253442"/>
      </p:ext>
    </p:extLst>
  </p:cSld>
  <p:clrMap bg1="lt1" tx1="dk1" bg2="lt2" tx2="dk2" accent1="accent1" accent2="accent2" accent3="accent3" accent4="accent4" accent5="accent5" accent6="accent6" hlink="hlink" folHlink="folHlink"/>
  <p:notesStyle>
    <a:lvl1pPr marL="0" algn="l" defTabSz="914400" rtl="0" eaLnBrk="1" latinLnBrk="1" hangingPunct="1">
      <a:defRPr sz="1200" kern="1200">
        <a:solidFill>
          <a:schemeClr val="tx1"/>
        </a:solidFill>
        <a:latin typeface="+mn-lt"/>
        <a:ea typeface="+mn-ea"/>
        <a:cs typeface="+mn-cs"/>
      </a:defRPr>
    </a:lvl1pPr>
    <a:lvl2pPr marL="457200" algn="l" defTabSz="914400" rtl="0" eaLnBrk="1" latinLnBrk="1" hangingPunct="1">
      <a:defRPr sz="1200" kern="1200">
        <a:solidFill>
          <a:schemeClr val="tx1"/>
        </a:solidFill>
        <a:latin typeface="+mn-lt"/>
        <a:ea typeface="+mn-ea"/>
        <a:cs typeface="+mn-cs"/>
      </a:defRPr>
    </a:lvl2pPr>
    <a:lvl3pPr marL="914400" algn="l" defTabSz="914400" rtl="0" eaLnBrk="1" latinLnBrk="1" hangingPunct="1">
      <a:defRPr sz="1200" kern="1200">
        <a:solidFill>
          <a:schemeClr val="tx1"/>
        </a:solidFill>
        <a:latin typeface="+mn-lt"/>
        <a:ea typeface="+mn-ea"/>
        <a:cs typeface="+mn-cs"/>
      </a:defRPr>
    </a:lvl3pPr>
    <a:lvl4pPr marL="1371600" algn="l" defTabSz="914400" rtl="0" eaLnBrk="1" latinLnBrk="1" hangingPunct="1">
      <a:defRPr sz="1200" kern="1200">
        <a:solidFill>
          <a:schemeClr val="tx1"/>
        </a:solidFill>
        <a:latin typeface="+mn-lt"/>
        <a:ea typeface="+mn-ea"/>
        <a:cs typeface="+mn-cs"/>
      </a:defRPr>
    </a:lvl4pPr>
    <a:lvl5pPr marL="1828800" algn="l" defTabSz="914400" rtl="0" eaLnBrk="1" latinLnBrk="1" hangingPunct="1">
      <a:defRPr sz="1200" kern="1200">
        <a:solidFill>
          <a:schemeClr val="tx1"/>
        </a:solidFill>
        <a:latin typeface="+mn-lt"/>
        <a:ea typeface="+mn-ea"/>
        <a:cs typeface="+mn-cs"/>
      </a:defRPr>
    </a:lvl5pPr>
    <a:lvl6pPr marL="2286000" algn="l" defTabSz="914400" rtl="0" eaLnBrk="1" latinLnBrk="1" hangingPunct="1">
      <a:defRPr sz="1200" kern="1200">
        <a:solidFill>
          <a:schemeClr val="tx1"/>
        </a:solidFill>
        <a:latin typeface="+mn-lt"/>
        <a:ea typeface="+mn-ea"/>
        <a:cs typeface="+mn-cs"/>
      </a:defRPr>
    </a:lvl6pPr>
    <a:lvl7pPr marL="2743200" algn="l" defTabSz="914400" rtl="0" eaLnBrk="1" latinLnBrk="1" hangingPunct="1">
      <a:defRPr sz="1200" kern="1200">
        <a:solidFill>
          <a:schemeClr val="tx1"/>
        </a:solidFill>
        <a:latin typeface="+mn-lt"/>
        <a:ea typeface="+mn-ea"/>
        <a:cs typeface="+mn-cs"/>
      </a:defRPr>
    </a:lvl7pPr>
    <a:lvl8pPr marL="3200400" algn="l" defTabSz="914400" rtl="0" eaLnBrk="1" latinLnBrk="1" hangingPunct="1">
      <a:defRPr sz="1200" kern="1200">
        <a:solidFill>
          <a:schemeClr val="tx1"/>
        </a:solidFill>
        <a:latin typeface="+mn-lt"/>
        <a:ea typeface="+mn-ea"/>
        <a:cs typeface="+mn-cs"/>
      </a:defRPr>
    </a:lvl8pPr>
    <a:lvl9pPr marL="3657600" algn="l" defTabSz="914400" rtl="0" eaLnBrk="1" latinLnBrk="1"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[Sanad]</a:t>
            </a:r>
          </a:p>
          <a:p/>
          <a:p>
            <a:r>
              <a:t>▶ Step 1 (on arrival; The logo draws itself, then the title and team appear)</a:t>
            </a:r>
          </a:p>
          <a:p>
            <a:r>
              <a:t>This is Bayan: an Android tool that simplifies hard Arabic where you read, on your phone. Building it was fine. Checking it was the hard part.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[Sanad]</a:t>
            </a:r>
          </a:p>
          <a:p/>
          <a:p>
            <a:r>
              <a:t>▶ Step 1 (on arrival; 11% counts up; كتب splits into kataba, kutiba, kutub)</a:t>
            </a:r>
          </a:p>
          <a:p>
            <a:r>
              <a:t>About eleven percent of Arab primary-school children have dyslexia, and Arabic doesn't help: these letters can be kataba, kutiba or kutub, because short vowels aren't written.</a:t>
            </a:r>
          </a:p>
          <a:p/>
          <a:p>
            <a:r>
              <a:t>▶ Step 2 (step 2 (auto); Left: shorter clauses help the weakest readers most. Right: our scope)</a:t>
            </a:r>
          </a:p>
          <a:p>
            <a:r>
              <a:t>Shorter clauses help the weakest readers most. So Bayan reduces reading load: long clauses, hard words. Not decoding, and we don't yet claim it helps readers with dyslexia.</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[Sanad]</a:t>
            </a:r>
          </a:p>
          <a:p/>
          <a:p>
            <a:r>
              <a:t>▶ Step 1 (on arrival; Two cards: SAMER (novels, half unchanged, word swaps) and other LLM-written sources (summaries))</a:t>
            </a:r>
          </a:p>
          <a:p>
            <a:r>
              <a:t>We started with what existed. SAMER is novels: half its pairs are unchanged, and it swaps words but never splits sentences. The other sources mostly summarised.</a:t>
            </a:r>
          </a:p>
          <a:p/>
          <a:p>
            <a:r>
              <a:t>▶ Step 2 (step 2 (auto); Corpus v0: DeepSeek -&gt; validator -&gt; readability gate; three red chips; validator accepted 34% of planted additions)</a:t>
            </a:r>
          </a:p>
          <a:p>
            <a:r>
              <a:t>So we wrote our own with DeepSeek. The audit was humbling: tashkeel in fifty-seven percent of rows, cut-off sentences helpfully completed, a validator that waved through a third of our planted errors. We trained nothing on it.</a:t>
            </a:r>
          </a:p>
          <a:p/>
          <a:p>
            <a:r>
              <a:t>▶ Step 3 (step 3 (auto); Pipeline v1: BAREC -&gt; strip tashkeel -&gt; route -&gt; Gemma 4 31B -&gt; code, readability and meaning gates)</a:t>
            </a:r>
          </a:p>
          <a:p>
            <a:r>
              <a:t>Corpus v1 starts from BAREC, strips tashkeel, sets protected and short text aside, and has Gemma 4 31B rewrite the hard sentences behind three gates.</a:t>
            </a:r>
          </a:p>
          <a:p/>
          <a:p>
            <a:r>
              <a:t>▶ Step 4 (step 4 (auto); 14,975 rows lock in; audit badge: 1.7% meaning changed)</a:t>
            </a:r>
          </a:p>
          <a:p>
            <a:r>
              <a:t>Fourteen thousand nine hundred seventy-five pairs survived. A blind audit found one point seven percent with changed meaning. We'll take it.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[Sanad]</a:t>
            </a:r>
          </a:p>
          <a:p/>
          <a:p>
            <a:r>
              <a:t>▶ Step 1 (on arrival; Lane v0.1: AraT5v2 on SAMER. Found: returned 65% of rows unchanged, swapped single words)</a:t>
            </a:r>
          </a:p>
          <a:p>
            <a:r>
              <a:t>BayanSimplify v0.1 trained on SAMER. It returned sixty-five percent of sentences untouched, where editors leave forty-nine. Bold strategy: change nothing.</a:t>
            </a:r>
          </a:p>
          <a:p/>
          <a:p>
            <a:r>
              <a:t>▶ Step 2 (step 2 (auto); Lane v0.2: two models, AraT5v2 (v0.2) and AraBART (v0.2-Fast); meaning kept 60% / 40%; the tag costs meaning)</a:t>
            </a:r>
          </a:p>
          <a:p>
            <a:r>
              <a:t>v0.2 is two models, AraT5v2 and AraBART, trained with everyday text and strength tags. They kept the meaning in sixty and forty percent of outputs. The tag costs meaning, so the app sends none.</a:t>
            </a:r>
          </a:p>
          <a:p/>
          <a:p>
            <a:r>
              <a:t>▶ Step 3 (step 3 (auto); Lane v0.3: AraT5v2 on corpus v1, our best: cuts 9.5 words vs 4.5, about the same meaning (vs v0.2, no tag))</a:t>
            </a:r>
          </a:p>
          <a:p>
            <a:r>
              <a:t>v0.3 is AraT5v2 on corpus v1, no tag. As trained, it cuts twice the words of v0.2 and keeps about the same meaning.</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[Sanad]</a:t>
            </a:r>
          </a:p>
          <a:p/>
          <a:p>
            <a:r>
              <a:t>▶ Step 1 (on arrival; Copy baseline table: copy 100% / 0; v0.1 76% / 0; v0.2 68% / 4.5 and v0.2-Fast 51% / 4.9; v0.3 69% / 9.5)</a:t>
            </a:r>
          </a:p>
          <a:p>
            <a:r>
              <a:t>How do we know a rewrite is good? Copying keeps all the meaning and simplifies nothing, which is how a lazy model would win. v0.1 nearly managed it: seventy-six percent kept, no words cut from the longest clause. So we built BayanBench.</a:t>
            </a:r>
          </a:p>
          <a:p/>
          <a:p>
            <a:r>
              <a:t>▶ Step 2 (step 2 (auto); Gemma 4 31B reads original + rewrite and answers 7 yes/no questions: 4 on meaning, 3 on quality)</a:t>
            </a:r>
          </a:p>
          <a:p>
            <a:r>
              <a:t>Meaning comes from Gemma 4 31B, an open model. It reads the original and the rewrite and answers seven yes-or-no questions: four about meaning, three about quality.</a:t>
            </a:r>
          </a:p>
          <a:p/>
          <a:p>
            <a:r>
              <a:t>▶ Step 3 (step 3 (auto); Four measures in a square: meaning, simpler, restraint, copying rate)</a:t>
            </a:r>
          </a:p>
          <a:p>
            <a:r>
              <a:t>Four measures, scored separately. Kept means the same meaning and every number intact.</a:t>
            </a:r>
          </a:p>
          <a:p/>
          <a:p>
            <a:r>
              <a:t>▶ Step 4 (step 4 (auto); People check: one reader with dyslexia rated 30 outputs (17 easier, 9 same, 4 harder); scorer AUC 0.85)</a:t>
            </a:r>
          </a:p>
          <a:p>
            <a:r>
              <a:t>Do people agree with the scorer? Six raters, two hundred ninety tasks: zero point eight five. One reader with dyslexia rated thirty outputs too: seventeen easier, four harder.</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[Sanad]</a:t>
            </a:r>
          </a:p>
          <a:p/>
          <a:p>
            <a:r>
              <a:t>▶ Step 1 (on arrival; Scatter: v0.3 in the app keeps the most meaning (82%) and cuts 5.2 words)</a:t>
            </a:r>
          </a:p>
          <a:p>
            <a:r>
              <a:t>More simplification usually means less meaning. v0.3 breaks the pattern: in the app it keeps the most meaning, eighty-two percent, and still cuts five words off the longest clause.</a:t>
            </a:r>
          </a:p>
          <a:p/>
          <a:p>
            <a:r>
              <a:t>▶ Step 2 (step 2 (auto); In the app: v0.3 minus v0.2 behind the same checks: +3.4 words, harder words out, meaning kept as well (not significant))</a:t>
            </a:r>
          </a:p>
          <a:p>
            <a:r>
              <a:t>Against v0.2 behind the same checks, it cuts three and a half more words off the longest clause, removes more hard words, and keeps the meaning as well. Not significantly different.</a:t>
            </a:r>
          </a:p>
          <a:p/>
          <a:p>
            <a:r>
              <a:t>▶ Step 3 (step 3 (auto); Blind rating, 18 sentences: v0.3 easier on 86% of changed outputs vs 60%; 8 of 8 votes)</a:t>
            </a:r>
          </a:p>
          <a:p>
            <a:r>
              <a:t>People agree. In a blind rating, the team found v0.3's changed outputs easier eighty-six percent of the time, against sixty for v0.2, and the reader with dyslexia chose v0.3 in every comparison it was in.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[Sanad]</a:t>
            </a:r>
          </a:p>
          <a:p/>
          <a:p>
            <a:r>
              <a:t>▶ Step 1 (on arrival; Heading 'What the app does' and the video recording under it)</a:t>
            </a:r>
          </a:p>
          <a:p>
            <a:r>
              <a:t>On a phone: select, tap tabseet, and it reads aloud. Scripture never reaches the model, and code checks that numbers survive.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[Sanad]</a:t>
            </a:r>
          </a:p>
          <a:p/>
          <a:p>
            <a:r>
              <a:t>▶ Step 1 (on arrival; Logo and 'Simplify where you read.')</a:t>
            </a:r>
          </a:p>
          <a:p>
            <a:r>
              <a:t>Bayan: simplify where you read.</a:t>
            </a:r>
          </a:p>
          <a:p/>
          <a:p>
            <a:r>
              <a:t>▶ Step 2 (step 2 (auto); Three limit chips and the next step)</a:t>
            </a:r>
          </a:p>
          <a:p>
            <a:r>
              <a:t>What we can't claim: no reader has used it, our scorer is stricter than people, and our human comparison is eighteen sentences. Next, a reading study. Thank you!</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 Id="rId3" Type="http://schemas.openxmlformats.org/officeDocument/2006/relationships/image" Target="../media/image2.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jpg"/><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jp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jp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jpg"/><Relationship Id="rId3" Type="http://schemas.openxmlformats.org/officeDocument/2006/relationships/image" Target="../media/image10.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jpg"/><Relationship Id="rId3" Type="http://schemas.openxmlformats.org/officeDocument/2006/relationships/image" Target="../media/image2.pn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able of Contents">
    <p:spTree>
      <p:nvGrpSpPr>
        <p:cNvPr id="1" name=""/>
        <p:cNvGrpSpPr/>
        <p:nvPr/>
      </p:nvGrpSpPr>
      <p:grpSpPr>
        <a:xfrm>
          <a:off x="0" y="0"/>
          <a:ext cx="0" cy="0"/>
          <a:chOff x="0" y="0"/>
          <a:chExt cx="0" cy="0"/>
        </a:xfrm>
      </p:grpSpPr>
      <p:cxnSp>
        <p:nvCxnSpPr>
          <p:cNvPr id="12" name="직선 연결선 11">
            <a:extLst>
              <a:ext uri="{FF2B5EF4-FFF2-40B4-BE49-F238E27FC236}">
                <a16:creationId xmlns:a16="http://schemas.microsoft.com/office/drawing/2014/main" id="{107951CE-0A5B-4EC7-B663-290867B6A3B2}"/>
              </a:ext>
            </a:extLst>
          </p:cNvPr>
          <p:cNvCxnSpPr/>
          <p:nvPr userDrawn="1"/>
        </p:nvCxnSpPr>
        <p:spPr>
          <a:xfrm>
            <a:off x="449468" y="6424935"/>
            <a:ext cx="9000714"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13" name="슬라이드 번호 개체 틀 15">
            <a:extLst>
              <a:ext uri="{FF2B5EF4-FFF2-40B4-BE49-F238E27FC236}">
                <a16:creationId xmlns:a16="http://schemas.microsoft.com/office/drawing/2014/main" id="{DB8B1220-1660-457F-B990-656A8230EA54}"/>
              </a:ext>
            </a:extLst>
          </p:cNvPr>
          <p:cNvSpPr txBox="1">
            <a:spLocks/>
          </p:cNvSpPr>
          <p:nvPr userDrawn="1"/>
        </p:nvSpPr>
        <p:spPr>
          <a:xfrm>
            <a:off x="8836343" y="6498001"/>
            <a:ext cx="613839" cy="13849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ctr">
            <a:spAutoFit/>
            <a:scene3d>
              <a:camera prst="orthographicFront"/>
              <a:lightRig rig="threePt" dir="t"/>
            </a:scene3d>
            <a:sp3d>
              <a:bevelT w="0" h="6350"/>
            </a:sp3d>
          </a:bodyPr>
          <a:lstStyle>
            <a:defPPr>
              <a:defRPr lang="ko-KR"/>
            </a:defPPr>
            <a:lvl1pPr algn="r">
              <a:defRPr sz="900">
                <a:solidFill>
                  <a:schemeClr val="tx1">
                    <a:lumMod val="50000"/>
                    <a:lumOff val="50000"/>
                  </a:schemeClr>
                </a:solidFill>
                <a:latin typeface="SamsungOne 300" panose="020B0303030303020204" pitchFamily="34" charset="0"/>
                <a:ea typeface="SamsungOne 300" panose="020B0303030303020204" pitchFamily="34"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marL="0" marR="0" lvl="0" indent="0" algn="r" defTabSz="914094" rtl="0" eaLnBrk="1" fontAlgn="auto" latinLnBrk="1" hangingPunct="1">
              <a:lnSpc>
                <a:spcPct val="100000"/>
              </a:lnSpc>
              <a:spcBef>
                <a:spcPts val="0"/>
              </a:spcBef>
              <a:spcAft>
                <a:spcPts val="0"/>
              </a:spcAft>
              <a:buClrTx/>
              <a:buSzTx/>
              <a:buFontTx/>
              <a:buNone/>
              <a:tabLst/>
              <a:defRPr/>
            </a:pPr>
            <a:fld id="{43977B04-C971-4466-AB79-612C9E649B30}" type="slidenum">
              <a:rPr lang="en-US" altLang="ko-KR" sz="900" smtClean="0">
                <a:solidFill>
                  <a:schemeClr val="bg1">
                    <a:lumMod val="50000"/>
                  </a:schemeClr>
                </a:solidFill>
                <a:latin typeface="SamsungOne 400" panose="020B0503030303020204" pitchFamily="34" charset="0"/>
                <a:ea typeface="SamsungOne 400" panose="020B0503030303020204" pitchFamily="34" charset="0"/>
              </a:rPr>
              <a:pPr marL="0" marR="0" lvl="0" indent="0" algn="r" defTabSz="914094" rtl="0" eaLnBrk="1" fontAlgn="auto" latinLnBrk="1" hangingPunct="1">
                <a:lnSpc>
                  <a:spcPct val="100000"/>
                </a:lnSpc>
                <a:spcBef>
                  <a:spcPts val="0"/>
                </a:spcBef>
                <a:spcAft>
                  <a:spcPts val="0"/>
                </a:spcAft>
                <a:buClrTx/>
                <a:buSzTx/>
                <a:buFontTx/>
                <a:buNone/>
                <a:tabLst/>
                <a:defRPr/>
              </a:pPr>
              <a:t>‹#›</a:t>
            </a:fld>
            <a:endParaRPr lang="en-US" altLang="ko-KR" sz="900" dirty="0">
              <a:solidFill>
                <a:schemeClr val="bg1">
                  <a:lumMod val="50000"/>
                </a:schemeClr>
              </a:solidFill>
              <a:latin typeface="SamsungOne 400" panose="020B0503030303020204" pitchFamily="34" charset="0"/>
              <a:ea typeface="SamsungOne 400" panose="020B0503030303020204" pitchFamily="34" charset="0"/>
              <a:cs typeface="Arial Unicode MS" panose="020B0604020202020204" pitchFamily="50" charset="-127"/>
            </a:endParaRPr>
          </a:p>
        </p:txBody>
      </p:sp>
      <p:sp>
        <p:nvSpPr>
          <p:cNvPr id="14" name="직사각형 7">
            <a:extLst>
              <a:ext uri="{FF2B5EF4-FFF2-40B4-BE49-F238E27FC236}">
                <a16:creationId xmlns:a16="http://schemas.microsoft.com/office/drawing/2014/main" id="{AA07D337-B9C3-4E5E-811E-AEFBB17ADEF5}"/>
              </a:ext>
            </a:extLst>
          </p:cNvPr>
          <p:cNvSpPr/>
          <p:nvPr userDrawn="1"/>
        </p:nvSpPr>
        <p:spPr>
          <a:xfrm>
            <a:off x="449468" y="6498001"/>
            <a:ext cx="2888788" cy="169277"/>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t">
            <a:spAutoFit/>
            <a:scene3d>
              <a:camera prst="orthographicFront"/>
              <a:lightRig rig="threePt" dir="t"/>
            </a:scene3d>
            <a:sp3d>
              <a:bevelT w="0" h="6350"/>
            </a:sp3d>
          </a:bodyPr>
          <a:lstStyle/>
          <a:p>
            <a:pPr algn="l"/>
            <a:r>
              <a:rPr lang="en-US" altLang="ko-KR" sz="1100" b="0" dirty="0">
                <a:solidFill>
                  <a:schemeClr val="bg1">
                    <a:lumMod val="50000"/>
                  </a:schemeClr>
                </a:solidFill>
                <a:latin typeface="Samsung Sharp Sans Bold" pitchFamily="2" charset="0"/>
                <a:ea typeface="Samsung Sharp Sans Bold" pitchFamily="2" charset="0"/>
                <a:cs typeface="Samsung Sharp Sans Bold" pitchFamily="2" charset="0"/>
              </a:rPr>
              <a:t>Samsung Innovation Campus</a:t>
            </a:r>
          </a:p>
        </p:txBody>
      </p:sp>
      <p:sp>
        <p:nvSpPr>
          <p:cNvPr id="15" name="슬라이드 번호 개체 틀 15">
            <a:extLst>
              <a:ext uri="{FF2B5EF4-FFF2-40B4-BE49-F238E27FC236}">
                <a16:creationId xmlns:a16="http://schemas.microsoft.com/office/drawing/2014/main" id="{CCEC8F59-794B-4743-A6D7-1BC9720006CB}"/>
              </a:ext>
            </a:extLst>
          </p:cNvPr>
          <p:cNvSpPr txBox="1">
            <a:spLocks/>
          </p:cNvSpPr>
          <p:nvPr userDrawn="1"/>
        </p:nvSpPr>
        <p:spPr>
          <a:xfrm>
            <a:off x="6846858" y="6498001"/>
            <a:ext cx="2349501" cy="13849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ctr">
            <a:spAutoFit/>
            <a:scene3d>
              <a:camera prst="orthographicFront"/>
              <a:lightRig rig="threePt" dir="t"/>
            </a:scene3d>
            <a:sp3d>
              <a:bevelT w="0" h="6350"/>
            </a:sp3d>
          </a:bodyPr>
          <a:lstStyle>
            <a:defPPr>
              <a:defRPr lang="ko-KR"/>
            </a:defPPr>
            <a:lvl1pPr algn="r">
              <a:defRPr sz="900">
                <a:solidFill>
                  <a:schemeClr val="tx1">
                    <a:lumMod val="50000"/>
                    <a:lumOff val="50000"/>
                  </a:schemeClr>
                </a:solidFill>
                <a:latin typeface="SamsungOne 300" panose="020B0303030303020204" pitchFamily="34" charset="0"/>
                <a:ea typeface="SamsungOne 300" panose="020B0303030303020204" pitchFamily="34"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lvl="0" defTabSz="914094" latinLnBrk="1">
              <a:defRPr/>
            </a:pPr>
            <a:r>
              <a:rPr lang="en-US" altLang="ko-KR" sz="900" dirty="0">
                <a:solidFill>
                  <a:schemeClr val="bg1">
                    <a:lumMod val="50000"/>
                  </a:schemeClr>
                </a:solidFill>
                <a:latin typeface="Samsung Sharp Sans Medium" pitchFamily="2" charset="0"/>
                <a:ea typeface="Samsung Sharp Sans Medium" pitchFamily="2" charset="0"/>
                <a:cs typeface="Samsung Sharp Sans Medium" pitchFamily="2" charset="0"/>
              </a:rPr>
              <a:t>Project Name</a:t>
            </a:r>
          </a:p>
        </p:txBody>
      </p:sp>
    </p:spTree>
    <p:extLst>
      <p:ext uri="{BB962C8B-B14F-4D97-AF65-F5344CB8AC3E}">
        <p14:creationId xmlns:p14="http://schemas.microsoft.com/office/powerpoint/2010/main" val="3956667998"/>
      </p:ext>
    </p:extLst>
  </p:cSld>
  <p:clrMapOvr>
    <a:masterClrMapping/>
  </p:clrMapOvr>
  <p:extLst>
    <p:ext uri="{DCECCB84-F9BA-43D5-87BE-67443E8EF086}">
      <p15:sldGuideLst xmlns:p15="http://schemas.microsoft.com/office/powerpoint/2012/main">
        <p15:guide id="2" pos="285">
          <p15:clr>
            <a:srgbClr val="FBAE40"/>
          </p15:clr>
        </p15:guide>
        <p15:guide id="3" pos="5955">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Front Cover">
    <p:bg>
      <p:bgPr>
        <a:solidFill>
          <a:schemeClr val="bg1">
            <a:lumMod val="95000"/>
          </a:schemeClr>
        </a:solidFill>
        <a:effectLst/>
      </p:bgPr>
    </p:bg>
    <p:spTree>
      <p:nvGrpSpPr>
        <p:cNvPr id="1" name=""/>
        <p:cNvGrpSpPr/>
        <p:nvPr/>
      </p:nvGrpSpPr>
      <p:grpSpPr>
        <a:xfrm>
          <a:off x="0" y="0"/>
          <a:ext cx="0" cy="0"/>
          <a:chOff x="0" y="0"/>
          <a:chExt cx="0" cy="0"/>
        </a:xfrm>
      </p:grpSpPr>
      <p:pic>
        <p:nvPicPr>
          <p:cNvPr id="9" name="그림 8"/>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9902825" cy="6858000"/>
          </a:xfrm>
          <a:prstGeom prst="rect">
            <a:avLst/>
          </a:prstGeom>
        </p:spPr>
      </p:pic>
      <p:sp>
        <p:nvSpPr>
          <p:cNvPr id="6" name="Freeform 5">
            <a:extLst>
              <a:ext uri="{FF2B5EF4-FFF2-40B4-BE49-F238E27FC236}">
                <a16:creationId xmlns:a16="http://schemas.microsoft.com/office/drawing/2014/main" id="{0D8AEED9-5E8F-4A4F-8427-AE314BEC60F8}"/>
              </a:ext>
            </a:extLst>
          </p:cNvPr>
          <p:cNvSpPr>
            <a:spLocks noChangeAspect="1" noEditPoints="1"/>
          </p:cNvSpPr>
          <p:nvPr userDrawn="1"/>
        </p:nvSpPr>
        <p:spPr bwMode="auto">
          <a:xfrm>
            <a:off x="449468" y="450000"/>
            <a:ext cx="1282022" cy="198000"/>
          </a:xfrm>
          <a:custGeom>
            <a:avLst/>
            <a:gdLst>
              <a:gd name="T0" fmla="*/ 82 w 2179"/>
              <a:gd name="T1" fmla="*/ 74 h 334"/>
              <a:gd name="T2" fmla="*/ 140 w 2179"/>
              <a:gd name="T3" fmla="*/ 82 h 334"/>
              <a:gd name="T4" fmla="*/ 218 w 2179"/>
              <a:gd name="T5" fmla="*/ 101 h 334"/>
              <a:gd name="T6" fmla="*/ 112 w 2179"/>
              <a:gd name="T7" fmla="*/ 0 h 334"/>
              <a:gd name="T8" fmla="*/ 4 w 2179"/>
              <a:gd name="T9" fmla="*/ 112 h 334"/>
              <a:gd name="T10" fmla="*/ 145 w 2179"/>
              <a:gd name="T11" fmla="*/ 257 h 334"/>
              <a:gd name="T12" fmla="*/ 84 w 2179"/>
              <a:gd name="T13" fmla="*/ 250 h 334"/>
              <a:gd name="T14" fmla="*/ 0 w 2179"/>
              <a:gd name="T15" fmla="*/ 220 h 334"/>
              <a:gd name="T16" fmla="*/ 113 w 2179"/>
              <a:gd name="T17" fmla="*/ 334 h 334"/>
              <a:gd name="T18" fmla="*/ 223 w 2179"/>
              <a:gd name="T19" fmla="*/ 212 h 334"/>
              <a:gd name="T20" fmla="*/ 1096 w 2179"/>
              <a:gd name="T21" fmla="*/ 91 h 334"/>
              <a:gd name="T22" fmla="*/ 1124 w 2179"/>
              <a:gd name="T23" fmla="*/ 54 h 334"/>
              <a:gd name="T24" fmla="*/ 1152 w 2179"/>
              <a:gd name="T25" fmla="*/ 102 h 334"/>
              <a:gd name="T26" fmla="*/ 1229 w 2179"/>
              <a:gd name="T27" fmla="*/ 80 h 334"/>
              <a:gd name="T28" fmla="*/ 1017 w 2179"/>
              <a:gd name="T29" fmla="*/ 71 h 334"/>
              <a:gd name="T30" fmla="*/ 1157 w 2179"/>
              <a:gd name="T31" fmla="*/ 233 h 334"/>
              <a:gd name="T32" fmla="*/ 1128 w 2179"/>
              <a:gd name="T33" fmla="*/ 277 h 334"/>
              <a:gd name="T34" fmla="*/ 1097 w 2179"/>
              <a:gd name="T35" fmla="*/ 219 h 334"/>
              <a:gd name="T36" fmla="*/ 1014 w 2179"/>
              <a:gd name="T37" fmla="*/ 243 h 334"/>
              <a:gd name="T38" fmla="*/ 1235 w 2179"/>
              <a:gd name="T39" fmla="*/ 262 h 334"/>
              <a:gd name="T40" fmla="*/ 1096 w 2179"/>
              <a:gd name="T41" fmla="*/ 91 h 334"/>
              <a:gd name="T42" fmla="*/ 1730 w 2179"/>
              <a:gd name="T43" fmla="*/ 10 h 334"/>
              <a:gd name="T44" fmla="*/ 1614 w 2179"/>
              <a:gd name="T45" fmla="*/ 319 h 334"/>
              <a:gd name="T46" fmla="*/ 1686 w 2179"/>
              <a:gd name="T47" fmla="*/ 60 h 334"/>
              <a:gd name="T48" fmla="*/ 1876 w 2179"/>
              <a:gd name="T49" fmla="*/ 319 h 334"/>
              <a:gd name="T50" fmla="*/ 1799 w 2179"/>
              <a:gd name="T51" fmla="*/ 10 h 334"/>
              <a:gd name="T52" fmla="*/ 333 w 2179"/>
              <a:gd name="T53" fmla="*/ 10 h 334"/>
              <a:gd name="T54" fmla="*/ 360 w 2179"/>
              <a:gd name="T55" fmla="*/ 322 h 334"/>
              <a:gd name="T56" fmla="*/ 446 w 2179"/>
              <a:gd name="T57" fmla="*/ 322 h 334"/>
              <a:gd name="T58" fmla="*/ 472 w 2179"/>
              <a:gd name="T59" fmla="*/ 10 h 334"/>
              <a:gd name="T60" fmla="*/ 804 w 2179"/>
              <a:gd name="T61" fmla="*/ 10 h 334"/>
              <a:gd name="T62" fmla="*/ 725 w 2179"/>
              <a:gd name="T63" fmla="*/ 10 h 334"/>
              <a:gd name="T64" fmla="*/ 592 w 2179"/>
              <a:gd name="T65" fmla="*/ 322 h 334"/>
              <a:gd name="T66" fmla="*/ 671 w 2179"/>
              <a:gd name="T67" fmla="*/ 33 h 334"/>
              <a:gd name="T68" fmla="*/ 804 w 2179"/>
              <a:gd name="T69" fmla="*/ 322 h 334"/>
              <a:gd name="T70" fmla="*/ 860 w 2179"/>
              <a:gd name="T71" fmla="*/ 322 h 334"/>
              <a:gd name="T72" fmla="*/ 931 w 2179"/>
              <a:gd name="T73" fmla="*/ 10 h 334"/>
              <a:gd name="T74" fmla="*/ 1528 w 2179"/>
              <a:gd name="T75" fmla="*/ 10 h 334"/>
              <a:gd name="T76" fmla="*/ 1449 w 2179"/>
              <a:gd name="T77" fmla="*/ 241 h 334"/>
              <a:gd name="T78" fmla="*/ 1418 w 2179"/>
              <a:gd name="T79" fmla="*/ 275 h 334"/>
              <a:gd name="T80" fmla="*/ 1388 w 2179"/>
              <a:gd name="T81" fmla="*/ 241 h 334"/>
              <a:gd name="T82" fmla="*/ 1309 w 2179"/>
              <a:gd name="T83" fmla="*/ 10 h 334"/>
              <a:gd name="T84" fmla="*/ 1310 w 2179"/>
              <a:gd name="T85" fmla="*/ 254 h 334"/>
              <a:gd name="T86" fmla="*/ 1527 w 2179"/>
              <a:gd name="T87" fmla="*/ 254 h 334"/>
              <a:gd name="T88" fmla="*/ 1528 w 2179"/>
              <a:gd name="T89" fmla="*/ 10 h 334"/>
              <a:gd name="T90" fmla="*/ 2069 w 2179"/>
              <a:gd name="T91" fmla="*/ 192 h 334"/>
              <a:gd name="T92" fmla="*/ 2101 w 2179"/>
              <a:gd name="T93" fmla="*/ 237 h 334"/>
              <a:gd name="T94" fmla="*/ 2068 w 2179"/>
              <a:gd name="T95" fmla="*/ 272 h 334"/>
              <a:gd name="T96" fmla="*/ 2035 w 2179"/>
              <a:gd name="T97" fmla="*/ 237 h 334"/>
              <a:gd name="T98" fmla="*/ 2037 w 2179"/>
              <a:gd name="T99" fmla="*/ 80 h 334"/>
              <a:gd name="T100" fmla="*/ 2099 w 2179"/>
              <a:gd name="T101" fmla="*/ 80 h 334"/>
              <a:gd name="T102" fmla="*/ 2100 w 2179"/>
              <a:gd name="T103" fmla="*/ 110 h 334"/>
              <a:gd name="T104" fmla="*/ 2178 w 2179"/>
              <a:gd name="T105" fmla="*/ 99 h 334"/>
              <a:gd name="T106" fmla="*/ 2068 w 2179"/>
              <a:gd name="T107" fmla="*/ 2 h 334"/>
              <a:gd name="T108" fmla="*/ 1958 w 2179"/>
              <a:gd name="T109" fmla="*/ 99 h 334"/>
              <a:gd name="T110" fmla="*/ 1959 w 2179"/>
              <a:gd name="T111" fmla="*/ 251 h 334"/>
              <a:gd name="T112" fmla="*/ 2178 w 2179"/>
              <a:gd name="T113" fmla="*/ 251 h 334"/>
              <a:gd name="T114" fmla="*/ 2179 w 2179"/>
              <a:gd name="T115" fmla="*/ 147 h 3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Lst>
            <a:rect l="0" t="0" r="r" b="b"/>
            <a:pathLst>
              <a:path w="2179" h="334">
                <a:moveTo>
                  <a:pt x="83" y="91"/>
                </a:moveTo>
                <a:cubicBezTo>
                  <a:pt x="81" y="84"/>
                  <a:pt x="82" y="78"/>
                  <a:pt x="82" y="74"/>
                </a:cubicBezTo>
                <a:cubicBezTo>
                  <a:pt x="84" y="64"/>
                  <a:pt x="91" y="53"/>
                  <a:pt x="111" y="53"/>
                </a:cubicBezTo>
                <a:cubicBezTo>
                  <a:pt x="129" y="53"/>
                  <a:pt x="140" y="65"/>
                  <a:pt x="140" y="82"/>
                </a:cubicBezTo>
                <a:cubicBezTo>
                  <a:pt x="140" y="101"/>
                  <a:pt x="140" y="101"/>
                  <a:pt x="140" y="101"/>
                </a:cubicBezTo>
                <a:cubicBezTo>
                  <a:pt x="218" y="101"/>
                  <a:pt x="218" y="101"/>
                  <a:pt x="218" y="101"/>
                </a:cubicBezTo>
                <a:cubicBezTo>
                  <a:pt x="218" y="79"/>
                  <a:pt x="218" y="79"/>
                  <a:pt x="218" y="79"/>
                </a:cubicBezTo>
                <a:cubicBezTo>
                  <a:pt x="218" y="11"/>
                  <a:pt x="156" y="0"/>
                  <a:pt x="112" y="0"/>
                </a:cubicBezTo>
                <a:cubicBezTo>
                  <a:pt x="57" y="0"/>
                  <a:pt x="12" y="19"/>
                  <a:pt x="4" y="70"/>
                </a:cubicBezTo>
                <a:cubicBezTo>
                  <a:pt x="1" y="84"/>
                  <a:pt x="1" y="96"/>
                  <a:pt x="4" y="112"/>
                </a:cubicBezTo>
                <a:cubicBezTo>
                  <a:pt x="18" y="175"/>
                  <a:pt x="128" y="194"/>
                  <a:pt x="145" y="234"/>
                </a:cubicBezTo>
                <a:cubicBezTo>
                  <a:pt x="148" y="241"/>
                  <a:pt x="147" y="251"/>
                  <a:pt x="145" y="257"/>
                </a:cubicBezTo>
                <a:cubicBezTo>
                  <a:pt x="143" y="267"/>
                  <a:pt x="136" y="278"/>
                  <a:pt x="115" y="278"/>
                </a:cubicBezTo>
                <a:cubicBezTo>
                  <a:pt x="95" y="278"/>
                  <a:pt x="84" y="267"/>
                  <a:pt x="84" y="250"/>
                </a:cubicBezTo>
                <a:cubicBezTo>
                  <a:pt x="83" y="220"/>
                  <a:pt x="83" y="220"/>
                  <a:pt x="83" y="220"/>
                </a:cubicBezTo>
                <a:cubicBezTo>
                  <a:pt x="0" y="220"/>
                  <a:pt x="0" y="220"/>
                  <a:pt x="0" y="220"/>
                </a:cubicBezTo>
                <a:cubicBezTo>
                  <a:pt x="0" y="244"/>
                  <a:pt x="0" y="244"/>
                  <a:pt x="0" y="244"/>
                </a:cubicBezTo>
                <a:cubicBezTo>
                  <a:pt x="0" y="313"/>
                  <a:pt x="55" y="334"/>
                  <a:pt x="113" y="334"/>
                </a:cubicBezTo>
                <a:cubicBezTo>
                  <a:pt x="169" y="334"/>
                  <a:pt x="216" y="315"/>
                  <a:pt x="223" y="263"/>
                </a:cubicBezTo>
                <a:cubicBezTo>
                  <a:pt x="227" y="236"/>
                  <a:pt x="224" y="218"/>
                  <a:pt x="223" y="212"/>
                </a:cubicBezTo>
                <a:cubicBezTo>
                  <a:pt x="210" y="146"/>
                  <a:pt x="92" y="127"/>
                  <a:pt x="83" y="91"/>
                </a:cubicBezTo>
                <a:moveTo>
                  <a:pt x="1096" y="91"/>
                </a:moveTo>
                <a:cubicBezTo>
                  <a:pt x="1094" y="85"/>
                  <a:pt x="1095" y="79"/>
                  <a:pt x="1096" y="75"/>
                </a:cubicBezTo>
                <a:cubicBezTo>
                  <a:pt x="1098" y="65"/>
                  <a:pt x="1104" y="54"/>
                  <a:pt x="1124" y="54"/>
                </a:cubicBezTo>
                <a:cubicBezTo>
                  <a:pt x="1142" y="54"/>
                  <a:pt x="1152" y="66"/>
                  <a:pt x="1152" y="82"/>
                </a:cubicBezTo>
                <a:cubicBezTo>
                  <a:pt x="1152" y="102"/>
                  <a:pt x="1152" y="102"/>
                  <a:pt x="1152" y="102"/>
                </a:cubicBezTo>
                <a:cubicBezTo>
                  <a:pt x="1229" y="102"/>
                  <a:pt x="1229" y="102"/>
                  <a:pt x="1229" y="102"/>
                </a:cubicBezTo>
                <a:cubicBezTo>
                  <a:pt x="1229" y="80"/>
                  <a:pt x="1229" y="80"/>
                  <a:pt x="1229" y="80"/>
                </a:cubicBezTo>
                <a:cubicBezTo>
                  <a:pt x="1229" y="13"/>
                  <a:pt x="1169" y="2"/>
                  <a:pt x="1125" y="2"/>
                </a:cubicBezTo>
                <a:cubicBezTo>
                  <a:pt x="1070" y="2"/>
                  <a:pt x="1026" y="20"/>
                  <a:pt x="1017" y="71"/>
                </a:cubicBezTo>
                <a:cubicBezTo>
                  <a:pt x="1015" y="84"/>
                  <a:pt x="1015" y="97"/>
                  <a:pt x="1018" y="112"/>
                </a:cubicBezTo>
                <a:cubicBezTo>
                  <a:pt x="1032" y="175"/>
                  <a:pt x="1141" y="193"/>
                  <a:pt x="1157" y="233"/>
                </a:cubicBezTo>
                <a:cubicBezTo>
                  <a:pt x="1160" y="241"/>
                  <a:pt x="1159" y="250"/>
                  <a:pt x="1158" y="256"/>
                </a:cubicBezTo>
                <a:cubicBezTo>
                  <a:pt x="1155" y="267"/>
                  <a:pt x="1148" y="277"/>
                  <a:pt x="1128" y="277"/>
                </a:cubicBezTo>
                <a:cubicBezTo>
                  <a:pt x="1108" y="277"/>
                  <a:pt x="1097" y="266"/>
                  <a:pt x="1097" y="249"/>
                </a:cubicBezTo>
                <a:cubicBezTo>
                  <a:pt x="1097" y="219"/>
                  <a:pt x="1097" y="219"/>
                  <a:pt x="1097" y="219"/>
                </a:cubicBezTo>
                <a:cubicBezTo>
                  <a:pt x="1014" y="219"/>
                  <a:pt x="1014" y="219"/>
                  <a:pt x="1014" y="219"/>
                </a:cubicBezTo>
                <a:cubicBezTo>
                  <a:pt x="1014" y="243"/>
                  <a:pt x="1014" y="243"/>
                  <a:pt x="1014" y="243"/>
                </a:cubicBezTo>
                <a:cubicBezTo>
                  <a:pt x="1014" y="312"/>
                  <a:pt x="1068" y="332"/>
                  <a:pt x="1126" y="332"/>
                </a:cubicBezTo>
                <a:cubicBezTo>
                  <a:pt x="1182" y="332"/>
                  <a:pt x="1228" y="313"/>
                  <a:pt x="1235" y="262"/>
                </a:cubicBezTo>
                <a:cubicBezTo>
                  <a:pt x="1238" y="235"/>
                  <a:pt x="1236" y="218"/>
                  <a:pt x="1234" y="211"/>
                </a:cubicBezTo>
                <a:cubicBezTo>
                  <a:pt x="1221" y="147"/>
                  <a:pt x="1105" y="127"/>
                  <a:pt x="1096" y="91"/>
                </a:cubicBezTo>
                <a:moveTo>
                  <a:pt x="1803" y="261"/>
                </a:moveTo>
                <a:cubicBezTo>
                  <a:pt x="1730" y="10"/>
                  <a:pt x="1730" y="10"/>
                  <a:pt x="1730" y="10"/>
                </a:cubicBezTo>
                <a:cubicBezTo>
                  <a:pt x="1614" y="10"/>
                  <a:pt x="1614" y="10"/>
                  <a:pt x="1614" y="10"/>
                </a:cubicBezTo>
                <a:cubicBezTo>
                  <a:pt x="1614" y="319"/>
                  <a:pt x="1614" y="319"/>
                  <a:pt x="1614" y="319"/>
                </a:cubicBezTo>
                <a:cubicBezTo>
                  <a:pt x="1691" y="319"/>
                  <a:pt x="1691" y="319"/>
                  <a:pt x="1691" y="319"/>
                </a:cubicBezTo>
                <a:cubicBezTo>
                  <a:pt x="1686" y="60"/>
                  <a:pt x="1686" y="60"/>
                  <a:pt x="1686" y="60"/>
                </a:cubicBezTo>
                <a:cubicBezTo>
                  <a:pt x="1765" y="319"/>
                  <a:pt x="1765" y="319"/>
                  <a:pt x="1765" y="319"/>
                </a:cubicBezTo>
                <a:cubicBezTo>
                  <a:pt x="1876" y="319"/>
                  <a:pt x="1876" y="319"/>
                  <a:pt x="1876" y="319"/>
                </a:cubicBezTo>
                <a:cubicBezTo>
                  <a:pt x="1876" y="10"/>
                  <a:pt x="1876" y="10"/>
                  <a:pt x="1876" y="10"/>
                </a:cubicBezTo>
                <a:cubicBezTo>
                  <a:pt x="1799" y="10"/>
                  <a:pt x="1799" y="10"/>
                  <a:pt x="1799" y="10"/>
                </a:cubicBezTo>
                <a:lnTo>
                  <a:pt x="1803" y="261"/>
                </a:lnTo>
                <a:close/>
                <a:moveTo>
                  <a:pt x="333" y="10"/>
                </a:moveTo>
                <a:cubicBezTo>
                  <a:pt x="276" y="322"/>
                  <a:pt x="276" y="322"/>
                  <a:pt x="276" y="322"/>
                </a:cubicBezTo>
                <a:cubicBezTo>
                  <a:pt x="360" y="322"/>
                  <a:pt x="360" y="322"/>
                  <a:pt x="360" y="322"/>
                </a:cubicBezTo>
                <a:cubicBezTo>
                  <a:pt x="403" y="33"/>
                  <a:pt x="403" y="33"/>
                  <a:pt x="403" y="33"/>
                </a:cubicBezTo>
                <a:cubicBezTo>
                  <a:pt x="446" y="322"/>
                  <a:pt x="446" y="322"/>
                  <a:pt x="446" y="322"/>
                </a:cubicBezTo>
                <a:cubicBezTo>
                  <a:pt x="529" y="322"/>
                  <a:pt x="529" y="322"/>
                  <a:pt x="529" y="322"/>
                </a:cubicBezTo>
                <a:cubicBezTo>
                  <a:pt x="472" y="10"/>
                  <a:pt x="472" y="10"/>
                  <a:pt x="472" y="10"/>
                </a:cubicBezTo>
                <a:lnTo>
                  <a:pt x="333" y="10"/>
                </a:lnTo>
                <a:close/>
                <a:moveTo>
                  <a:pt x="804" y="10"/>
                </a:moveTo>
                <a:cubicBezTo>
                  <a:pt x="765" y="254"/>
                  <a:pt x="765" y="254"/>
                  <a:pt x="765" y="254"/>
                </a:cubicBezTo>
                <a:cubicBezTo>
                  <a:pt x="725" y="10"/>
                  <a:pt x="725" y="10"/>
                  <a:pt x="725" y="10"/>
                </a:cubicBezTo>
                <a:cubicBezTo>
                  <a:pt x="598" y="10"/>
                  <a:pt x="598" y="10"/>
                  <a:pt x="598" y="10"/>
                </a:cubicBezTo>
                <a:cubicBezTo>
                  <a:pt x="592" y="322"/>
                  <a:pt x="592" y="322"/>
                  <a:pt x="592" y="322"/>
                </a:cubicBezTo>
                <a:cubicBezTo>
                  <a:pt x="669" y="322"/>
                  <a:pt x="669" y="322"/>
                  <a:pt x="669" y="322"/>
                </a:cubicBezTo>
                <a:cubicBezTo>
                  <a:pt x="671" y="33"/>
                  <a:pt x="671" y="33"/>
                  <a:pt x="671" y="33"/>
                </a:cubicBezTo>
                <a:cubicBezTo>
                  <a:pt x="725" y="322"/>
                  <a:pt x="725" y="322"/>
                  <a:pt x="725" y="322"/>
                </a:cubicBezTo>
                <a:cubicBezTo>
                  <a:pt x="804" y="322"/>
                  <a:pt x="804" y="322"/>
                  <a:pt x="804" y="322"/>
                </a:cubicBezTo>
                <a:cubicBezTo>
                  <a:pt x="858" y="33"/>
                  <a:pt x="858" y="33"/>
                  <a:pt x="858" y="33"/>
                </a:cubicBezTo>
                <a:cubicBezTo>
                  <a:pt x="860" y="322"/>
                  <a:pt x="860" y="322"/>
                  <a:pt x="860" y="322"/>
                </a:cubicBezTo>
                <a:cubicBezTo>
                  <a:pt x="938" y="322"/>
                  <a:pt x="938" y="322"/>
                  <a:pt x="938" y="322"/>
                </a:cubicBezTo>
                <a:cubicBezTo>
                  <a:pt x="931" y="10"/>
                  <a:pt x="931" y="10"/>
                  <a:pt x="931" y="10"/>
                </a:cubicBezTo>
                <a:lnTo>
                  <a:pt x="804" y="10"/>
                </a:lnTo>
                <a:close/>
                <a:moveTo>
                  <a:pt x="1528" y="10"/>
                </a:moveTo>
                <a:cubicBezTo>
                  <a:pt x="1449" y="10"/>
                  <a:pt x="1449" y="10"/>
                  <a:pt x="1449" y="10"/>
                </a:cubicBezTo>
                <a:cubicBezTo>
                  <a:pt x="1449" y="241"/>
                  <a:pt x="1449" y="241"/>
                  <a:pt x="1449" y="241"/>
                </a:cubicBezTo>
                <a:cubicBezTo>
                  <a:pt x="1449" y="245"/>
                  <a:pt x="1449" y="249"/>
                  <a:pt x="1448" y="253"/>
                </a:cubicBezTo>
                <a:cubicBezTo>
                  <a:pt x="1447" y="260"/>
                  <a:pt x="1440" y="275"/>
                  <a:pt x="1418" y="275"/>
                </a:cubicBezTo>
                <a:cubicBezTo>
                  <a:pt x="1397" y="275"/>
                  <a:pt x="1390" y="260"/>
                  <a:pt x="1389" y="253"/>
                </a:cubicBezTo>
                <a:cubicBezTo>
                  <a:pt x="1388" y="249"/>
                  <a:pt x="1388" y="245"/>
                  <a:pt x="1388" y="241"/>
                </a:cubicBezTo>
                <a:cubicBezTo>
                  <a:pt x="1388" y="10"/>
                  <a:pt x="1388" y="10"/>
                  <a:pt x="1388" y="10"/>
                </a:cubicBezTo>
                <a:cubicBezTo>
                  <a:pt x="1309" y="10"/>
                  <a:pt x="1309" y="10"/>
                  <a:pt x="1309" y="10"/>
                </a:cubicBezTo>
                <a:cubicBezTo>
                  <a:pt x="1309" y="234"/>
                  <a:pt x="1309" y="234"/>
                  <a:pt x="1309" y="234"/>
                </a:cubicBezTo>
                <a:cubicBezTo>
                  <a:pt x="1309" y="239"/>
                  <a:pt x="1309" y="251"/>
                  <a:pt x="1310" y="254"/>
                </a:cubicBezTo>
                <a:cubicBezTo>
                  <a:pt x="1315" y="312"/>
                  <a:pt x="1361" y="331"/>
                  <a:pt x="1418" y="331"/>
                </a:cubicBezTo>
                <a:cubicBezTo>
                  <a:pt x="1476" y="331"/>
                  <a:pt x="1522" y="312"/>
                  <a:pt x="1527" y="254"/>
                </a:cubicBezTo>
                <a:cubicBezTo>
                  <a:pt x="1528" y="251"/>
                  <a:pt x="1528" y="239"/>
                  <a:pt x="1528" y="234"/>
                </a:cubicBezTo>
                <a:lnTo>
                  <a:pt x="1528" y="10"/>
                </a:lnTo>
                <a:close/>
                <a:moveTo>
                  <a:pt x="2069" y="147"/>
                </a:moveTo>
                <a:cubicBezTo>
                  <a:pt x="2069" y="192"/>
                  <a:pt x="2069" y="192"/>
                  <a:pt x="2069" y="192"/>
                </a:cubicBezTo>
                <a:cubicBezTo>
                  <a:pt x="2101" y="192"/>
                  <a:pt x="2101" y="192"/>
                  <a:pt x="2101" y="192"/>
                </a:cubicBezTo>
                <a:cubicBezTo>
                  <a:pt x="2101" y="237"/>
                  <a:pt x="2101" y="237"/>
                  <a:pt x="2101" y="237"/>
                </a:cubicBezTo>
                <a:cubicBezTo>
                  <a:pt x="2101" y="241"/>
                  <a:pt x="2101" y="246"/>
                  <a:pt x="2100" y="249"/>
                </a:cubicBezTo>
                <a:cubicBezTo>
                  <a:pt x="2099" y="258"/>
                  <a:pt x="2091" y="272"/>
                  <a:pt x="2068" y="272"/>
                </a:cubicBezTo>
                <a:cubicBezTo>
                  <a:pt x="2045" y="272"/>
                  <a:pt x="2038" y="258"/>
                  <a:pt x="2036" y="249"/>
                </a:cubicBezTo>
                <a:cubicBezTo>
                  <a:pt x="2036" y="246"/>
                  <a:pt x="2035" y="241"/>
                  <a:pt x="2035" y="237"/>
                </a:cubicBezTo>
                <a:cubicBezTo>
                  <a:pt x="2035" y="95"/>
                  <a:pt x="2035" y="95"/>
                  <a:pt x="2035" y="95"/>
                </a:cubicBezTo>
                <a:cubicBezTo>
                  <a:pt x="2035" y="90"/>
                  <a:pt x="2036" y="85"/>
                  <a:pt x="2037" y="80"/>
                </a:cubicBezTo>
                <a:cubicBezTo>
                  <a:pt x="2038" y="73"/>
                  <a:pt x="2045" y="58"/>
                  <a:pt x="2068" y="58"/>
                </a:cubicBezTo>
                <a:cubicBezTo>
                  <a:pt x="2092" y="58"/>
                  <a:pt x="2098" y="74"/>
                  <a:pt x="2099" y="80"/>
                </a:cubicBezTo>
                <a:cubicBezTo>
                  <a:pt x="2100" y="85"/>
                  <a:pt x="2100" y="92"/>
                  <a:pt x="2100" y="92"/>
                </a:cubicBezTo>
                <a:cubicBezTo>
                  <a:pt x="2100" y="110"/>
                  <a:pt x="2100" y="110"/>
                  <a:pt x="2100" y="110"/>
                </a:cubicBezTo>
                <a:cubicBezTo>
                  <a:pt x="2178" y="110"/>
                  <a:pt x="2178" y="110"/>
                  <a:pt x="2178" y="110"/>
                </a:cubicBezTo>
                <a:cubicBezTo>
                  <a:pt x="2178" y="99"/>
                  <a:pt x="2178" y="99"/>
                  <a:pt x="2178" y="99"/>
                </a:cubicBezTo>
                <a:cubicBezTo>
                  <a:pt x="2178" y="99"/>
                  <a:pt x="2179" y="89"/>
                  <a:pt x="2178" y="79"/>
                </a:cubicBezTo>
                <a:cubicBezTo>
                  <a:pt x="2172" y="20"/>
                  <a:pt x="2124" y="2"/>
                  <a:pt x="2068" y="2"/>
                </a:cubicBezTo>
                <a:cubicBezTo>
                  <a:pt x="2013" y="2"/>
                  <a:pt x="1966" y="21"/>
                  <a:pt x="1959" y="79"/>
                </a:cubicBezTo>
                <a:cubicBezTo>
                  <a:pt x="1958" y="84"/>
                  <a:pt x="1958" y="94"/>
                  <a:pt x="1958" y="99"/>
                </a:cubicBezTo>
                <a:cubicBezTo>
                  <a:pt x="1958" y="230"/>
                  <a:pt x="1958" y="230"/>
                  <a:pt x="1958" y="230"/>
                </a:cubicBezTo>
                <a:cubicBezTo>
                  <a:pt x="1958" y="236"/>
                  <a:pt x="1958" y="241"/>
                  <a:pt x="1959" y="251"/>
                </a:cubicBezTo>
                <a:cubicBezTo>
                  <a:pt x="1964" y="308"/>
                  <a:pt x="2013" y="328"/>
                  <a:pt x="2068" y="328"/>
                </a:cubicBezTo>
                <a:cubicBezTo>
                  <a:pt x="2124" y="328"/>
                  <a:pt x="2173" y="308"/>
                  <a:pt x="2178" y="251"/>
                </a:cubicBezTo>
                <a:cubicBezTo>
                  <a:pt x="2179" y="241"/>
                  <a:pt x="2179" y="236"/>
                  <a:pt x="2179" y="230"/>
                </a:cubicBezTo>
                <a:cubicBezTo>
                  <a:pt x="2179" y="147"/>
                  <a:pt x="2179" y="147"/>
                  <a:pt x="2179" y="147"/>
                </a:cubicBezTo>
                <a:lnTo>
                  <a:pt x="2069" y="147"/>
                </a:lnTo>
                <a:close/>
              </a:path>
            </a:pathLst>
          </a:custGeom>
          <a:solidFill>
            <a:srgbClr val="0924A5"/>
          </a:solidFill>
          <a:ln>
            <a:noFill/>
          </a:ln>
        </p:spPr>
        <p:txBody>
          <a:bodyPr vert="horz" wrap="square" lIns="91411" tIns="45705" rIns="91411" bIns="45705" numCol="1" anchor="t" anchorCtr="0" compatLnSpc="1">
            <a:prstTxWarp prst="textNoShape">
              <a:avLst/>
            </a:prstTxWarp>
            <a:scene3d>
              <a:camera prst="orthographicFront"/>
              <a:lightRig rig="threePt" dir="t"/>
            </a:scene3d>
            <a:sp3d>
              <a:bevelT w="0" h="6350"/>
            </a:sp3d>
          </a:bodyPr>
          <a:lstStyle/>
          <a:p>
            <a:pPr marL="0" marR="0" lvl="0" indent="0" algn="l" defTabSz="914126" rtl="0" eaLnBrk="1" fontAlgn="auto" latinLnBrk="1" hangingPunct="1">
              <a:lnSpc>
                <a:spcPct val="100000"/>
              </a:lnSpc>
              <a:spcBef>
                <a:spcPts val="0"/>
              </a:spcBef>
              <a:spcAft>
                <a:spcPts val="0"/>
              </a:spcAft>
              <a:buClrTx/>
              <a:buSzTx/>
              <a:buFontTx/>
              <a:buNone/>
              <a:tabLst/>
              <a:defRPr/>
            </a:pPr>
            <a:endParaRPr lang="ko-KR" altLang="en-US" sz="1959" noProof="0" dirty="0"/>
          </a:p>
        </p:txBody>
      </p:sp>
      <p:pic>
        <p:nvPicPr>
          <p:cNvPr id="10" name="그림 9"/>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a:off x="4265631" y="6141164"/>
            <a:ext cx="1371564" cy="450000"/>
          </a:xfrm>
          <a:prstGeom prst="rect">
            <a:avLst/>
          </a:prstGeom>
        </p:spPr>
      </p:pic>
      <p:sp>
        <p:nvSpPr>
          <p:cNvPr id="7" name="직사각형 133">
            <a:extLst>
              <a:ext uri="{FF2B5EF4-FFF2-40B4-BE49-F238E27FC236}">
                <a16:creationId xmlns:a16="http://schemas.microsoft.com/office/drawing/2014/main" id="{DE8CAD59-3F29-4FBB-AE0A-697DDFD5E69E}"/>
              </a:ext>
            </a:extLst>
          </p:cNvPr>
          <p:cNvSpPr/>
          <p:nvPr userDrawn="1"/>
        </p:nvSpPr>
        <p:spPr>
          <a:xfrm>
            <a:off x="990000" y="4320000"/>
            <a:ext cx="5832526" cy="36933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ctr">
            <a:spAutoFit/>
            <a:scene3d>
              <a:camera prst="orthographicFront"/>
              <a:lightRig rig="threePt" dir="t"/>
            </a:scene3d>
            <a:sp3d>
              <a:bevelT w="0" h="6350"/>
            </a:sp3d>
          </a:bodyPr>
          <a:lstStyle/>
          <a:p>
            <a:pPr defTabSz="914400" latinLnBrk="1">
              <a:defRPr/>
            </a:pPr>
            <a:r>
              <a:rPr lang="en-US" altLang="ko-KR" sz="2400" baseline="0" dirty="0">
                <a:solidFill>
                  <a:srgbClr val="1428A0"/>
                </a:solidFill>
                <a:latin typeface="Samsung Sharp Sans" pitchFamily="2" charset="0"/>
                <a:ea typeface="Samsung Sharp Sans" pitchFamily="2" charset="0"/>
                <a:cs typeface="Samsung Sharp Sans" pitchFamily="2" charset="0"/>
              </a:rPr>
              <a:t>Artificial Intelligence Course</a:t>
            </a:r>
            <a:endParaRPr lang="ko-KR" altLang="en-US" sz="2400" dirty="0">
              <a:solidFill>
                <a:srgbClr val="1428A0"/>
              </a:solidFill>
              <a:latin typeface="Samsung Sharp Sans" pitchFamily="2" charset="0"/>
              <a:ea typeface="Samsung Sharp Sans" pitchFamily="2" charset="0"/>
              <a:cs typeface="Samsung Sharp Sans" pitchFamily="2" charset="0"/>
            </a:endParaRPr>
          </a:p>
        </p:txBody>
      </p:sp>
      <p:sp>
        <p:nvSpPr>
          <p:cNvPr id="8" name="직사각형 7">
            <a:extLst>
              <a:ext uri="{FF2B5EF4-FFF2-40B4-BE49-F238E27FC236}">
                <a16:creationId xmlns:a16="http://schemas.microsoft.com/office/drawing/2014/main" id="{86149771-D78D-40D7-8B97-564358008D8D}"/>
              </a:ext>
            </a:extLst>
          </p:cNvPr>
          <p:cNvSpPr/>
          <p:nvPr userDrawn="1"/>
        </p:nvSpPr>
        <p:spPr>
          <a:xfrm>
            <a:off x="724689" y="4320000"/>
            <a:ext cx="54000" cy="360000"/>
          </a:xfrm>
          <a:prstGeom prst="rect">
            <a:avLst/>
          </a:prstGeom>
          <a:solidFill>
            <a:srgbClr val="1428A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457200">
              <a:defRPr/>
            </a:pPr>
            <a:endParaRPr lang="ko-KR" altLang="en-US" dirty="0">
              <a:solidFill>
                <a:prstClr val="white"/>
              </a:solidFill>
              <a:latin typeface="Calibri" panose="020F0502020204030204"/>
              <a:ea typeface="맑은 고딕" panose="020B0503020000020004" pitchFamily="50" charset="-127"/>
            </a:endParaRPr>
          </a:p>
        </p:txBody>
      </p:sp>
      <p:sp>
        <p:nvSpPr>
          <p:cNvPr id="11" name="텍스트 개체 틀 18">
            <a:extLst>
              <a:ext uri="{FF2B5EF4-FFF2-40B4-BE49-F238E27FC236}">
                <a16:creationId xmlns:a16="http://schemas.microsoft.com/office/drawing/2014/main" id="{02AC410D-7805-4DA9-915F-991D726861C7}"/>
              </a:ext>
            </a:extLst>
          </p:cNvPr>
          <p:cNvSpPr>
            <a:spLocks noGrp="1"/>
          </p:cNvSpPr>
          <p:nvPr>
            <p:ph type="body" sz="quarter" idx="11" hasCustomPrompt="1"/>
          </p:nvPr>
        </p:nvSpPr>
        <p:spPr>
          <a:xfrm>
            <a:off x="720000" y="3551768"/>
            <a:ext cx="6837808" cy="27699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t">
            <a:spAutoFit/>
            <a:scene3d>
              <a:camera prst="orthographicFront"/>
              <a:lightRig rig="threePt" dir="t"/>
            </a:scene3d>
            <a:sp3d>
              <a:bevelT w="0" h="6350"/>
            </a:sp3d>
          </a:bodyPr>
          <a:lstStyle>
            <a:lvl1pPr marL="0" indent="0">
              <a:lnSpc>
                <a:spcPct val="100000"/>
              </a:lnSpc>
              <a:spcBef>
                <a:spcPts val="0"/>
              </a:spcBef>
              <a:buNone/>
              <a:defRPr lang="ko-KR" altLang="en-US" sz="1800" dirty="0">
                <a:solidFill>
                  <a:schemeClr val="bg1">
                    <a:lumMod val="50000"/>
                  </a:schemeClr>
                </a:solidFill>
                <a:latin typeface="Samsung Sharp Sans" pitchFamily="2" charset="0"/>
                <a:ea typeface="Samsung Sharp Sans" pitchFamily="2" charset="0"/>
                <a:cs typeface="Samsung Sharp Sans" pitchFamily="2" charset="0"/>
              </a:defRPr>
            </a:lvl1pPr>
          </a:lstStyle>
          <a:p>
            <a:pPr marL="0" lvl="0" defTabSz="457050" latinLnBrk="0"/>
            <a:r>
              <a:rPr lang="en-US" altLang="ko-KR" dirty="0"/>
              <a:t>Team Name</a:t>
            </a:r>
            <a:endParaRPr lang="ko-KR" altLang="en-US" dirty="0"/>
          </a:p>
        </p:txBody>
      </p:sp>
      <p:sp>
        <p:nvSpPr>
          <p:cNvPr id="12" name="제목 2">
            <a:extLst>
              <a:ext uri="{FF2B5EF4-FFF2-40B4-BE49-F238E27FC236}">
                <a16:creationId xmlns:a16="http://schemas.microsoft.com/office/drawing/2014/main" id="{44AF0917-EEBC-44C5-8BA6-F1CA2AFA4B1E}"/>
              </a:ext>
            </a:extLst>
          </p:cNvPr>
          <p:cNvSpPr>
            <a:spLocks noGrp="1"/>
          </p:cNvSpPr>
          <p:nvPr>
            <p:ph type="title" hasCustomPrompt="1"/>
          </p:nvPr>
        </p:nvSpPr>
        <p:spPr>
          <a:xfrm>
            <a:off x="720000" y="1710000"/>
            <a:ext cx="5221019" cy="1477328"/>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t">
            <a:spAutoFit/>
            <a:scene3d>
              <a:camera prst="orthographicFront"/>
              <a:lightRig rig="threePt" dir="t"/>
            </a:scene3d>
            <a:sp3d>
              <a:bevelT w="0" h="6350"/>
            </a:sp3d>
          </a:bodyPr>
          <a:lstStyle>
            <a:lvl1pPr>
              <a:lnSpc>
                <a:spcPct val="100000"/>
              </a:lnSpc>
              <a:defRPr lang="ko-KR" altLang="en-US" sz="4800">
                <a:solidFill>
                  <a:schemeClr val="tx1"/>
                </a:solidFill>
                <a:latin typeface="Samsung Sharp Sans" pitchFamily="2" charset="0"/>
                <a:ea typeface="Samsung Sharp Sans" pitchFamily="2" charset="0"/>
                <a:cs typeface="Samsung Sharp Sans" pitchFamily="2" charset="0"/>
              </a:defRPr>
            </a:lvl1pPr>
          </a:lstStyle>
          <a:p>
            <a:pPr marL="0" lvl="0" defTabSz="457200" latinLnBrk="0"/>
            <a:r>
              <a:rPr lang="en-US" altLang="ko-KR" dirty="0"/>
              <a:t>Project</a:t>
            </a:r>
            <a:r>
              <a:rPr lang="ko-KR" altLang="en-US" dirty="0"/>
              <a:t> </a:t>
            </a:r>
            <a:br>
              <a:rPr lang="en-US" altLang="ko-KR" dirty="0"/>
            </a:br>
            <a:r>
              <a:rPr lang="en-US" altLang="ko-KR" dirty="0"/>
              <a:t>Name</a:t>
            </a:r>
            <a:endParaRPr lang="ko-KR" altLang="en-US" dirty="0"/>
          </a:p>
        </p:txBody>
      </p:sp>
    </p:spTree>
    <p:extLst>
      <p:ext uri="{BB962C8B-B14F-4D97-AF65-F5344CB8AC3E}">
        <p14:creationId xmlns:p14="http://schemas.microsoft.com/office/powerpoint/2010/main" val="303229177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2_Table of Contents2">
    <p:spTree>
      <p:nvGrpSpPr>
        <p:cNvPr id="1" name=""/>
        <p:cNvGrpSpPr/>
        <p:nvPr/>
      </p:nvGrpSpPr>
      <p:grpSpPr>
        <a:xfrm>
          <a:off x="0" y="0"/>
          <a:ext cx="0" cy="0"/>
          <a:chOff x="0" y="0"/>
          <a:chExt cx="0" cy="0"/>
        </a:xfrm>
      </p:grpSpPr>
      <p:pic>
        <p:nvPicPr>
          <p:cNvPr id="2" name="그림 1"/>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588" y="0"/>
            <a:ext cx="9902825" cy="6858000"/>
          </a:xfrm>
          <a:prstGeom prst="rect">
            <a:avLst/>
          </a:prstGeom>
        </p:spPr>
      </p:pic>
      <p:cxnSp>
        <p:nvCxnSpPr>
          <p:cNvPr id="12" name="직선 연결선 11">
            <a:extLst>
              <a:ext uri="{FF2B5EF4-FFF2-40B4-BE49-F238E27FC236}">
                <a16:creationId xmlns:a16="http://schemas.microsoft.com/office/drawing/2014/main" id="{107951CE-0A5B-4EC7-B663-290867B6A3B2}"/>
              </a:ext>
            </a:extLst>
          </p:cNvPr>
          <p:cNvCxnSpPr/>
          <p:nvPr userDrawn="1"/>
        </p:nvCxnSpPr>
        <p:spPr>
          <a:xfrm>
            <a:off x="449468" y="6424935"/>
            <a:ext cx="9000714"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13" name="슬라이드 번호 개체 틀 15">
            <a:extLst>
              <a:ext uri="{FF2B5EF4-FFF2-40B4-BE49-F238E27FC236}">
                <a16:creationId xmlns:a16="http://schemas.microsoft.com/office/drawing/2014/main" id="{DB8B1220-1660-457F-B990-656A8230EA54}"/>
              </a:ext>
            </a:extLst>
          </p:cNvPr>
          <p:cNvSpPr txBox="1">
            <a:spLocks/>
          </p:cNvSpPr>
          <p:nvPr userDrawn="1"/>
        </p:nvSpPr>
        <p:spPr>
          <a:xfrm>
            <a:off x="8836343" y="6498001"/>
            <a:ext cx="613839" cy="13849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ctr">
            <a:spAutoFit/>
            <a:scene3d>
              <a:camera prst="orthographicFront"/>
              <a:lightRig rig="threePt" dir="t"/>
            </a:scene3d>
            <a:sp3d>
              <a:bevelT w="0" h="6350"/>
            </a:sp3d>
          </a:bodyPr>
          <a:lstStyle>
            <a:defPPr>
              <a:defRPr lang="ko-KR"/>
            </a:defPPr>
            <a:lvl1pPr algn="r">
              <a:defRPr sz="900">
                <a:solidFill>
                  <a:schemeClr val="tx1">
                    <a:lumMod val="50000"/>
                    <a:lumOff val="50000"/>
                  </a:schemeClr>
                </a:solidFill>
                <a:latin typeface="SamsungOne 300" panose="020B0303030303020204" pitchFamily="34" charset="0"/>
                <a:ea typeface="SamsungOne 300" panose="020B0303030303020204" pitchFamily="34"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marL="0" marR="0" lvl="0" indent="0" algn="r" defTabSz="914094" rtl="0" eaLnBrk="1" fontAlgn="auto" latinLnBrk="1" hangingPunct="1">
              <a:lnSpc>
                <a:spcPct val="100000"/>
              </a:lnSpc>
              <a:spcBef>
                <a:spcPts val="0"/>
              </a:spcBef>
              <a:spcAft>
                <a:spcPts val="0"/>
              </a:spcAft>
              <a:buClrTx/>
              <a:buSzTx/>
              <a:buFontTx/>
              <a:buNone/>
              <a:tabLst/>
              <a:defRPr/>
            </a:pPr>
            <a:fld id="{43977B04-C971-4466-AB79-612C9E649B30}" type="slidenum">
              <a:rPr lang="en-US" altLang="ko-KR" sz="900" smtClean="0">
                <a:solidFill>
                  <a:schemeClr val="bg1">
                    <a:lumMod val="50000"/>
                  </a:schemeClr>
                </a:solidFill>
                <a:latin typeface="SamsungOne 400" panose="020B0503030303020204" pitchFamily="34" charset="0"/>
                <a:ea typeface="SamsungOne 400" panose="020B0503030303020204" pitchFamily="34" charset="0"/>
              </a:rPr>
              <a:pPr marL="0" marR="0" lvl="0" indent="0" algn="r" defTabSz="914094" rtl="0" eaLnBrk="1" fontAlgn="auto" latinLnBrk="1" hangingPunct="1">
                <a:lnSpc>
                  <a:spcPct val="100000"/>
                </a:lnSpc>
                <a:spcBef>
                  <a:spcPts val="0"/>
                </a:spcBef>
                <a:spcAft>
                  <a:spcPts val="0"/>
                </a:spcAft>
                <a:buClrTx/>
                <a:buSzTx/>
                <a:buFontTx/>
                <a:buNone/>
                <a:tabLst/>
                <a:defRPr/>
              </a:pPr>
              <a:t>‹#›</a:t>
            </a:fld>
            <a:endParaRPr lang="en-US" altLang="ko-KR" sz="900" dirty="0">
              <a:solidFill>
                <a:schemeClr val="bg1">
                  <a:lumMod val="50000"/>
                </a:schemeClr>
              </a:solidFill>
              <a:latin typeface="SamsungOne 400" panose="020B0503030303020204" pitchFamily="34" charset="0"/>
              <a:ea typeface="SamsungOne 400" panose="020B0503030303020204" pitchFamily="34" charset="0"/>
              <a:cs typeface="Arial Unicode MS" panose="020B0604020202020204" pitchFamily="50" charset="-127"/>
            </a:endParaRPr>
          </a:p>
        </p:txBody>
      </p:sp>
      <p:sp>
        <p:nvSpPr>
          <p:cNvPr id="14" name="직사각형 7">
            <a:extLst>
              <a:ext uri="{FF2B5EF4-FFF2-40B4-BE49-F238E27FC236}">
                <a16:creationId xmlns:a16="http://schemas.microsoft.com/office/drawing/2014/main" id="{AA07D337-B9C3-4E5E-811E-AEFBB17ADEF5}"/>
              </a:ext>
            </a:extLst>
          </p:cNvPr>
          <p:cNvSpPr/>
          <p:nvPr userDrawn="1"/>
        </p:nvSpPr>
        <p:spPr>
          <a:xfrm>
            <a:off x="449468" y="6498001"/>
            <a:ext cx="2888788" cy="169277"/>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t">
            <a:spAutoFit/>
            <a:scene3d>
              <a:camera prst="orthographicFront"/>
              <a:lightRig rig="threePt" dir="t"/>
            </a:scene3d>
            <a:sp3d>
              <a:bevelT w="0" h="6350"/>
            </a:sp3d>
          </a:bodyPr>
          <a:lstStyle/>
          <a:p>
            <a:pPr algn="l"/>
            <a:r>
              <a:rPr lang="en-US" altLang="ko-KR" sz="1100" b="0" dirty="0">
                <a:solidFill>
                  <a:schemeClr val="bg1">
                    <a:lumMod val="50000"/>
                  </a:schemeClr>
                </a:solidFill>
                <a:latin typeface="Samsung Sharp Sans Bold" pitchFamily="2" charset="0"/>
                <a:ea typeface="Samsung Sharp Sans Bold" pitchFamily="2" charset="0"/>
                <a:cs typeface="Samsung Sharp Sans Bold" pitchFamily="2" charset="0"/>
              </a:rPr>
              <a:t>Samsung Innovation Campus</a:t>
            </a:r>
          </a:p>
        </p:txBody>
      </p:sp>
      <p:sp>
        <p:nvSpPr>
          <p:cNvPr id="7" name="직사각형 133">
            <a:extLst>
              <a:ext uri="{FF2B5EF4-FFF2-40B4-BE49-F238E27FC236}">
                <a16:creationId xmlns:a16="http://schemas.microsoft.com/office/drawing/2014/main" id="{7A4BCBFF-5289-45FE-BA09-DFF42AF8A347}"/>
              </a:ext>
            </a:extLst>
          </p:cNvPr>
          <p:cNvSpPr/>
          <p:nvPr userDrawn="1"/>
        </p:nvSpPr>
        <p:spPr>
          <a:xfrm>
            <a:off x="990000" y="4157757"/>
            <a:ext cx="3563339" cy="323165"/>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ctr">
            <a:spAutoFit/>
            <a:scene3d>
              <a:camera prst="orthographicFront"/>
              <a:lightRig rig="threePt" dir="t"/>
            </a:scene3d>
            <a:sp3d>
              <a:bevelT w="0" h="6350"/>
            </a:sp3d>
          </a:bodyPr>
          <a:lstStyle/>
          <a:p>
            <a:pPr defTabSz="457200">
              <a:defRPr/>
            </a:pPr>
            <a:r>
              <a:rPr lang="en-US" altLang="ko-KR" sz="2100" dirty="0">
                <a:solidFill>
                  <a:srgbClr val="1428A0"/>
                </a:solidFill>
                <a:latin typeface="Samsung Sharp Sans" pitchFamily="2" charset="0"/>
                <a:ea typeface="Samsung Sharp Sans" pitchFamily="2" charset="0"/>
                <a:cs typeface="Samsung Sharp Sans" pitchFamily="2" charset="0"/>
              </a:rPr>
              <a:t>AI Course</a:t>
            </a:r>
            <a:endParaRPr lang="ko-KR" altLang="en-US" sz="2100" dirty="0">
              <a:solidFill>
                <a:srgbClr val="1428A0"/>
              </a:solidFill>
              <a:latin typeface="Samsung Sharp Sans" pitchFamily="2" charset="0"/>
              <a:ea typeface="Samsung Sharp Sans" pitchFamily="2" charset="0"/>
              <a:cs typeface="Samsung Sharp Sans" pitchFamily="2" charset="0"/>
            </a:endParaRPr>
          </a:p>
        </p:txBody>
      </p:sp>
      <p:sp>
        <p:nvSpPr>
          <p:cNvPr id="9" name="직사각형 8">
            <a:extLst>
              <a:ext uri="{FF2B5EF4-FFF2-40B4-BE49-F238E27FC236}">
                <a16:creationId xmlns:a16="http://schemas.microsoft.com/office/drawing/2014/main" id="{4AA6CFBD-D9B3-4245-A68B-1D7EC1CB6F07}"/>
              </a:ext>
            </a:extLst>
          </p:cNvPr>
          <p:cNvSpPr/>
          <p:nvPr userDrawn="1"/>
        </p:nvSpPr>
        <p:spPr>
          <a:xfrm>
            <a:off x="720000" y="2095275"/>
            <a:ext cx="60008" cy="1759369"/>
          </a:xfrm>
          <a:prstGeom prst="rect">
            <a:avLst/>
          </a:prstGeom>
          <a:solidFill>
            <a:srgbClr val="1428A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457200">
              <a:defRPr/>
            </a:pPr>
            <a:endParaRPr lang="ko-KR" altLang="en-US" dirty="0">
              <a:solidFill>
                <a:prstClr val="white"/>
              </a:solidFill>
              <a:latin typeface="Calibri" panose="020F0502020204030204"/>
              <a:ea typeface="맑은 고딕" panose="020B0503020000020004" pitchFamily="50" charset="-127"/>
            </a:endParaRPr>
          </a:p>
        </p:txBody>
      </p:sp>
      <p:sp>
        <p:nvSpPr>
          <p:cNvPr id="10" name="직사각형 9">
            <a:extLst>
              <a:ext uri="{FF2B5EF4-FFF2-40B4-BE49-F238E27FC236}">
                <a16:creationId xmlns:a16="http://schemas.microsoft.com/office/drawing/2014/main" id="{1B2EB59A-603F-4715-ABA1-D9DF69D44512}"/>
              </a:ext>
            </a:extLst>
          </p:cNvPr>
          <p:cNvSpPr/>
          <p:nvPr userDrawn="1"/>
        </p:nvSpPr>
        <p:spPr>
          <a:xfrm>
            <a:off x="720000" y="4157757"/>
            <a:ext cx="60008" cy="323165"/>
          </a:xfrm>
          <a:prstGeom prst="rect">
            <a:avLst/>
          </a:prstGeom>
          <a:solidFill>
            <a:srgbClr val="1428A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457200">
              <a:defRPr/>
            </a:pPr>
            <a:endParaRPr lang="ko-KR" altLang="en-US" dirty="0">
              <a:solidFill>
                <a:prstClr val="white"/>
              </a:solidFill>
              <a:latin typeface="Calibri" panose="020F0502020204030204"/>
              <a:ea typeface="맑은 고딕" panose="020B0503020000020004" pitchFamily="50" charset="-127"/>
            </a:endParaRPr>
          </a:p>
        </p:txBody>
      </p:sp>
      <p:sp>
        <p:nvSpPr>
          <p:cNvPr id="3" name="제목 2">
            <a:extLst>
              <a:ext uri="{FF2B5EF4-FFF2-40B4-BE49-F238E27FC236}">
                <a16:creationId xmlns:a16="http://schemas.microsoft.com/office/drawing/2014/main" id="{CF6BC111-C555-4B09-8375-33C4F4C2FBB5}"/>
              </a:ext>
            </a:extLst>
          </p:cNvPr>
          <p:cNvSpPr>
            <a:spLocks noGrp="1"/>
          </p:cNvSpPr>
          <p:nvPr>
            <p:ph type="title" hasCustomPrompt="1"/>
          </p:nvPr>
        </p:nvSpPr>
        <p:spPr>
          <a:xfrm>
            <a:off x="990000" y="2095275"/>
            <a:ext cx="5221019" cy="1354217"/>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t">
            <a:spAutoFit/>
            <a:scene3d>
              <a:camera prst="orthographicFront"/>
              <a:lightRig rig="threePt" dir="t"/>
            </a:scene3d>
            <a:sp3d>
              <a:bevelT w="0" h="6350"/>
            </a:sp3d>
          </a:bodyPr>
          <a:lstStyle>
            <a:lvl1pPr>
              <a:lnSpc>
                <a:spcPct val="100000"/>
              </a:lnSpc>
              <a:defRPr lang="ko-KR" altLang="en-US" sz="4400">
                <a:solidFill>
                  <a:schemeClr val="tx1"/>
                </a:solidFill>
                <a:latin typeface="Samsung Sharp Sans" pitchFamily="2" charset="0"/>
                <a:ea typeface="Samsung Sharp Sans" pitchFamily="2" charset="0"/>
                <a:cs typeface="Samsung Sharp Sans" pitchFamily="2" charset="0"/>
              </a:defRPr>
            </a:lvl1pPr>
          </a:lstStyle>
          <a:p>
            <a:pPr marL="0" lvl="0" defTabSz="457200" latinLnBrk="0"/>
            <a:r>
              <a:rPr lang="en-US" altLang="ko-KR" dirty="0"/>
              <a:t>Project</a:t>
            </a:r>
            <a:r>
              <a:rPr lang="ko-KR" altLang="en-US" dirty="0"/>
              <a:t> </a:t>
            </a:r>
            <a:br>
              <a:rPr lang="en-US" altLang="ko-KR" dirty="0"/>
            </a:br>
            <a:r>
              <a:rPr lang="en-US" altLang="ko-KR" dirty="0"/>
              <a:t>Name</a:t>
            </a:r>
            <a:endParaRPr lang="ko-KR" altLang="en-US" dirty="0"/>
          </a:p>
        </p:txBody>
      </p:sp>
      <p:sp>
        <p:nvSpPr>
          <p:cNvPr id="17" name="텍스트 개체 틀 18">
            <a:extLst>
              <a:ext uri="{FF2B5EF4-FFF2-40B4-BE49-F238E27FC236}">
                <a16:creationId xmlns:a16="http://schemas.microsoft.com/office/drawing/2014/main" id="{CBEAE583-0BAA-455B-9555-B00A4FE8B1C9}"/>
              </a:ext>
            </a:extLst>
          </p:cNvPr>
          <p:cNvSpPr>
            <a:spLocks noGrp="1"/>
          </p:cNvSpPr>
          <p:nvPr>
            <p:ph type="body" sz="quarter" idx="11" hasCustomPrompt="1"/>
          </p:nvPr>
        </p:nvSpPr>
        <p:spPr>
          <a:xfrm>
            <a:off x="990000" y="3577645"/>
            <a:ext cx="6837808" cy="27699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t">
            <a:spAutoFit/>
            <a:scene3d>
              <a:camera prst="orthographicFront"/>
              <a:lightRig rig="threePt" dir="t"/>
            </a:scene3d>
            <a:sp3d>
              <a:bevelT w="0" h="6350"/>
            </a:sp3d>
          </a:bodyPr>
          <a:lstStyle>
            <a:lvl1pPr marL="0" indent="0">
              <a:lnSpc>
                <a:spcPct val="100000"/>
              </a:lnSpc>
              <a:spcBef>
                <a:spcPts val="0"/>
              </a:spcBef>
              <a:buNone/>
              <a:defRPr lang="ko-KR" altLang="en-US" sz="1800" dirty="0">
                <a:solidFill>
                  <a:schemeClr val="bg1">
                    <a:lumMod val="50000"/>
                  </a:schemeClr>
                </a:solidFill>
                <a:latin typeface="Samsung Sharp Sans" pitchFamily="2" charset="0"/>
                <a:ea typeface="Samsung Sharp Sans" pitchFamily="2" charset="0"/>
                <a:cs typeface="Samsung Sharp Sans" pitchFamily="2" charset="0"/>
              </a:defRPr>
            </a:lvl1pPr>
          </a:lstStyle>
          <a:p>
            <a:pPr marL="0" lvl="0" defTabSz="457050" latinLnBrk="0"/>
            <a:r>
              <a:rPr lang="en-US" altLang="ko-KR" dirty="0"/>
              <a:t>Team Name</a:t>
            </a:r>
            <a:endParaRPr lang="ko-KR" altLang="en-US" dirty="0"/>
          </a:p>
        </p:txBody>
      </p:sp>
    </p:spTree>
    <p:extLst>
      <p:ext uri="{BB962C8B-B14F-4D97-AF65-F5344CB8AC3E}">
        <p14:creationId xmlns:p14="http://schemas.microsoft.com/office/powerpoint/2010/main" val="690312953"/>
      </p:ext>
    </p:extLst>
  </p:cSld>
  <p:clrMapOvr>
    <a:masterClrMapping/>
  </p:clrMapOvr>
  <p:extLst>
    <p:ext uri="{DCECCB84-F9BA-43D5-87BE-67443E8EF086}">
      <p15:sldGuideLst xmlns:p15="http://schemas.microsoft.com/office/powerpoint/2012/main">
        <p15:guide id="1" orient="horz" pos="2614" userDrawn="1">
          <p15:clr>
            <a:srgbClr val="FBAE40"/>
          </p15:clr>
        </p15:guide>
        <p15:guide id="2" pos="443" userDrawn="1">
          <p15:clr>
            <a:srgbClr val="FBAE40"/>
          </p15:clr>
        </p15:guide>
        <p15:guide id="3" pos="5955">
          <p15:clr>
            <a:srgbClr val="FBAE40"/>
          </p15:clr>
        </p15:guide>
        <p15:guide id="4" pos="609" userDrawn="1">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2_Table of Contents">
    <p:spTree>
      <p:nvGrpSpPr>
        <p:cNvPr id="1" name=""/>
        <p:cNvGrpSpPr/>
        <p:nvPr/>
      </p:nvGrpSpPr>
      <p:grpSpPr>
        <a:xfrm>
          <a:off x="0" y="0"/>
          <a:ext cx="0" cy="0"/>
          <a:chOff x="0" y="0"/>
          <a:chExt cx="0" cy="0"/>
        </a:xfrm>
      </p:grpSpPr>
      <p:pic>
        <p:nvPicPr>
          <p:cNvPr id="5" name="그림 4"/>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9902825" cy="6858000"/>
          </a:xfrm>
          <a:prstGeom prst="rect">
            <a:avLst/>
          </a:prstGeom>
        </p:spPr>
      </p:pic>
      <p:cxnSp>
        <p:nvCxnSpPr>
          <p:cNvPr id="12" name="직선 연결선 11">
            <a:extLst>
              <a:ext uri="{FF2B5EF4-FFF2-40B4-BE49-F238E27FC236}">
                <a16:creationId xmlns:a16="http://schemas.microsoft.com/office/drawing/2014/main" id="{107951CE-0A5B-4EC7-B663-290867B6A3B2}"/>
              </a:ext>
            </a:extLst>
          </p:cNvPr>
          <p:cNvCxnSpPr/>
          <p:nvPr userDrawn="1"/>
        </p:nvCxnSpPr>
        <p:spPr>
          <a:xfrm>
            <a:off x="449468" y="6424935"/>
            <a:ext cx="9000714"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13" name="슬라이드 번호 개체 틀 15">
            <a:extLst>
              <a:ext uri="{FF2B5EF4-FFF2-40B4-BE49-F238E27FC236}">
                <a16:creationId xmlns:a16="http://schemas.microsoft.com/office/drawing/2014/main" id="{DB8B1220-1660-457F-B990-656A8230EA54}"/>
              </a:ext>
            </a:extLst>
          </p:cNvPr>
          <p:cNvSpPr txBox="1">
            <a:spLocks/>
          </p:cNvSpPr>
          <p:nvPr userDrawn="1"/>
        </p:nvSpPr>
        <p:spPr>
          <a:xfrm>
            <a:off x="8836343" y="6498001"/>
            <a:ext cx="613839" cy="13849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ctr">
            <a:spAutoFit/>
            <a:scene3d>
              <a:camera prst="orthographicFront"/>
              <a:lightRig rig="threePt" dir="t"/>
            </a:scene3d>
            <a:sp3d>
              <a:bevelT w="0" h="6350"/>
            </a:sp3d>
          </a:bodyPr>
          <a:lstStyle>
            <a:defPPr>
              <a:defRPr lang="ko-KR"/>
            </a:defPPr>
            <a:lvl1pPr algn="r">
              <a:defRPr sz="900">
                <a:solidFill>
                  <a:schemeClr val="tx1">
                    <a:lumMod val="50000"/>
                    <a:lumOff val="50000"/>
                  </a:schemeClr>
                </a:solidFill>
                <a:latin typeface="SamsungOne 300" panose="020B0303030303020204" pitchFamily="34" charset="0"/>
                <a:ea typeface="SamsungOne 300" panose="020B0303030303020204" pitchFamily="34"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marL="0" marR="0" lvl="0" indent="0" algn="r" defTabSz="914094" rtl="0" eaLnBrk="1" fontAlgn="auto" latinLnBrk="1" hangingPunct="1">
              <a:lnSpc>
                <a:spcPct val="100000"/>
              </a:lnSpc>
              <a:spcBef>
                <a:spcPts val="0"/>
              </a:spcBef>
              <a:spcAft>
                <a:spcPts val="0"/>
              </a:spcAft>
              <a:buClrTx/>
              <a:buSzTx/>
              <a:buFontTx/>
              <a:buNone/>
              <a:tabLst/>
              <a:defRPr/>
            </a:pPr>
            <a:fld id="{43977B04-C971-4466-AB79-612C9E649B30}" type="slidenum">
              <a:rPr lang="en-US" altLang="ko-KR" sz="900" smtClean="0">
                <a:solidFill>
                  <a:schemeClr val="bg1">
                    <a:lumMod val="50000"/>
                  </a:schemeClr>
                </a:solidFill>
                <a:latin typeface="SamsungOne 400" panose="020B0503030303020204" pitchFamily="34" charset="0"/>
                <a:ea typeface="SamsungOne 400" panose="020B0503030303020204" pitchFamily="34" charset="0"/>
              </a:rPr>
              <a:pPr marL="0" marR="0" lvl="0" indent="0" algn="r" defTabSz="914094" rtl="0" eaLnBrk="1" fontAlgn="auto" latinLnBrk="1" hangingPunct="1">
                <a:lnSpc>
                  <a:spcPct val="100000"/>
                </a:lnSpc>
                <a:spcBef>
                  <a:spcPts val="0"/>
                </a:spcBef>
                <a:spcAft>
                  <a:spcPts val="0"/>
                </a:spcAft>
                <a:buClrTx/>
                <a:buSzTx/>
                <a:buFontTx/>
                <a:buNone/>
                <a:tabLst/>
                <a:defRPr/>
              </a:pPr>
              <a:t>‹#›</a:t>
            </a:fld>
            <a:endParaRPr lang="en-US" altLang="ko-KR" sz="900" dirty="0">
              <a:solidFill>
                <a:schemeClr val="bg1">
                  <a:lumMod val="50000"/>
                </a:schemeClr>
              </a:solidFill>
              <a:latin typeface="SamsungOne 400" panose="020B0503030303020204" pitchFamily="34" charset="0"/>
              <a:ea typeface="SamsungOne 400" panose="020B0503030303020204" pitchFamily="34" charset="0"/>
              <a:cs typeface="Arial Unicode MS" panose="020B0604020202020204" pitchFamily="50" charset="-127"/>
            </a:endParaRPr>
          </a:p>
        </p:txBody>
      </p:sp>
      <p:sp>
        <p:nvSpPr>
          <p:cNvPr id="14" name="직사각형 7">
            <a:extLst>
              <a:ext uri="{FF2B5EF4-FFF2-40B4-BE49-F238E27FC236}">
                <a16:creationId xmlns:a16="http://schemas.microsoft.com/office/drawing/2014/main" id="{AA07D337-B9C3-4E5E-811E-AEFBB17ADEF5}"/>
              </a:ext>
            </a:extLst>
          </p:cNvPr>
          <p:cNvSpPr/>
          <p:nvPr userDrawn="1"/>
        </p:nvSpPr>
        <p:spPr>
          <a:xfrm>
            <a:off x="449468" y="6498001"/>
            <a:ext cx="2888788" cy="169277"/>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t">
            <a:spAutoFit/>
            <a:scene3d>
              <a:camera prst="orthographicFront"/>
              <a:lightRig rig="threePt" dir="t"/>
            </a:scene3d>
            <a:sp3d>
              <a:bevelT w="0" h="6350"/>
            </a:sp3d>
          </a:bodyPr>
          <a:lstStyle/>
          <a:p>
            <a:pPr algn="l"/>
            <a:r>
              <a:rPr lang="en-US" altLang="ko-KR" sz="1100" b="0" dirty="0">
                <a:solidFill>
                  <a:schemeClr val="bg1">
                    <a:lumMod val="50000"/>
                  </a:schemeClr>
                </a:solidFill>
                <a:latin typeface="Samsung Sharp Sans Bold" pitchFamily="2" charset="0"/>
                <a:ea typeface="Samsung Sharp Sans Bold" pitchFamily="2" charset="0"/>
                <a:cs typeface="Samsung Sharp Sans Bold" pitchFamily="2" charset="0"/>
              </a:rPr>
              <a:t>Samsung Innovation Campus</a:t>
            </a:r>
          </a:p>
        </p:txBody>
      </p:sp>
      <p:sp>
        <p:nvSpPr>
          <p:cNvPr id="3" name="제목 2">
            <a:extLst>
              <a:ext uri="{FF2B5EF4-FFF2-40B4-BE49-F238E27FC236}">
                <a16:creationId xmlns:a16="http://schemas.microsoft.com/office/drawing/2014/main" id="{4625E1FE-2B04-4D8E-A51A-6B9CEC7B3790}"/>
              </a:ext>
            </a:extLst>
          </p:cNvPr>
          <p:cNvSpPr>
            <a:spLocks noGrp="1"/>
          </p:cNvSpPr>
          <p:nvPr>
            <p:ph type="title" hasCustomPrompt="1"/>
          </p:nvPr>
        </p:nvSpPr>
        <p:spPr>
          <a:xfrm>
            <a:off x="449468" y="1440000"/>
            <a:ext cx="8541187" cy="492443"/>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t">
            <a:spAutoFit/>
            <a:scene3d>
              <a:camera prst="orthographicFront"/>
              <a:lightRig rig="threePt" dir="t"/>
            </a:scene3d>
            <a:sp3d>
              <a:bevelT w="0" h="6350"/>
            </a:sp3d>
          </a:bodyPr>
          <a:lstStyle>
            <a:lvl1pPr>
              <a:lnSpc>
                <a:spcPct val="100000"/>
              </a:lnSpc>
              <a:spcBef>
                <a:spcPts val="0"/>
              </a:spcBef>
              <a:defRPr lang="ko-KR" altLang="en-US" sz="3200">
                <a:solidFill>
                  <a:schemeClr val="tx1">
                    <a:lumMod val="95000"/>
                    <a:lumOff val="5000"/>
                  </a:schemeClr>
                </a:solidFill>
                <a:latin typeface="Samsung Sharp Sans" pitchFamily="2" charset="0"/>
                <a:ea typeface="Samsung Sharp Sans" pitchFamily="2" charset="0"/>
                <a:cs typeface="Samsung Sharp Sans" pitchFamily="2" charset="0"/>
              </a:defRPr>
            </a:lvl1pPr>
          </a:lstStyle>
          <a:p>
            <a:pPr marL="0" lvl="0" defTabSz="457050" latinLnBrk="0"/>
            <a:r>
              <a:rPr lang="en-US" altLang="ko-KR" dirty="0"/>
              <a:t>Slide Title</a:t>
            </a:r>
            <a:endParaRPr lang="ko-KR" altLang="en-US" dirty="0"/>
          </a:p>
        </p:txBody>
      </p:sp>
      <p:sp>
        <p:nvSpPr>
          <p:cNvPr id="19" name="텍스트 개체 틀 18">
            <a:extLst>
              <a:ext uri="{FF2B5EF4-FFF2-40B4-BE49-F238E27FC236}">
                <a16:creationId xmlns:a16="http://schemas.microsoft.com/office/drawing/2014/main" id="{DFEC8C6A-D95C-4B3C-9803-6F9071BF0C29}"/>
              </a:ext>
            </a:extLst>
          </p:cNvPr>
          <p:cNvSpPr>
            <a:spLocks noGrp="1"/>
          </p:cNvSpPr>
          <p:nvPr>
            <p:ph type="body" sz="quarter" idx="10" hasCustomPrompt="1"/>
          </p:nvPr>
        </p:nvSpPr>
        <p:spPr>
          <a:xfrm>
            <a:off x="449468" y="450000"/>
            <a:ext cx="323896" cy="2772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t">
            <a:spAutoFit/>
            <a:scene3d>
              <a:camera prst="orthographicFront"/>
              <a:lightRig rig="threePt" dir="t"/>
            </a:scene3d>
            <a:sp3d>
              <a:bevelT w="0" h="6350"/>
            </a:sp3d>
          </a:bodyPr>
          <a:lstStyle>
            <a:lvl1pPr marL="0" indent="0">
              <a:lnSpc>
                <a:spcPct val="100000"/>
              </a:lnSpc>
              <a:spcBef>
                <a:spcPts val="0"/>
              </a:spcBef>
              <a:buNone/>
              <a:defRPr lang="ko-KR" altLang="en-US" sz="1799" dirty="0">
                <a:solidFill>
                  <a:schemeClr val="bg1"/>
                </a:solidFill>
                <a:latin typeface="Samsung Sharp Sans Medium" pitchFamily="2" charset="0"/>
                <a:ea typeface="Samsung Sharp Sans Medium" pitchFamily="2" charset="0"/>
                <a:cs typeface="Samsung Sharp Sans Medium" pitchFamily="2" charset="0"/>
              </a:defRPr>
            </a:lvl1pPr>
          </a:lstStyle>
          <a:p>
            <a:pPr marL="0" lvl="0" defTabSz="457050" latinLnBrk="0"/>
            <a:r>
              <a:rPr lang="en-US" altLang="ko-KR" dirty="0"/>
              <a:t>No</a:t>
            </a:r>
            <a:endParaRPr lang="ko-KR" altLang="en-US" dirty="0"/>
          </a:p>
        </p:txBody>
      </p:sp>
      <p:sp>
        <p:nvSpPr>
          <p:cNvPr id="20" name="텍스트 개체 틀 18">
            <a:extLst>
              <a:ext uri="{FF2B5EF4-FFF2-40B4-BE49-F238E27FC236}">
                <a16:creationId xmlns:a16="http://schemas.microsoft.com/office/drawing/2014/main" id="{6DA22BCA-E7E2-4377-AD8E-AC1336C3DB31}"/>
              </a:ext>
            </a:extLst>
          </p:cNvPr>
          <p:cNvSpPr>
            <a:spLocks noGrp="1"/>
          </p:cNvSpPr>
          <p:nvPr>
            <p:ph type="body" sz="quarter" idx="11" hasCustomPrompt="1"/>
          </p:nvPr>
        </p:nvSpPr>
        <p:spPr>
          <a:xfrm>
            <a:off x="790000" y="450001"/>
            <a:ext cx="6837808" cy="27699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t">
            <a:spAutoFit/>
            <a:scene3d>
              <a:camera prst="orthographicFront"/>
              <a:lightRig rig="threePt" dir="t"/>
            </a:scene3d>
            <a:sp3d>
              <a:bevelT w="0" h="6350"/>
            </a:sp3d>
          </a:bodyPr>
          <a:lstStyle>
            <a:lvl1pPr marL="0" indent="0">
              <a:lnSpc>
                <a:spcPct val="100000"/>
              </a:lnSpc>
              <a:spcBef>
                <a:spcPts val="0"/>
              </a:spcBef>
              <a:buNone/>
              <a:defRPr lang="ko-KR" altLang="en-US" sz="1799" dirty="0">
                <a:solidFill>
                  <a:schemeClr val="bg1"/>
                </a:solidFill>
                <a:latin typeface="Samsung Sharp Sans Bold" pitchFamily="2" charset="0"/>
                <a:ea typeface="Samsung Sharp Sans Bold" pitchFamily="2" charset="0"/>
                <a:cs typeface="Samsung Sharp Sans Bold" pitchFamily="2" charset="0"/>
              </a:defRPr>
            </a:lvl1pPr>
          </a:lstStyle>
          <a:p>
            <a:pPr marL="0" lvl="0" defTabSz="457050" latinLnBrk="0"/>
            <a:r>
              <a:rPr lang="en-US" altLang="ko-KR" dirty="0"/>
              <a:t>Subtitle</a:t>
            </a:r>
            <a:endParaRPr lang="ko-KR" altLang="en-US" dirty="0"/>
          </a:p>
        </p:txBody>
      </p:sp>
      <p:sp>
        <p:nvSpPr>
          <p:cNvPr id="21" name="텍스트 개체 틀 18">
            <a:extLst>
              <a:ext uri="{FF2B5EF4-FFF2-40B4-BE49-F238E27FC236}">
                <a16:creationId xmlns:a16="http://schemas.microsoft.com/office/drawing/2014/main" id="{7647BD6A-5F13-45AE-859C-AF2BA0A739E6}"/>
              </a:ext>
            </a:extLst>
          </p:cNvPr>
          <p:cNvSpPr>
            <a:spLocks noGrp="1"/>
          </p:cNvSpPr>
          <p:nvPr>
            <p:ph type="body" sz="quarter" idx="12" hasCustomPrompt="1"/>
          </p:nvPr>
        </p:nvSpPr>
        <p:spPr>
          <a:xfrm>
            <a:off x="9112825" y="480779"/>
            <a:ext cx="340625" cy="246221"/>
          </a:xfrm>
          <a:prstGeom prst="rect">
            <a:avLst/>
          </a:prstGeom>
        </p:spPr>
        <p:txBody>
          <a:bodyPr wrap="square" lIns="0" tIns="0" rIns="0" bIns="0">
            <a:spAutoFit/>
          </a:bodyPr>
          <a:lstStyle>
            <a:lvl1pPr marL="0" indent="0" algn="r">
              <a:lnSpc>
                <a:spcPct val="100000"/>
              </a:lnSpc>
              <a:spcBef>
                <a:spcPts val="0"/>
              </a:spcBef>
              <a:buNone/>
              <a:defRPr lang="ko-KR" altLang="en-US" sz="1600" dirty="0">
                <a:solidFill>
                  <a:schemeClr val="bg1">
                    <a:lumMod val="85000"/>
                  </a:schemeClr>
                </a:solidFill>
                <a:latin typeface="Samsung Sharp Sans Bold" pitchFamily="2" charset="0"/>
                <a:ea typeface="Samsung Sharp Sans Bold" pitchFamily="2" charset="0"/>
                <a:cs typeface="Samsung Sharp Sans Bold" pitchFamily="2" charset="0"/>
              </a:defRPr>
            </a:lvl1pPr>
          </a:lstStyle>
          <a:p>
            <a:pPr marL="0" lvl="0" algn="r" defTabSz="457063" latinLnBrk="0"/>
            <a:r>
              <a:rPr lang="en-US" altLang="ko-KR" dirty="0"/>
              <a:t>00</a:t>
            </a:r>
            <a:endParaRPr lang="ko-KR" altLang="en-US" dirty="0"/>
          </a:p>
        </p:txBody>
      </p:sp>
      <p:sp>
        <p:nvSpPr>
          <p:cNvPr id="23" name="텍스트 개체 틀 18">
            <a:extLst>
              <a:ext uri="{FF2B5EF4-FFF2-40B4-BE49-F238E27FC236}">
                <a16:creationId xmlns:a16="http://schemas.microsoft.com/office/drawing/2014/main" id="{3A9667F7-80AD-4A7A-8543-285975B06BE3}"/>
              </a:ext>
            </a:extLst>
          </p:cNvPr>
          <p:cNvSpPr>
            <a:spLocks noGrp="1"/>
          </p:cNvSpPr>
          <p:nvPr>
            <p:ph type="body" sz="quarter" idx="13" hasCustomPrompt="1"/>
          </p:nvPr>
        </p:nvSpPr>
        <p:spPr>
          <a:xfrm>
            <a:off x="8740667" y="480779"/>
            <a:ext cx="467850" cy="246221"/>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t">
            <a:spAutoFit/>
            <a:scene3d>
              <a:camera prst="orthographicFront"/>
              <a:lightRig rig="threePt" dir="t"/>
            </a:scene3d>
            <a:sp3d>
              <a:bevelT w="0" h="6350"/>
            </a:sp3d>
          </a:bodyPr>
          <a:lstStyle>
            <a:lvl1pPr marL="0" indent="0">
              <a:lnSpc>
                <a:spcPct val="100000"/>
              </a:lnSpc>
              <a:spcBef>
                <a:spcPts val="0"/>
              </a:spcBef>
              <a:buNone/>
              <a:defRPr lang="ko-KR" altLang="en-US" sz="1600" dirty="0">
                <a:solidFill>
                  <a:schemeClr val="bg1">
                    <a:lumMod val="85000"/>
                  </a:schemeClr>
                </a:solidFill>
                <a:latin typeface="Samsung Sharp Sans Medium" pitchFamily="2" charset="0"/>
                <a:ea typeface="Samsung Sharp Sans Medium" pitchFamily="2" charset="0"/>
                <a:cs typeface="Samsung Sharp Sans Medium" pitchFamily="2" charset="0"/>
              </a:defRPr>
            </a:lvl1pPr>
          </a:lstStyle>
          <a:p>
            <a:pPr marL="0" lvl="0" defTabSz="457050" latinLnBrk="0"/>
            <a:r>
              <a:rPr lang="en-US" altLang="ko-KR" dirty="0"/>
              <a:t>UNIT</a:t>
            </a:r>
            <a:endParaRPr lang="ko-KR" altLang="en-US" dirty="0"/>
          </a:p>
        </p:txBody>
      </p:sp>
      <p:sp>
        <p:nvSpPr>
          <p:cNvPr id="16" name="텍스트 개체 틀 7">
            <a:extLst>
              <a:ext uri="{FF2B5EF4-FFF2-40B4-BE49-F238E27FC236}">
                <a16:creationId xmlns:a16="http://schemas.microsoft.com/office/drawing/2014/main" id="{B6D584F0-F100-4FB4-B935-0E81DB1D3B51}"/>
              </a:ext>
            </a:extLst>
          </p:cNvPr>
          <p:cNvSpPr>
            <a:spLocks noGrp="1"/>
          </p:cNvSpPr>
          <p:nvPr>
            <p:ph type="body" sz="quarter" idx="15" hasCustomPrompt="1"/>
          </p:nvPr>
        </p:nvSpPr>
        <p:spPr>
          <a:xfrm>
            <a:off x="522288" y="2221661"/>
            <a:ext cx="8055439" cy="914400"/>
          </a:xfrm>
          <a:prstGeom prst="rect">
            <a:avLst/>
          </a:prstGeom>
        </p:spPr>
        <p:txBody>
          <a:bodyPr lIns="0" tIns="0" rIns="0" bIns="0"/>
          <a:lstStyle>
            <a:lvl1pPr marL="177747" indent="-177747">
              <a:lnSpc>
                <a:spcPts val="1800"/>
              </a:lnSpc>
              <a:buSzPct val="105000"/>
              <a:buFontTx/>
              <a:buBlip>
                <a:blip r:embed="rId3"/>
              </a:buBlip>
              <a:defRPr kumimoji="1" lang="en-US" altLang="ko-KR" sz="1400" kern="1200" smtClean="0">
                <a:solidFill>
                  <a:prstClr val="black">
                    <a:lumMod val="85000"/>
                    <a:lumOff val="15000"/>
                  </a:prstClr>
                </a:solidFill>
                <a:latin typeface="SamsungOne 400" panose="020B0503030303020204" pitchFamily="34" charset="0"/>
                <a:ea typeface="SamsungOne 400" panose="020B0503030303020204" pitchFamily="34" charset="0"/>
                <a:cs typeface="+mn-cs"/>
              </a:defRPr>
            </a:lvl1pPr>
            <a:lvl2pPr marL="360255" indent="-182508">
              <a:lnSpc>
                <a:spcPts val="1800"/>
              </a:lnSpc>
              <a:buSzPct val="80000"/>
              <a:buFontTx/>
              <a:buBlip>
                <a:blip r:embed="rId4"/>
              </a:buBlip>
              <a:tabLst>
                <a:tab pos="447541" algn="l"/>
              </a:tabLst>
              <a:defRPr lang="en-US" altLang="ko-KR" sz="1300" kern="1200" dirty="0" smtClean="0">
                <a:solidFill>
                  <a:prstClr val="black">
                    <a:lumMod val="85000"/>
                    <a:lumOff val="15000"/>
                  </a:prstClr>
                </a:solidFill>
                <a:latin typeface="SamsungOne 400" panose="020B0503030303020204" pitchFamily="34" charset="0"/>
                <a:ea typeface="SamsungOne 400" panose="020B0503030303020204" pitchFamily="34" charset="0"/>
                <a:cs typeface="+mn-cs"/>
              </a:defRPr>
            </a:lvl2pPr>
          </a:lstStyle>
          <a:p>
            <a:pPr lvl="0"/>
            <a:r>
              <a:rPr lang="en-US" altLang="ko-KR" dirty="0"/>
              <a:t>Level1</a:t>
            </a:r>
          </a:p>
          <a:p>
            <a:pPr lvl="1"/>
            <a:r>
              <a:rPr lang="en-US" altLang="ko-KR" dirty="0"/>
              <a:t>Level2</a:t>
            </a:r>
          </a:p>
          <a:p>
            <a:pPr lvl="1"/>
            <a:endParaRPr lang="en-US" altLang="ko-KR" dirty="0"/>
          </a:p>
          <a:p>
            <a:pPr marL="628461" lvl="1" indent="-207901" algn="l" defTabSz="843830" rtl="0" eaLnBrk="1" latinLnBrk="1" hangingPunct="1">
              <a:lnSpc>
                <a:spcPct val="90000"/>
              </a:lnSpc>
              <a:spcBef>
                <a:spcPts val="462"/>
              </a:spcBef>
              <a:buSzPct val="90000"/>
              <a:buFontTx/>
              <a:buBlip>
                <a:blip r:embed="rId5"/>
              </a:buBlip>
            </a:pPr>
            <a:endParaRPr lang="en-US" altLang="ko-KR" dirty="0"/>
          </a:p>
          <a:p>
            <a:pPr lvl="1"/>
            <a:endParaRPr lang="ko-KR" altLang="en-US" dirty="0"/>
          </a:p>
        </p:txBody>
      </p:sp>
      <p:sp>
        <p:nvSpPr>
          <p:cNvPr id="17" name="슬라이드 번호 개체 틀 15">
            <a:extLst>
              <a:ext uri="{FF2B5EF4-FFF2-40B4-BE49-F238E27FC236}">
                <a16:creationId xmlns:a16="http://schemas.microsoft.com/office/drawing/2014/main" id="{D63EAE99-E447-4D3D-BFEE-6F01BCEB93C6}"/>
              </a:ext>
            </a:extLst>
          </p:cNvPr>
          <p:cNvSpPr txBox="1">
            <a:spLocks/>
          </p:cNvSpPr>
          <p:nvPr userDrawn="1"/>
        </p:nvSpPr>
        <p:spPr>
          <a:xfrm>
            <a:off x="6846858" y="6498001"/>
            <a:ext cx="2349501" cy="13849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ctr">
            <a:spAutoFit/>
            <a:scene3d>
              <a:camera prst="orthographicFront"/>
              <a:lightRig rig="threePt" dir="t"/>
            </a:scene3d>
            <a:sp3d>
              <a:bevelT w="0" h="6350"/>
            </a:sp3d>
          </a:bodyPr>
          <a:lstStyle>
            <a:defPPr>
              <a:defRPr lang="ko-KR"/>
            </a:defPPr>
            <a:lvl1pPr algn="r">
              <a:defRPr sz="900">
                <a:solidFill>
                  <a:schemeClr val="tx1">
                    <a:lumMod val="50000"/>
                    <a:lumOff val="50000"/>
                  </a:schemeClr>
                </a:solidFill>
                <a:latin typeface="SamsungOne 300" panose="020B0303030303020204" pitchFamily="34" charset="0"/>
                <a:ea typeface="SamsungOne 300" panose="020B0303030303020204" pitchFamily="34"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lvl="0" defTabSz="914094" latinLnBrk="1">
              <a:defRPr/>
            </a:pPr>
            <a:r>
              <a:rPr lang="en-US" altLang="ko-KR" sz="900" dirty="0">
                <a:solidFill>
                  <a:schemeClr val="bg1">
                    <a:lumMod val="50000"/>
                  </a:schemeClr>
                </a:solidFill>
                <a:latin typeface="Samsung Sharp Sans Medium" pitchFamily="2" charset="0"/>
                <a:ea typeface="Samsung Sharp Sans Medium" pitchFamily="2" charset="0"/>
                <a:cs typeface="Samsung Sharp Sans Medium" pitchFamily="2" charset="0"/>
              </a:rPr>
              <a:t>Project Name</a:t>
            </a:r>
          </a:p>
        </p:txBody>
      </p:sp>
    </p:spTree>
    <p:extLst>
      <p:ext uri="{BB962C8B-B14F-4D97-AF65-F5344CB8AC3E}">
        <p14:creationId xmlns:p14="http://schemas.microsoft.com/office/powerpoint/2010/main" val="3102046736"/>
      </p:ext>
    </p:extLst>
  </p:cSld>
  <p:clrMapOvr>
    <a:masterClrMapping/>
  </p:clrMapOvr>
  <p:extLst>
    <p:ext uri="{DCECCB84-F9BA-43D5-87BE-67443E8EF086}">
      <p15:sldGuideLst xmlns:p15="http://schemas.microsoft.com/office/powerpoint/2012/main">
        <p15:guide id="1" orient="horz" pos="902" userDrawn="1">
          <p15:clr>
            <a:srgbClr val="FBAE40"/>
          </p15:clr>
        </p15:guide>
        <p15:guide id="2" pos="285">
          <p15:clr>
            <a:srgbClr val="FBAE40"/>
          </p15:clr>
        </p15:guide>
        <p15:guide id="3" pos="5955">
          <p15:clr>
            <a:srgbClr val="FBAE40"/>
          </p15:clr>
        </p15:guide>
        <p15:guide id="4" pos="329" userDrawn="1">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3_Table of Contents">
    <p:spTree>
      <p:nvGrpSpPr>
        <p:cNvPr id="1" name=""/>
        <p:cNvGrpSpPr/>
        <p:nvPr/>
      </p:nvGrpSpPr>
      <p:grpSpPr>
        <a:xfrm>
          <a:off x="0" y="0"/>
          <a:ext cx="0" cy="0"/>
          <a:chOff x="0" y="0"/>
          <a:chExt cx="0" cy="0"/>
        </a:xfrm>
      </p:grpSpPr>
      <p:pic>
        <p:nvPicPr>
          <p:cNvPr id="5" name="그림 4"/>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9902825" cy="6858000"/>
          </a:xfrm>
          <a:prstGeom prst="rect">
            <a:avLst/>
          </a:prstGeom>
        </p:spPr>
      </p:pic>
      <p:cxnSp>
        <p:nvCxnSpPr>
          <p:cNvPr id="12" name="직선 연결선 11">
            <a:extLst>
              <a:ext uri="{FF2B5EF4-FFF2-40B4-BE49-F238E27FC236}">
                <a16:creationId xmlns:a16="http://schemas.microsoft.com/office/drawing/2014/main" id="{107951CE-0A5B-4EC7-B663-290867B6A3B2}"/>
              </a:ext>
            </a:extLst>
          </p:cNvPr>
          <p:cNvCxnSpPr/>
          <p:nvPr userDrawn="1"/>
        </p:nvCxnSpPr>
        <p:spPr>
          <a:xfrm>
            <a:off x="449468" y="6424935"/>
            <a:ext cx="9000714"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13" name="슬라이드 번호 개체 틀 15">
            <a:extLst>
              <a:ext uri="{FF2B5EF4-FFF2-40B4-BE49-F238E27FC236}">
                <a16:creationId xmlns:a16="http://schemas.microsoft.com/office/drawing/2014/main" id="{DB8B1220-1660-457F-B990-656A8230EA54}"/>
              </a:ext>
            </a:extLst>
          </p:cNvPr>
          <p:cNvSpPr txBox="1">
            <a:spLocks/>
          </p:cNvSpPr>
          <p:nvPr userDrawn="1"/>
        </p:nvSpPr>
        <p:spPr>
          <a:xfrm>
            <a:off x="8836343" y="6498001"/>
            <a:ext cx="613839" cy="13849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ctr">
            <a:spAutoFit/>
            <a:scene3d>
              <a:camera prst="orthographicFront"/>
              <a:lightRig rig="threePt" dir="t"/>
            </a:scene3d>
            <a:sp3d>
              <a:bevelT w="0" h="6350"/>
            </a:sp3d>
          </a:bodyPr>
          <a:lstStyle>
            <a:defPPr>
              <a:defRPr lang="ko-KR"/>
            </a:defPPr>
            <a:lvl1pPr algn="r">
              <a:defRPr sz="900">
                <a:solidFill>
                  <a:schemeClr val="tx1">
                    <a:lumMod val="50000"/>
                    <a:lumOff val="50000"/>
                  </a:schemeClr>
                </a:solidFill>
                <a:latin typeface="SamsungOne 300" panose="020B0303030303020204" pitchFamily="34" charset="0"/>
                <a:ea typeface="SamsungOne 300" panose="020B0303030303020204" pitchFamily="34"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marL="0" marR="0" lvl="0" indent="0" algn="r" defTabSz="914094" rtl="0" eaLnBrk="1" fontAlgn="auto" latinLnBrk="1" hangingPunct="1">
              <a:lnSpc>
                <a:spcPct val="100000"/>
              </a:lnSpc>
              <a:spcBef>
                <a:spcPts val="0"/>
              </a:spcBef>
              <a:spcAft>
                <a:spcPts val="0"/>
              </a:spcAft>
              <a:buClrTx/>
              <a:buSzTx/>
              <a:buFontTx/>
              <a:buNone/>
              <a:tabLst/>
              <a:defRPr/>
            </a:pPr>
            <a:fld id="{43977B04-C971-4466-AB79-612C9E649B30}" type="slidenum">
              <a:rPr lang="en-US" altLang="ko-KR" sz="900" smtClean="0">
                <a:solidFill>
                  <a:schemeClr val="bg1">
                    <a:lumMod val="50000"/>
                  </a:schemeClr>
                </a:solidFill>
                <a:latin typeface="SamsungOne 400" panose="020B0503030303020204" pitchFamily="34" charset="0"/>
                <a:ea typeface="SamsungOne 400" panose="020B0503030303020204" pitchFamily="34" charset="0"/>
              </a:rPr>
              <a:pPr marL="0" marR="0" lvl="0" indent="0" algn="r" defTabSz="914094" rtl="0" eaLnBrk="1" fontAlgn="auto" latinLnBrk="1" hangingPunct="1">
                <a:lnSpc>
                  <a:spcPct val="100000"/>
                </a:lnSpc>
                <a:spcBef>
                  <a:spcPts val="0"/>
                </a:spcBef>
                <a:spcAft>
                  <a:spcPts val="0"/>
                </a:spcAft>
                <a:buClrTx/>
                <a:buSzTx/>
                <a:buFontTx/>
                <a:buNone/>
                <a:tabLst/>
                <a:defRPr/>
              </a:pPr>
              <a:t>‹#›</a:t>
            </a:fld>
            <a:endParaRPr lang="en-US" altLang="ko-KR" sz="900" dirty="0">
              <a:solidFill>
                <a:schemeClr val="bg1">
                  <a:lumMod val="50000"/>
                </a:schemeClr>
              </a:solidFill>
              <a:latin typeface="SamsungOne 400" panose="020B0503030303020204" pitchFamily="34" charset="0"/>
              <a:ea typeface="SamsungOne 400" panose="020B0503030303020204" pitchFamily="34" charset="0"/>
              <a:cs typeface="Arial Unicode MS" panose="020B0604020202020204" pitchFamily="50" charset="-127"/>
            </a:endParaRPr>
          </a:p>
        </p:txBody>
      </p:sp>
      <p:sp>
        <p:nvSpPr>
          <p:cNvPr id="14" name="직사각형 7">
            <a:extLst>
              <a:ext uri="{FF2B5EF4-FFF2-40B4-BE49-F238E27FC236}">
                <a16:creationId xmlns:a16="http://schemas.microsoft.com/office/drawing/2014/main" id="{AA07D337-B9C3-4E5E-811E-AEFBB17ADEF5}"/>
              </a:ext>
            </a:extLst>
          </p:cNvPr>
          <p:cNvSpPr/>
          <p:nvPr userDrawn="1"/>
        </p:nvSpPr>
        <p:spPr>
          <a:xfrm>
            <a:off x="449468" y="6498001"/>
            <a:ext cx="2888788" cy="169277"/>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t">
            <a:spAutoFit/>
            <a:scene3d>
              <a:camera prst="orthographicFront"/>
              <a:lightRig rig="threePt" dir="t"/>
            </a:scene3d>
            <a:sp3d>
              <a:bevelT w="0" h="6350"/>
            </a:sp3d>
          </a:bodyPr>
          <a:lstStyle/>
          <a:p>
            <a:pPr algn="l"/>
            <a:r>
              <a:rPr lang="en-US" altLang="ko-KR" sz="1100" b="0" dirty="0">
                <a:solidFill>
                  <a:schemeClr val="bg1">
                    <a:lumMod val="50000"/>
                  </a:schemeClr>
                </a:solidFill>
                <a:latin typeface="Samsung Sharp Sans Bold" pitchFamily="2" charset="0"/>
                <a:ea typeface="Samsung Sharp Sans Bold" pitchFamily="2" charset="0"/>
                <a:cs typeface="Samsung Sharp Sans Bold" pitchFamily="2" charset="0"/>
              </a:rPr>
              <a:t>Samsung Innovation Campus</a:t>
            </a:r>
          </a:p>
        </p:txBody>
      </p:sp>
      <p:sp>
        <p:nvSpPr>
          <p:cNvPr id="17" name="슬라이드 번호 개체 틀 15">
            <a:extLst>
              <a:ext uri="{FF2B5EF4-FFF2-40B4-BE49-F238E27FC236}">
                <a16:creationId xmlns:a16="http://schemas.microsoft.com/office/drawing/2014/main" id="{D63EAE99-E447-4D3D-BFEE-6F01BCEB93C6}"/>
              </a:ext>
            </a:extLst>
          </p:cNvPr>
          <p:cNvSpPr txBox="1">
            <a:spLocks/>
          </p:cNvSpPr>
          <p:nvPr userDrawn="1"/>
        </p:nvSpPr>
        <p:spPr>
          <a:xfrm>
            <a:off x="6846858" y="6498001"/>
            <a:ext cx="2349501" cy="13849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ctr">
            <a:spAutoFit/>
            <a:scene3d>
              <a:camera prst="orthographicFront"/>
              <a:lightRig rig="threePt" dir="t"/>
            </a:scene3d>
            <a:sp3d>
              <a:bevelT w="0" h="6350"/>
            </a:sp3d>
          </a:bodyPr>
          <a:lstStyle>
            <a:defPPr>
              <a:defRPr lang="ko-KR"/>
            </a:defPPr>
            <a:lvl1pPr algn="r">
              <a:defRPr sz="900">
                <a:solidFill>
                  <a:schemeClr val="tx1">
                    <a:lumMod val="50000"/>
                    <a:lumOff val="50000"/>
                  </a:schemeClr>
                </a:solidFill>
                <a:latin typeface="SamsungOne 300" panose="020B0303030303020204" pitchFamily="34" charset="0"/>
                <a:ea typeface="SamsungOne 300" panose="020B0303030303020204" pitchFamily="34"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lvl="0" defTabSz="914094" latinLnBrk="1">
              <a:defRPr/>
            </a:pPr>
            <a:r>
              <a:rPr lang="en-US" altLang="ko-KR" sz="900" dirty="0">
                <a:solidFill>
                  <a:schemeClr val="bg1">
                    <a:lumMod val="50000"/>
                  </a:schemeClr>
                </a:solidFill>
                <a:latin typeface="Samsung Sharp Sans Medium" pitchFamily="2" charset="0"/>
                <a:ea typeface="Samsung Sharp Sans Medium" pitchFamily="2" charset="0"/>
                <a:cs typeface="Samsung Sharp Sans Medium" pitchFamily="2" charset="0"/>
              </a:rPr>
              <a:t>Project Name</a:t>
            </a:r>
          </a:p>
        </p:txBody>
      </p:sp>
    </p:spTree>
    <p:extLst>
      <p:ext uri="{BB962C8B-B14F-4D97-AF65-F5344CB8AC3E}">
        <p14:creationId xmlns:p14="http://schemas.microsoft.com/office/powerpoint/2010/main" val="434159522"/>
      </p:ext>
    </p:extLst>
  </p:cSld>
  <p:clrMapOvr>
    <a:masterClrMapping/>
  </p:clrMapOvr>
  <p:extLst>
    <p:ext uri="{DCECCB84-F9BA-43D5-87BE-67443E8EF086}">
      <p15:sldGuideLst xmlns:p15="http://schemas.microsoft.com/office/powerpoint/2012/main">
        <p15:guide id="1" orient="horz" pos="902">
          <p15:clr>
            <a:srgbClr val="FBAE40"/>
          </p15:clr>
        </p15:guide>
        <p15:guide id="2" pos="285">
          <p15:clr>
            <a:srgbClr val="FBAE40"/>
          </p15:clr>
        </p15:guide>
        <p15:guide id="3" pos="5955">
          <p15:clr>
            <a:srgbClr val="FBAE40"/>
          </p15:clr>
        </p15:guide>
        <p15:guide id="4" pos="329">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3_Table of Contents2">
    <p:spTree>
      <p:nvGrpSpPr>
        <p:cNvPr id="1" name=""/>
        <p:cNvGrpSpPr/>
        <p:nvPr/>
      </p:nvGrpSpPr>
      <p:grpSpPr>
        <a:xfrm>
          <a:off x="0" y="0"/>
          <a:ext cx="0" cy="0"/>
          <a:chOff x="0" y="0"/>
          <a:chExt cx="0" cy="0"/>
        </a:xfrm>
      </p:grpSpPr>
      <p:pic>
        <p:nvPicPr>
          <p:cNvPr id="2" name="그림 1"/>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588" y="0"/>
            <a:ext cx="9902825" cy="6858000"/>
          </a:xfrm>
          <a:prstGeom prst="rect">
            <a:avLst/>
          </a:prstGeom>
        </p:spPr>
      </p:pic>
      <p:cxnSp>
        <p:nvCxnSpPr>
          <p:cNvPr id="12" name="직선 연결선 11">
            <a:extLst>
              <a:ext uri="{FF2B5EF4-FFF2-40B4-BE49-F238E27FC236}">
                <a16:creationId xmlns:a16="http://schemas.microsoft.com/office/drawing/2014/main" id="{107951CE-0A5B-4EC7-B663-290867B6A3B2}"/>
              </a:ext>
            </a:extLst>
          </p:cNvPr>
          <p:cNvCxnSpPr/>
          <p:nvPr userDrawn="1"/>
        </p:nvCxnSpPr>
        <p:spPr>
          <a:xfrm>
            <a:off x="449468" y="6424935"/>
            <a:ext cx="9000714"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13" name="슬라이드 번호 개체 틀 15">
            <a:extLst>
              <a:ext uri="{FF2B5EF4-FFF2-40B4-BE49-F238E27FC236}">
                <a16:creationId xmlns:a16="http://schemas.microsoft.com/office/drawing/2014/main" id="{DB8B1220-1660-457F-B990-656A8230EA54}"/>
              </a:ext>
            </a:extLst>
          </p:cNvPr>
          <p:cNvSpPr txBox="1">
            <a:spLocks/>
          </p:cNvSpPr>
          <p:nvPr userDrawn="1"/>
        </p:nvSpPr>
        <p:spPr>
          <a:xfrm>
            <a:off x="8836343" y="6498001"/>
            <a:ext cx="613839" cy="13849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ctr">
            <a:spAutoFit/>
            <a:scene3d>
              <a:camera prst="orthographicFront"/>
              <a:lightRig rig="threePt" dir="t"/>
            </a:scene3d>
            <a:sp3d>
              <a:bevelT w="0" h="6350"/>
            </a:sp3d>
          </a:bodyPr>
          <a:lstStyle>
            <a:defPPr>
              <a:defRPr lang="ko-KR"/>
            </a:defPPr>
            <a:lvl1pPr algn="r">
              <a:defRPr sz="900">
                <a:solidFill>
                  <a:schemeClr val="tx1">
                    <a:lumMod val="50000"/>
                    <a:lumOff val="50000"/>
                  </a:schemeClr>
                </a:solidFill>
                <a:latin typeface="SamsungOne 300" panose="020B0303030303020204" pitchFamily="34" charset="0"/>
                <a:ea typeface="SamsungOne 300" panose="020B0303030303020204" pitchFamily="34"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marL="0" marR="0" lvl="0" indent="0" algn="r" defTabSz="914094" rtl="0" eaLnBrk="1" fontAlgn="auto" latinLnBrk="1" hangingPunct="1">
              <a:lnSpc>
                <a:spcPct val="100000"/>
              </a:lnSpc>
              <a:spcBef>
                <a:spcPts val="0"/>
              </a:spcBef>
              <a:spcAft>
                <a:spcPts val="0"/>
              </a:spcAft>
              <a:buClrTx/>
              <a:buSzTx/>
              <a:buFontTx/>
              <a:buNone/>
              <a:tabLst/>
              <a:defRPr/>
            </a:pPr>
            <a:fld id="{43977B04-C971-4466-AB79-612C9E649B30}" type="slidenum">
              <a:rPr lang="en-US" altLang="ko-KR" sz="900" smtClean="0">
                <a:solidFill>
                  <a:schemeClr val="bg1">
                    <a:lumMod val="50000"/>
                  </a:schemeClr>
                </a:solidFill>
                <a:latin typeface="SamsungOne 400" panose="020B0503030303020204" pitchFamily="34" charset="0"/>
                <a:ea typeface="SamsungOne 400" panose="020B0503030303020204" pitchFamily="34" charset="0"/>
              </a:rPr>
              <a:pPr marL="0" marR="0" lvl="0" indent="0" algn="r" defTabSz="914094" rtl="0" eaLnBrk="1" fontAlgn="auto" latinLnBrk="1" hangingPunct="1">
                <a:lnSpc>
                  <a:spcPct val="100000"/>
                </a:lnSpc>
                <a:spcBef>
                  <a:spcPts val="0"/>
                </a:spcBef>
                <a:spcAft>
                  <a:spcPts val="0"/>
                </a:spcAft>
                <a:buClrTx/>
                <a:buSzTx/>
                <a:buFontTx/>
                <a:buNone/>
                <a:tabLst/>
                <a:defRPr/>
              </a:pPr>
              <a:t>‹#›</a:t>
            </a:fld>
            <a:endParaRPr lang="en-US" altLang="ko-KR" sz="900" dirty="0">
              <a:solidFill>
                <a:schemeClr val="bg1">
                  <a:lumMod val="50000"/>
                </a:schemeClr>
              </a:solidFill>
              <a:latin typeface="SamsungOne 400" panose="020B0503030303020204" pitchFamily="34" charset="0"/>
              <a:ea typeface="SamsungOne 400" panose="020B0503030303020204" pitchFamily="34" charset="0"/>
              <a:cs typeface="Arial Unicode MS" panose="020B0604020202020204" pitchFamily="50" charset="-127"/>
            </a:endParaRPr>
          </a:p>
        </p:txBody>
      </p:sp>
      <p:sp>
        <p:nvSpPr>
          <p:cNvPr id="14" name="직사각형 7">
            <a:extLst>
              <a:ext uri="{FF2B5EF4-FFF2-40B4-BE49-F238E27FC236}">
                <a16:creationId xmlns:a16="http://schemas.microsoft.com/office/drawing/2014/main" id="{AA07D337-B9C3-4E5E-811E-AEFBB17ADEF5}"/>
              </a:ext>
            </a:extLst>
          </p:cNvPr>
          <p:cNvSpPr/>
          <p:nvPr userDrawn="1"/>
        </p:nvSpPr>
        <p:spPr>
          <a:xfrm>
            <a:off x="449468" y="6498001"/>
            <a:ext cx="2888788" cy="169277"/>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t">
            <a:spAutoFit/>
            <a:scene3d>
              <a:camera prst="orthographicFront"/>
              <a:lightRig rig="threePt" dir="t"/>
            </a:scene3d>
            <a:sp3d>
              <a:bevelT w="0" h="6350"/>
            </a:sp3d>
          </a:bodyPr>
          <a:lstStyle/>
          <a:p>
            <a:pPr algn="l"/>
            <a:r>
              <a:rPr lang="en-US" altLang="ko-KR" sz="1100" b="0" dirty="0">
                <a:solidFill>
                  <a:schemeClr val="bg1">
                    <a:lumMod val="50000"/>
                  </a:schemeClr>
                </a:solidFill>
                <a:latin typeface="Samsung Sharp Sans Bold" pitchFamily="2" charset="0"/>
                <a:ea typeface="Samsung Sharp Sans Bold" pitchFamily="2" charset="0"/>
                <a:cs typeface="Samsung Sharp Sans Bold" pitchFamily="2" charset="0"/>
              </a:rPr>
              <a:t>Samsung Innovation Campus</a:t>
            </a:r>
          </a:p>
        </p:txBody>
      </p:sp>
    </p:spTree>
    <p:extLst>
      <p:ext uri="{BB962C8B-B14F-4D97-AF65-F5344CB8AC3E}">
        <p14:creationId xmlns:p14="http://schemas.microsoft.com/office/powerpoint/2010/main" val="1779621428"/>
      </p:ext>
    </p:extLst>
  </p:cSld>
  <p:clrMapOvr>
    <a:masterClrMapping/>
  </p:clrMapOvr>
  <p:extLst>
    <p:ext uri="{DCECCB84-F9BA-43D5-87BE-67443E8EF086}">
      <p15:sldGuideLst xmlns:p15="http://schemas.microsoft.com/office/powerpoint/2012/main">
        <p15:guide id="1" orient="horz" pos="2614">
          <p15:clr>
            <a:srgbClr val="FBAE40"/>
          </p15:clr>
        </p15:guide>
        <p15:guide id="2" pos="443">
          <p15:clr>
            <a:srgbClr val="FBAE40"/>
          </p15:clr>
        </p15:guide>
        <p15:guide id="3" pos="5955">
          <p15:clr>
            <a:srgbClr val="FBAE40"/>
          </p15:clr>
        </p15:guide>
        <p15:guide id="4" pos="609">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1_Table of Contents">
    <p:spTree>
      <p:nvGrpSpPr>
        <p:cNvPr id="1" name=""/>
        <p:cNvGrpSpPr/>
        <p:nvPr/>
      </p:nvGrpSpPr>
      <p:grpSpPr>
        <a:xfrm>
          <a:off x="0" y="0"/>
          <a:ext cx="0" cy="0"/>
          <a:chOff x="0" y="0"/>
          <a:chExt cx="0" cy="0"/>
        </a:xfrm>
      </p:grpSpPr>
      <p:pic>
        <p:nvPicPr>
          <p:cNvPr id="3" name="그림 2"/>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9902825" cy="6858000"/>
          </a:xfrm>
          <a:prstGeom prst="rect">
            <a:avLst/>
          </a:prstGeom>
        </p:spPr>
      </p:pic>
      <p:cxnSp>
        <p:nvCxnSpPr>
          <p:cNvPr id="12" name="직선 연결선 11">
            <a:extLst>
              <a:ext uri="{FF2B5EF4-FFF2-40B4-BE49-F238E27FC236}">
                <a16:creationId xmlns:a16="http://schemas.microsoft.com/office/drawing/2014/main" id="{107951CE-0A5B-4EC7-B663-290867B6A3B2}"/>
              </a:ext>
            </a:extLst>
          </p:cNvPr>
          <p:cNvCxnSpPr/>
          <p:nvPr userDrawn="1"/>
        </p:nvCxnSpPr>
        <p:spPr>
          <a:xfrm>
            <a:off x="449468" y="6424935"/>
            <a:ext cx="9000714"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13" name="슬라이드 번호 개체 틀 15">
            <a:extLst>
              <a:ext uri="{FF2B5EF4-FFF2-40B4-BE49-F238E27FC236}">
                <a16:creationId xmlns:a16="http://schemas.microsoft.com/office/drawing/2014/main" id="{DB8B1220-1660-457F-B990-656A8230EA54}"/>
              </a:ext>
            </a:extLst>
          </p:cNvPr>
          <p:cNvSpPr txBox="1">
            <a:spLocks/>
          </p:cNvSpPr>
          <p:nvPr userDrawn="1"/>
        </p:nvSpPr>
        <p:spPr>
          <a:xfrm>
            <a:off x="8836343" y="6498001"/>
            <a:ext cx="613839" cy="13849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ctr">
            <a:spAutoFit/>
            <a:scene3d>
              <a:camera prst="orthographicFront"/>
              <a:lightRig rig="threePt" dir="t"/>
            </a:scene3d>
            <a:sp3d>
              <a:bevelT w="0" h="6350"/>
            </a:sp3d>
          </a:bodyPr>
          <a:lstStyle>
            <a:defPPr>
              <a:defRPr lang="ko-KR"/>
            </a:defPPr>
            <a:lvl1pPr algn="r">
              <a:defRPr sz="900">
                <a:solidFill>
                  <a:schemeClr val="tx1">
                    <a:lumMod val="50000"/>
                    <a:lumOff val="50000"/>
                  </a:schemeClr>
                </a:solidFill>
                <a:latin typeface="SamsungOne 300" panose="020B0303030303020204" pitchFamily="34" charset="0"/>
                <a:ea typeface="SamsungOne 300" panose="020B0303030303020204" pitchFamily="34"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marL="0" marR="0" lvl="0" indent="0" algn="r" defTabSz="914094" rtl="0" eaLnBrk="1" fontAlgn="auto" latinLnBrk="1" hangingPunct="1">
              <a:lnSpc>
                <a:spcPct val="100000"/>
              </a:lnSpc>
              <a:spcBef>
                <a:spcPts val="0"/>
              </a:spcBef>
              <a:spcAft>
                <a:spcPts val="0"/>
              </a:spcAft>
              <a:buClrTx/>
              <a:buSzTx/>
              <a:buFontTx/>
              <a:buNone/>
              <a:tabLst/>
              <a:defRPr/>
            </a:pPr>
            <a:fld id="{43977B04-C971-4466-AB79-612C9E649B30}" type="slidenum">
              <a:rPr lang="en-US" altLang="ko-KR" sz="900" smtClean="0">
                <a:solidFill>
                  <a:schemeClr val="bg1">
                    <a:lumMod val="50000"/>
                  </a:schemeClr>
                </a:solidFill>
                <a:latin typeface="SamsungOne 400" panose="020B0503030303020204" pitchFamily="34" charset="0"/>
                <a:ea typeface="SamsungOne 400" panose="020B0503030303020204" pitchFamily="34" charset="0"/>
              </a:rPr>
              <a:pPr marL="0" marR="0" lvl="0" indent="0" algn="r" defTabSz="914094" rtl="0" eaLnBrk="1" fontAlgn="auto" latinLnBrk="1" hangingPunct="1">
                <a:lnSpc>
                  <a:spcPct val="100000"/>
                </a:lnSpc>
                <a:spcBef>
                  <a:spcPts val="0"/>
                </a:spcBef>
                <a:spcAft>
                  <a:spcPts val="0"/>
                </a:spcAft>
                <a:buClrTx/>
                <a:buSzTx/>
                <a:buFontTx/>
                <a:buNone/>
                <a:tabLst/>
                <a:defRPr/>
              </a:pPr>
              <a:t>‹#›</a:t>
            </a:fld>
            <a:endParaRPr lang="en-US" altLang="ko-KR" sz="900" dirty="0">
              <a:solidFill>
                <a:schemeClr val="bg1">
                  <a:lumMod val="50000"/>
                </a:schemeClr>
              </a:solidFill>
              <a:latin typeface="SamsungOne 400" panose="020B0503030303020204" pitchFamily="34" charset="0"/>
              <a:ea typeface="SamsungOne 400" panose="020B0503030303020204" pitchFamily="34" charset="0"/>
              <a:cs typeface="Arial Unicode MS" panose="020B0604020202020204" pitchFamily="50" charset="-127"/>
            </a:endParaRPr>
          </a:p>
        </p:txBody>
      </p:sp>
      <p:sp>
        <p:nvSpPr>
          <p:cNvPr id="14" name="직사각형 7">
            <a:extLst>
              <a:ext uri="{FF2B5EF4-FFF2-40B4-BE49-F238E27FC236}">
                <a16:creationId xmlns:a16="http://schemas.microsoft.com/office/drawing/2014/main" id="{AA07D337-B9C3-4E5E-811E-AEFBB17ADEF5}"/>
              </a:ext>
            </a:extLst>
          </p:cNvPr>
          <p:cNvSpPr/>
          <p:nvPr userDrawn="1"/>
        </p:nvSpPr>
        <p:spPr>
          <a:xfrm>
            <a:off x="449468" y="6498001"/>
            <a:ext cx="2888788" cy="169277"/>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t">
            <a:spAutoFit/>
            <a:scene3d>
              <a:camera prst="orthographicFront"/>
              <a:lightRig rig="threePt" dir="t"/>
            </a:scene3d>
            <a:sp3d>
              <a:bevelT w="0" h="6350"/>
            </a:sp3d>
          </a:bodyPr>
          <a:lstStyle/>
          <a:p>
            <a:pPr algn="l"/>
            <a:r>
              <a:rPr lang="en-US" altLang="ko-KR" sz="1100" b="0" dirty="0">
                <a:solidFill>
                  <a:schemeClr val="bg1">
                    <a:lumMod val="50000"/>
                  </a:schemeClr>
                </a:solidFill>
                <a:latin typeface="Samsung Sharp Sans Bold" pitchFamily="2" charset="0"/>
                <a:ea typeface="Samsung Sharp Sans Bold" pitchFamily="2" charset="0"/>
                <a:cs typeface="Samsung Sharp Sans Bold" pitchFamily="2" charset="0"/>
              </a:rPr>
              <a:t>Samsung Innovation Campus</a:t>
            </a:r>
          </a:p>
        </p:txBody>
      </p:sp>
      <p:sp>
        <p:nvSpPr>
          <p:cNvPr id="7" name="슬라이드 번호 개체 틀 15">
            <a:extLst>
              <a:ext uri="{FF2B5EF4-FFF2-40B4-BE49-F238E27FC236}">
                <a16:creationId xmlns:a16="http://schemas.microsoft.com/office/drawing/2014/main" id="{E75758B0-2429-4331-898E-5EEED60D4280}"/>
              </a:ext>
            </a:extLst>
          </p:cNvPr>
          <p:cNvSpPr txBox="1">
            <a:spLocks/>
          </p:cNvSpPr>
          <p:nvPr userDrawn="1"/>
        </p:nvSpPr>
        <p:spPr>
          <a:xfrm>
            <a:off x="6846858" y="6498001"/>
            <a:ext cx="2349501" cy="13849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ctr">
            <a:spAutoFit/>
            <a:scene3d>
              <a:camera prst="orthographicFront"/>
              <a:lightRig rig="threePt" dir="t"/>
            </a:scene3d>
            <a:sp3d>
              <a:bevelT w="0" h="6350"/>
            </a:sp3d>
          </a:bodyPr>
          <a:lstStyle>
            <a:defPPr>
              <a:defRPr lang="ko-KR"/>
            </a:defPPr>
            <a:lvl1pPr algn="r">
              <a:defRPr sz="900">
                <a:solidFill>
                  <a:schemeClr val="tx1">
                    <a:lumMod val="50000"/>
                    <a:lumOff val="50000"/>
                  </a:schemeClr>
                </a:solidFill>
                <a:latin typeface="SamsungOne 300" panose="020B0303030303020204" pitchFamily="34" charset="0"/>
                <a:ea typeface="SamsungOne 300" panose="020B0303030303020204" pitchFamily="34"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lvl="0" defTabSz="914094" latinLnBrk="1">
              <a:defRPr/>
            </a:pPr>
            <a:r>
              <a:rPr lang="en-US" altLang="ko-KR" sz="900" dirty="0">
                <a:solidFill>
                  <a:schemeClr val="bg1">
                    <a:lumMod val="50000"/>
                  </a:schemeClr>
                </a:solidFill>
                <a:latin typeface="Samsung Sharp Sans Medium" pitchFamily="2" charset="0"/>
                <a:ea typeface="Samsung Sharp Sans Medium" pitchFamily="2" charset="0"/>
                <a:cs typeface="Samsung Sharp Sans Medium" pitchFamily="2" charset="0"/>
              </a:rPr>
              <a:t>Project Name</a:t>
            </a:r>
          </a:p>
        </p:txBody>
      </p:sp>
    </p:spTree>
    <p:extLst>
      <p:ext uri="{BB962C8B-B14F-4D97-AF65-F5344CB8AC3E}">
        <p14:creationId xmlns:p14="http://schemas.microsoft.com/office/powerpoint/2010/main" val="3942502544"/>
      </p:ext>
    </p:extLst>
  </p:cSld>
  <p:clrMapOvr>
    <a:masterClrMapping/>
  </p:clrMapOvr>
  <p:extLst>
    <p:ext uri="{DCECCB84-F9BA-43D5-87BE-67443E8EF086}">
      <p15:sldGuideLst xmlns:p15="http://schemas.microsoft.com/office/powerpoint/2012/main">
        <p15:guide id="1" orient="horz" pos="2160">
          <p15:clr>
            <a:srgbClr val="FBAE40"/>
          </p15:clr>
        </p15:guide>
        <p15:guide id="2" pos="5955">
          <p15:clr>
            <a:srgbClr val="FBAE40"/>
          </p15:clr>
        </p15:guide>
        <p15:guide id="3" pos="285">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type="blank" preserve="1">
  <p:cSld name="Body">
    <p:spTree>
      <p:nvGrpSpPr>
        <p:cNvPr id="1" name=""/>
        <p:cNvGrpSpPr/>
        <p:nvPr/>
      </p:nvGrpSpPr>
      <p:grpSpPr>
        <a:xfrm>
          <a:off x="0" y="0"/>
          <a:ext cx="0" cy="0"/>
          <a:chOff x="0" y="0"/>
          <a:chExt cx="0" cy="0"/>
        </a:xfrm>
      </p:grpSpPr>
      <p:cxnSp>
        <p:nvCxnSpPr>
          <p:cNvPr id="10" name="직선 연결선 9">
            <a:extLst>
              <a:ext uri="{FF2B5EF4-FFF2-40B4-BE49-F238E27FC236}">
                <a16:creationId xmlns:a16="http://schemas.microsoft.com/office/drawing/2014/main" id="{107951CE-0A5B-4EC7-B663-290867B6A3B2}"/>
              </a:ext>
            </a:extLst>
          </p:cNvPr>
          <p:cNvCxnSpPr/>
          <p:nvPr userDrawn="1"/>
        </p:nvCxnSpPr>
        <p:spPr>
          <a:xfrm>
            <a:off x="449468" y="6424935"/>
            <a:ext cx="9000714"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16" name="슬라이드 번호 개체 틀 15">
            <a:extLst>
              <a:ext uri="{FF2B5EF4-FFF2-40B4-BE49-F238E27FC236}">
                <a16:creationId xmlns:a16="http://schemas.microsoft.com/office/drawing/2014/main" id="{DB8B1220-1660-457F-B990-656A8230EA54}"/>
              </a:ext>
            </a:extLst>
          </p:cNvPr>
          <p:cNvSpPr txBox="1">
            <a:spLocks/>
          </p:cNvSpPr>
          <p:nvPr userDrawn="1"/>
        </p:nvSpPr>
        <p:spPr>
          <a:xfrm>
            <a:off x="8836343" y="6498001"/>
            <a:ext cx="613839" cy="13849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ctr">
            <a:spAutoFit/>
            <a:scene3d>
              <a:camera prst="orthographicFront"/>
              <a:lightRig rig="threePt" dir="t"/>
            </a:scene3d>
            <a:sp3d>
              <a:bevelT w="0" h="6350"/>
            </a:sp3d>
          </a:bodyPr>
          <a:lstStyle>
            <a:defPPr>
              <a:defRPr lang="ko-KR"/>
            </a:defPPr>
            <a:lvl1pPr algn="r">
              <a:defRPr sz="900">
                <a:solidFill>
                  <a:schemeClr val="tx1">
                    <a:lumMod val="50000"/>
                    <a:lumOff val="50000"/>
                  </a:schemeClr>
                </a:solidFill>
                <a:latin typeface="SamsungOne 300" panose="020B0303030303020204" pitchFamily="34" charset="0"/>
                <a:ea typeface="SamsungOne 300" panose="020B0303030303020204" pitchFamily="34"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marL="0" marR="0" lvl="0" indent="0" algn="r" defTabSz="914094" rtl="0" eaLnBrk="1" fontAlgn="auto" latinLnBrk="1" hangingPunct="1">
              <a:lnSpc>
                <a:spcPct val="100000"/>
              </a:lnSpc>
              <a:spcBef>
                <a:spcPts val="0"/>
              </a:spcBef>
              <a:spcAft>
                <a:spcPts val="0"/>
              </a:spcAft>
              <a:buClrTx/>
              <a:buSzTx/>
              <a:buFontTx/>
              <a:buNone/>
              <a:tabLst/>
              <a:defRPr/>
            </a:pPr>
            <a:fld id="{43977B04-C971-4466-AB79-612C9E649B30}" type="slidenum">
              <a:rPr lang="en-US" altLang="ko-KR" sz="900" smtClean="0">
                <a:solidFill>
                  <a:schemeClr val="bg1">
                    <a:lumMod val="50000"/>
                  </a:schemeClr>
                </a:solidFill>
                <a:latin typeface="SamsungOne 400" panose="020B0503030303020204" pitchFamily="34" charset="0"/>
                <a:ea typeface="SamsungOne 400" panose="020B0503030303020204" pitchFamily="34" charset="0"/>
              </a:rPr>
              <a:pPr marL="0" marR="0" lvl="0" indent="0" algn="r" defTabSz="914094" rtl="0" eaLnBrk="1" fontAlgn="auto" latinLnBrk="1" hangingPunct="1">
                <a:lnSpc>
                  <a:spcPct val="100000"/>
                </a:lnSpc>
                <a:spcBef>
                  <a:spcPts val="0"/>
                </a:spcBef>
                <a:spcAft>
                  <a:spcPts val="0"/>
                </a:spcAft>
                <a:buClrTx/>
                <a:buSzTx/>
                <a:buFontTx/>
                <a:buNone/>
                <a:tabLst/>
                <a:defRPr/>
              </a:pPr>
              <a:t>‹#›</a:t>
            </a:fld>
            <a:endParaRPr lang="en-US" altLang="ko-KR" sz="900" dirty="0">
              <a:solidFill>
                <a:schemeClr val="bg1">
                  <a:lumMod val="50000"/>
                </a:schemeClr>
              </a:solidFill>
              <a:latin typeface="SamsungOne 400" panose="020B0503030303020204" pitchFamily="34" charset="0"/>
              <a:ea typeface="SamsungOne 400" panose="020B0503030303020204" pitchFamily="34" charset="0"/>
              <a:cs typeface="Arial Unicode MS" panose="020B0604020202020204" pitchFamily="50" charset="-127"/>
            </a:endParaRPr>
          </a:p>
        </p:txBody>
      </p:sp>
      <p:sp>
        <p:nvSpPr>
          <p:cNvPr id="18" name="직사각형 7">
            <a:extLst>
              <a:ext uri="{FF2B5EF4-FFF2-40B4-BE49-F238E27FC236}">
                <a16:creationId xmlns:a16="http://schemas.microsoft.com/office/drawing/2014/main" id="{AA07D337-B9C3-4E5E-811E-AEFBB17ADEF5}"/>
              </a:ext>
            </a:extLst>
          </p:cNvPr>
          <p:cNvSpPr/>
          <p:nvPr userDrawn="1"/>
        </p:nvSpPr>
        <p:spPr>
          <a:xfrm>
            <a:off x="449468" y="6498001"/>
            <a:ext cx="2888788" cy="169277"/>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t">
            <a:spAutoFit/>
            <a:scene3d>
              <a:camera prst="orthographicFront"/>
              <a:lightRig rig="threePt" dir="t"/>
            </a:scene3d>
            <a:sp3d>
              <a:bevelT w="0" h="6350"/>
            </a:sp3d>
          </a:bodyPr>
          <a:lstStyle/>
          <a:p>
            <a:pPr algn="l"/>
            <a:r>
              <a:rPr lang="en-US" altLang="ko-KR" sz="1100" b="0" dirty="0">
                <a:solidFill>
                  <a:schemeClr val="bg1">
                    <a:lumMod val="50000"/>
                  </a:schemeClr>
                </a:solidFill>
                <a:latin typeface="Samsung Sharp Sans Bold" pitchFamily="2" charset="0"/>
                <a:ea typeface="Samsung Sharp Sans Bold" pitchFamily="2" charset="0"/>
                <a:cs typeface="Samsung Sharp Sans Bold" pitchFamily="2" charset="0"/>
              </a:rPr>
              <a:t>Samsung Innovation Campus</a:t>
            </a:r>
          </a:p>
        </p:txBody>
      </p:sp>
      <p:cxnSp>
        <p:nvCxnSpPr>
          <p:cNvPr id="7" name="직선 연결선 6"/>
          <p:cNvCxnSpPr/>
          <p:nvPr userDrawn="1"/>
        </p:nvCxnSpPr>
        <p:spPr>
          <a:xfrm>
            <a:off x="449468" y="900000"/>
            <a:ext cx="9000714" cy="0"/>
          </a:xfrm>
          <a:prstGeom prst="line">
            <a:avLst/>
          </a:prstGeom>
          <a:ln w="15875">
            <a:solidFill>
              <a:srgbClr val="0924A5"/>
            </a:solidFill>
          </a:ln>
        </p:spPr>
        <p:style>
          <a:lnRef idx="1">
            <a:schemeClr val="accent1"/>
          </a:lnRef>
          <a:fillRef idx="0">
            <a:schemeClr val="accent1"/>
          </a:fillRef>
          <a:effectRef idx="0">
            <a:schemeClr val="accent1"/>
          </a:effectRef>
          <a:fontRef idx="minor">
            <a:schemeClr val="tx1"/>
          </a:fontRef>
        </p:style>
      </p:cxnSp>
      <p:sp>
        <p:nvSpPr>
          <p:cNvPr id="9" name="슬라이드 번호 개체 틀 15">
            <a:extLst>
              <a:ext uri="{FF2B5EF4-FFF2-40B4-BE49-F238E27FC236}">
                <a16:creationId xmlns:a16="http://schemas.microsoft.com/office/drawing/2014/main" id="{C5960DC7-D671-485D-92B0-FEED6CE658A3}"/>
              </a:ext>
            </a:extLst>
          </p:cNvPr>
          <p:cNvSpPr txBox="1">
            <a:spLocks/>
          </p:cNvSpPr>
          <p:nvPr userDrawn="1"/>
        </p:nvSpPr>
        <p:spPr>
          <a:xfrm>
            <a:off x="6846858" y="6498001"/>
            <a:ext cx="2349501" cy="13849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ctr">
            <a:spAutoFit/>
            <a:scene3d>
              <a:camera prst="orthographicFront"/>
              <a:lightRig rig="threePt" dir="t"/>
            </a:scene3d>
            <a:sp3d>
              <a:bevelT w="0" h="6350"/>
            </a:sp3d>
          </a:bodyPr>
          <a:lstStyle>
            <a:defPPr>
              <a:defRPr lang="ko-KR"/>
            </a:defPPr>
            <a:lvl1pPr algn="r">
              <a:defRPr sz="900">
                <a:solidFill>
                  <a:schemeClr val="tx1">
                    <a:lumMod val="50000"/>
                    <a:lumOff val="50000"/>
                  </a:schemeClr>
                </a:solidFill>
                <a:latin typeface="SamsungOne 300" panose="020B0303030303020204" pitchFamily="34" charset="0"/>
                <a:ea typeface="SamsungOne 300" panose="020B0303030303020204" pitchFamily="34"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lvl="0" defTabSz="914094" latinLnBrk="1">
              <a:defRPr/>
            </a:pPr>
            <a:r>
              <a:rPr lang="en-US" altLang="ko-KR" sz="900" dirty="0">
                <a:solidFill>
                  <a:schemeClr val="bg1">
                    <a:lumMod val="50000"/>
                  </a:schemeClr>
                </a:solidFill>
                <a:latin typeface="Samsung Sharp Sans Medium" pitchFamily="2" charset="0"/>
                <a:ea typeface="Samsung Sharp Sans Medium" pitchFamily="2" charset="0"/>
                <a:cs typeface="Samsung Sharp Sans Medium" pitchFamily="2" charset="0"/>
              </a:rPr>
              <a:t>Project Name</a:t>
            </a:r>
          </a:p>
        </p:txBody>
      </p:sp>
    </p:spTree>
    <p:extLst>
      <p:ext uri="{BB962C8B-B14F-4D97-AF65-F5344CB8AC3E}">
        <p14:creationId xmlns:p14="http://schemas.microsoft.com/office/powerpoint/2010/main" val="1343950608"/>
      </p:ext>
    </p:extLst>
  </p:cSld>
  <p:clrMapOvr>
    <a:masterClrMapping/>
  </p:clrMapOvr>
  <p:extLst>
    <p:ext uri="{DCECCB84-F9BA-43D5-87BE-67443E8EF086}">
      <p15:sldGuideLst xmlns:p15="http://schemas.microsoft.com/office/powerpoint/2012/main">
        <p15:guide id="1" orient="horz" pos="2160">
          <p15:clr>
            <a:srgbClr val="FBAE40"/>
          </p15:clr>
        </p15:guide>
        <p15:guide id="2" pos="285">
          <p15:clr>
            <a:srgbClr val="FBAE40"/>
          </p15:clr>
        </p15:guide>
        <p15:guide id="3" pos="5955">
          <p15:clr>
            <a:srgbClr val="FBAE40"/>
          </p15:clr>
        </p15:guide>
      </p15:sldGuideLst>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type="blank" preserve="1">
  <p:cSld name="last">
    <p:spTree>
      <p:nvGrpSpPr>
        <p:cNvPr id="1" name=""/>
        <p:cNvGrpSpPr/>
        <p:nvPr/>
      </p:nvGrpSpPr>
      <p:grpSpPr>
        <a:xfrm>
          <a:off x="0" y="0"/>
          <a:ext cx="0" cy="0"/>
          <a:chOff x="0" y="0"/>
          <a:chExt cx="0" cy="0"/>
        </a:xfrm>
      </p:grpSpPr>
      <p:pic>
        <p:nvPicPr>
          <p:cNvPr id="6" name="그림 2">
            <a:extLst>
              <a:ext uri="{FF2B5EF4-FFF2-40B4-BE49-F238E27FC236}">
                <a16:creationId xmlns:a16="http://schemas.microsoft.com/office/drawing/2014/main" id="{C441AFAB-5BBF-465C-B7A8-FED86E626178}"/>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2" y="4395"/>
            <a:ext cx="9899651" cy="6853605"/>
          </a:xfrm>
          <a:prstGeom prst="rect">
            <a:avLst/>
          </a:prstGeom>
        </p:spPr>
      </p:pic>
      <p:sp>
        <p:nvSpPr>
          <p:cNvPr id="2" name="직사각형 1"/>
          <p:cNvSpPr/>
          <p:nvPr userDrawn="1"/>
        </p:nvSpPr>
        <p:spPr>
          <a:xfrm>
            <a:off x="2" y="0"/>
            <a:ext cx="9899651" cy="6858000"/>
          </a:xfrm>
          <a:prstGeom prst="rect">
            <a:avLst/>
          </a:prstGeom>
          <a:solidFill>
            <a:srgbClr val="1428A0">
              <a:alpha val="89804"/>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959" dirty="0"/>
          </a:p>
        </p:txBody>
      </p:sp>
      <p:sp>
        <p:nvSpPr>
          <p:cNvPr id="7" name="직사각형 6">
            <a:extLst>
              <a:ext uri="{FF2B5EF4-FFF2-40B4-BE49-F238E27FC236}">
                <a16:creationId xmlns:a16="http://schemas.microsoft.com/office/drawing/2014/main" id="{782B242C-8600-47F0-98D5-6EA512C41BF2}"/>
              </a:ext>
            </a:extLst>
          </p:cNvPr>
          <p:cNvSpPr/>
          <p:nvPr userDrawn="1"/>
        </p:nvSpPr>
        <p:spPr>
          <a:xfrm>
            <a:off x="449468" y="5677032"/>
            <a:ext cx="9000714" cy="73096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t">
            <a:spAutoFit/>
            <a:scene3d>
              <a:camera prst="orthographicFront"/>
              <a:lightRig rig="threePt" dir="t"/>
            </a:scene3d>
            <a:sp3d>
              <a:bevelT w="0" h="6350"/>
            </a:sp3d>
          </a:bodyPr>
          <a:lstStyle/>
          <a:p>
            <a:pPr marL="0" marR="0" lvl="0" indent="0" algn="l" defTabSz="914126" rtl="0" eaLnBrk="1" fontAlgn="auto" latinLnBrk="1" hangingPunct="1">
              <a:lnSpc>
                <a:spcPct val="100000"/>
              </a:lnSpc>
              <a:spcBef>
                <a:spcPts val="0"/>
              </a:spcBef>
              <a:spcAft>
                <a:spcPts val="0"/>
              </a:spcAft>
              <a:buClrTx/>
              <a:buSzTx/>
              <a:buFontTx/>
              <a:buNone/>
              <a:tabLst/>
              <a:defRPr/>
            </a:pPr>
            <a:r>
              <a:rPr kumimoji="0" lang="ko-KR" altLang="en-US" sz="1000" b="0" i="0" u="none" strike="noStrike" kern="1200" cap="none" spc="0" normalizeH="0" baseline="0" noProof="0" dirty="0">
                <a:ln>
                  <a:noFill/>
                </a:ln>
                <a:solidFill>
                  <a:prstClr val="white"/>
                </a:solidFill>
                <a:effectLst/>
                <a:uLnTx/>
                <a:uFillTx/>
                <a:latin typeface="SamsungOne 400C" panose="020B0506030303020204" pitchFamily="34" charset="0"/>
                <a:ea typeface="SamsungOne 400" panose="020B0503030303020204" pitchFamily="34" charset="0"/>
                <a:cs typeface="+mn-cs"/>
              </a:rPr>
              <a:t>ⓒ</a:t>
            </a:r>
            <a:r>
              <a:rPr kumimoji="0" lang="en-US" altLang="ko-KR" sz="1000" b="0" i="0" u="none" strike="noStrike" kern="1200" cap="none" spc="0" normalizeH="0" baseline="0" noProof="0" dirty="0">
                <a:ln>
                  <a:noFill/>
                </a:ln>
                <a:solidFill>
                  <a:prstClr val="white"/>
                </a:solidFill>
                <a:effectLst/>
                <a:uLnTx/>
                <a:uFillTx/>
                <a:latin typeface="SamsungOne 400C" panose="020B0506030303020204" pitchFamily="34" charset="0"/>
                <a:ea typeface="SamsungOne 400C" panose="020B0506030303020204" pitchFamily="34" charset="0"/>
                <a:cs typeface="+mn-cs"/>
              </a:rPr>
              <a:t>2025 SAMSUNG. All rights reserved.</a:t>
            </a:r>
          </a:p>
          <a:p>
            <a:pPr marL="0" marR="0" lvl="0" indent="0" algn="l" defTabSz="914126" rtl="0" eaLnBrk="1" fontAlgn="auto" latinLnBrk="1" hangingPunct="1">
              <a:lnSpc>
                <a:spcPct val="100000"/>
              </a:lnSpc>
              <a:spcBef>
                <a:spcPts val="600"/>
              </a:spcBef>
              <a:spcAft>
                <a:spcPts val="0"/>
              </a:spcAft>
              <a:buClrTx/>
              <a:buSzTx/>
              <a:buFontTx/>
              <a:buNone/>
              <a:tabLst/>
              <a:defRPr/>
            </a:pPr>
            <a:r>
              <a:rPr kumimoji="0" lang="en-US" altLang="ko-KR" sz="1000" b="0" i="0" u="none" strike="noStrike" kern="1200" cap="none" spc="0" normalizeH="0" baseline="0" noProof="0" dirty="0">
                <a:ln>
                  <a:noFill/>
                </a:ln>
                <a:solidFill>
                  <a:prstClr val="white"/>
                </a:solidFill>
                <a:effectLst/>
                <a:uLnTx/>
                <a:uFillTx/>
                <a:latin typeface="SamsungOne 400C" panose="020B0506030303020204" pitchFamily="34" charset="0"/>
                <a:ea typeface="SamsungOne 400C" panose="020B0506030303020204" pitchFamily="34" charset="0"/>
                <a:cs typeface="+mn-cs"/>
              </a:rPr>
              <a:t>Samsung Electronics Corporate Citizenship Office holds the copyright of book.</a:t>
            </a:r>
          </a:p>
          <a:p>
            <a:pPr marL="0" marR="0" lvl="0" indent="0" algn="l" defTabSz="914126" rtl="0" eaLnBrk="1" fontAlgn="auto" latinLnBrk="1" hangingPunct="1">
              <a:lnSpc>
                <a:spcPct val="100000"/>
              </a:lnSpc>
              <a:spcBef>
                <a:spcPts val="300"/>
              </a:spcBef>
              <a:spcAft>
                <a:spcPts val="0"/>
              </a:spcAft>
              <a:buClrTx/>
              <a:buSzTx/>
              <a:buFontTx/>
              <a:buNone/>
              <a:tabLst/>
              <a:defRPr/>
            </a:pPr>
            <a:r>
              <a:rPr kumimoji="0" lang="en-US" altLang="ko-KR" sz="1000" b="0" i="0" u="none" strike="noStrike" kern="1200" cap="none" spc="0" normalizeH="0" baseline="0" noProof="0" dirty="0">
                <a:ln>
                  <a:noFill/>
                </a:ln>
                <a:solidFill>
                  <a:prstClr val="white"/>
                </a:solidFill>
                <a:effectLst/>
                <a:uLnTx/>
                <a:uFillTx/>
                <a:latin typeface="SamsungOne 400C" panose="020B0506030303020204" pitchFamily="34" charset="0"/>
                <a:ea typeface="SamsungOne 400C" panose="020B0506030303020204" pitchFamily="34" charset="0"/>
                <a:cs typeface="+mn-cs"/>
              </a:rPr>
              <a:t>This book is a literary property protected by copyright law so reprint and reproduction without permission are prohibited. </a:t>
            </a:r>
          </a:p>
          <a:p>
            <a:pPr marL="0" marR="0" lvl="0" indent="0" algn="l" defTabSz="914126" rtl="0" eaLnBrk="1" fontAlgn="auto" latinLnBrk="1" hangingPunct="1">
              <a:lnSpc>
                <a:spcPct val="100000"/>
              </a:lnSpc>
              <a:spcBef>
                <a:spcPts val="0"/>
              </a:spcBef>
              <a:spcAft>
                <a:spcPts val="0"/>
              </a:spcAft>
              <a:buClrTx/>
              <a:buSzTx/>
              <a:buFontTx/>
              <a:buNone/>
              <a:tabLst/>
              <a:defRPr/>
            </a:pPr>
            <a:r>
              <a:rPr kumimoji="0" lang="en-US" altLang="ko-KR" sz="1000" b="0" i="0" u="none" strike="noStrike" kern="1200" cap="none" spc="0" normalizeH="0" baseline="0" noProof="0" dirty="0">
                <a:ln>
                  <a:noFill/>
                </a:ln>
                <a:solidFill>
                  <a:prstClr val="white"/>
                </a:solidFill>
                <a:effectLst/>
                <a:uLnTx/>
                <a:uFillTx/>
                <a:latin typeface="SamsungOne 400C" panose="020B0506030303020204" pitchFamily="34" charset="0"/>
                <a:ea typeface="SamsungOne 400C" panose="020B0506030303020204" pitchFamily="34" charset="0"/>
                <a:cs typeface="+mn-cs"/>
              </a:rPr>
              <a:t>To use this book other than the curriculum of Samsung Innovation Campus or to use the entire or part of this book, you must receive written consent from copyright holder.</a:t>
            </a:r>
          </a:p>
        </p:txBody>
      </p:sp>
      <p:pic>
        <p:nvPicPr>
          <p:cNvPr id="10" name="그림 3">
            <a:extLst>
              <a:ext uri="{FF2B5EF4-FFF2-40B4-BE49-F238E27FC236}">
                <a16:creationId xmlns:a16="http://schemas.microsoft.com/office/drawing/2014/main" id="{A977D3D7-ABF1-4BDD-B1E5-CCA79CC8184C}"/>
              </a:ext>
            </a:extLst>
          </p:cNvPr>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a:off x="3711822" y="3022951"/>
            <a:ext cx="2476006" cy="812098"/>
          </a:xfrm>
          <a:prstGeom prst="rect">
            <a:avLst/>
          </a:prstGeom>
        </p:spPr>
      </p:pic>
      <p:sp>
        <p:nvSpPr>
          <p:cNvPr id="9" name="Freeform 5">
            <a:extLst>
              <a:ext uri="{FF2B5EF4-FFF2-40B4-BE49-F238E27FC236}">
                <a16:creationId xmlns:a16="http://schemas.microsoft.com/office/drawing/2014/main" id="{0D8AEED9-5E8F-4A4F-8427-AE314BEC60F8}"/>
              </a:ext>
            </a:extLst>
          </p:cNvPr>
          <p:cNvSpPr>
            <a:spLocks noChangeAspect="1" noEditPoints="1"/>
          </p:cNvSpPr>
          <p:nvPr userDrawn="1"/>
        </p:nvSpPr>
        <p:spPr bwMode="auto">
          <a:xfrm>
            <a:off x="449468" y="450000"/>
            <a:ext cx="1290568" cy="198000"/>
          </a:xfrm>
          <a:custGeom>
            <a:avLst/>
            <a:gdLst>
              <a:gd name="T0" fmla="*/ 82 w 2179"/>
              <a:gd name="T1" fmla="*/ 74 h 334"/>
              <a:gd name="T2" fmla="*/ 140 w 2179"/>
              <a:gd name="T3" fmla="*/ 82 h 334"/>
              <a:gd name="T4" fmla="*/ 218 w 2179"/>
              <a:gd name="T5" fmla="*/ 101 h 334"/>
              <a:gd name="T6" fmla="*/ 112 w 2179"/>
              <a:gd name="T7" fmla="*/ 0 h 334"/>
              <a:gd name="T8" fmla="*/ 4 w 2179"/>
              <a:gd name="T9" fmla="*/ 112 h 334"/>
              <a:gd name="T10" fmla="*/ 145 w 2179"/>
              <a:gd name="T11" fmla="*/ 257 h 334"/>
              <a:gd name="T12" fmla="*/ 84 w 2179"/>
              <a:gd name="T13" fmla="*/ 250 h 334"/>
              <a:gd name="T14" fmla="*/ 0 w 2179"/>
              <a:gd name="T15" fmla="*/ 220 h 334"/>
              <a:gd name="T16" fmla="*/ 113 w 2179"/>
              <a:gd name="T17" fmla="*/ 334 h 334"/>
              <a:gd name="T18" fmla="*/ 223 w 2179"/>
              <a:gd name="T19" fmla="*/ 212 h 334"/>
              <a:gd name="T20" fmla="*/ 1096 w 2179"/>
              <a:gd name="T21" fmla="*/ 91 h 334"/>
              <a:gd name="T22" fmla="*/ 1124 w 2179"/>
              <a:gd name="T23" fmla="*/ 54 h 334"/>
              <a:gd name="T24" fmla="*/ 1152 w 2179"/>
              <a:gd name="T25" fmla="*/ 102 h 334"/>
              <a:gd name="T26" fmla="*/ 1229 w 2179"/>
              <a:gd name="T27" fmla="*/ 80 h 334"/>
              <a:gd name="T28" fmla="*/ 1017 w 2179"/>
              <a:gd name="T29" fmla="*/ 71 h 334"/>
              <a:gd name="T30" fmla="*/ 1157 w 2179"/>
              <a:gd name="T31" fmla="*/ 233 h 334"/>
              <a:gd name="T32" fmla="*/ 1128 w 2179"/>
              <a:gd name="T33" fmla="*/ 277 h 334"/>
              <a:gd name="T34" fmla="*/ 1097 w 2179"/>
              <a:gd name="T35" fmla="*/ 219 h 334"/>
              <a:gd name="T36" fmla="*/ 1014 w 2179"/>
              <a:gd name="T37" fmla="*/ 243 h 334"/>
              <a:gd name="T38" fmla="*/ 1235 w 2179"/>
              <a:gd name="T39" fmla="*/ 262 h 334"/>
              <a:gd name="T40" fmla="*/ 1096 w 2179"/>
              <a:gd name="T41" fmla="*/ 91 h 334"/>
              <a:gd name="T42" fmla="*/ 1730 w 2179"/>
              <a:gd name="T43" fmla="*/ 10 h 334"/>
              <a:gd name="T44" fmla="*/ 1614 w 2179"/>
              <a:gd name="T45" fmla="*/ 319 h 334"/>
              <a:gd name="T46" fmla="*/ 1686 w 2179"/>
              <a:gd name="T47" fmla="*/ 60 h 334"/>
              <a:gd name="T48" fmla="*/ 1876 w 2179"/>
              <a:gd name="T49" fmla="*/ 319 h 334"/>
              <a:gd name="T50" fmla="*/ 1799 w 2179"/>
              <a:gd name="T51" fmla="*/ 10 h 334"/>
              <a:gd name="T52" fmla="*/ 333 w 2179"/>
              <a:gd name="T53" fmla="*/ 10 h 334"/>
              <a:gd name="T54" fmla="*/ 360 w 2179"/>
              <a:gd name="T55" fmla="*/ 322 h 334"/>
              <a:gd name="T56" fmla="*/ 446 w 2179"/>
              <a:gd name="T57" fmla="*/ 322 h 334"/>
              <a:gd name="T58" fmla="*/ 472 w 2179"/>
              <a:gd name="T59" fmla="*/ 10 h 334"/>
              <a:gd name="T60" fmla="*/ 804 w 2179"/>
              <a:gd name="T61" fmla="*/ 10 h 334"/>
              <a:gd name="T62" fmla="*/ 725 w 2179"/>
              <a:gd name="T63" fmla="*/ 10 h 334"/>
              <a:gd name="T64" fmla="*/ 592 w 2179"/>
              <a:gd name="T65" fmla="*/ 322 h 334"/>
              <a:gd name="T66" fmla="*/ 671 w 2179"/>
              <a:gd name="T67" fmla="*/ 33 h 334"/>
              <a:gd name="T68" fmla="*/ 804 w 2179"/>
              <a:gd name="T69" fmla="*/ 322 h 334"/>
              <a:gd name="T70" fmla="*/ 860 w 2179"/>
              <a:gd name="T71" fmla="*/ 322 h 334"/>
              <a:gd name="T72" fmla="*/ 931 w 2179"/>
              <a:gd name="T73" fmla="*/ 10 h 334"/>
              <a:gd name="T74" fmla="*/ 1528 w 2179"/>
              <a:gd name="T75" fmla="*/ 10 h 334"/>
              <a:gd name="T76" fmla="*/ 1449 w 2179"/>
              <a:gd name="T77" fmla="*/ 241 h 334"/>
              <a:gd name="T78" fmla="*/ 1418 w 2179"/>
              <a:gd name="T79" fmla="*/ 275 h 334"/>
              <a:gd name="T80" fmla="*/ 1388 w 2179"/>
              <a:gd name="T81" fmla="*/ 241 h 334"/>
              <a:gd name="T82" fmla="*/ 1309 w 2179"/>
              <a:gd name="T83" fmla="*/ 10 h 334"/>
              <a:gd name="T84" fmla="*/ 1310 w 2179"/>
              <a:gd name="T85" fmla="*/ 254 h 334"/>
              <a:gd name="T86" fmla="*/ 1527 w 2179"/>
              <a:gd name="T87" fmla="*/ 254 h 334"/>
              <a:gd name="T88" fmla="*/ 1528 w 2179"/>
              <a:gd name="T89" fmla="*/ 10 h 334"/>
              <a:gd name="T90" fmla="*/ 2069 w 2179"/>
              <a:gd name="T91" fmla="*/ 192 h 334"/>
              <a:gd name="T92" fmla="*/ 2101 w 2179"/>
              <a:gd name="T93" fmla="*/ 237 h 334"/>
              <a:gd name="T94" fmla="*/ 2068 w 2179"/>
              <a:gd name="T95" fmla="*/ 272 h 334"/>
              <a:gd name="T96" fmla="*/ 2035 w 2179"/>
              <a:gd name="T97" fmla="*/ 237 h 334"/>
              <a:gd name="T98" fmla="*/ 2037 w 2179"/>
              <a:gd name="T99" fmla="*/ 80 h 334"/>
              <a:gd name="T100" fmla="*/ 2099 w 2179"/>
              <a:gd name="T101" fmla="*/ 80 h 334"/>
              <a:gd name="T102" fmla="*/ 2100 w 2179"/>
              <a:gd name="T103" fmla="*/ 110 h 334"/>
              <a:gd name="T104" fmla="*/ 2178 w 2179"/>
              <a:gd name="T105" fmla="*/ 99 h 334"/>
              <a:gd name="T106" fmla="*/ 2068 w 2179"/>
              <a:gd name="T107" fmla="*/ 2 h 334"/>
              <a:gd name="T108" fmla="*/ 1958 w 2179"/>
              <a:gd name="T109" fmla="*/ 99 h 334"/>
              <a:gd name="T110" fmla="*/ 1959 w 2179"/>
              <a:gd name="T111" fmla="*/ 251 h 334"/>
              <a:gd name="T112" fmla="*/ 2178 w 2179"/>
              <a:gd name="T113" fmla="*/ 251 h 334"/>
              <a:gd name="T114" fmla="*/ 2179 w 2179"/>
              <a:gd name="T115" fmla="*/ 147 h 3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Lst>
            <a:rect l="0" t="0" r="r" b="b"/>
            <a:pathLst>
              <a:path w="2179" h="334">
                <a:moveTo>
                  <a:pt x="83" y="91"/>
                </a:moveTo>
                <a:cubicBezTo>
                  <a:pt x="81" y="84"/>
                  <a:pt x="82" y="78"/>
                  <a:pt x="82" y="74"/>
                </a:cubicBezTo>
                <a:cubicBezTo>
                  <a:pt x="84" y="64"/>
                  <a:pt x="91" y="53"/>
                  <a:pt x="111" y="53"/>
                </a:cubicBezTo>
                <a:cubicBezTo>
                  <a:pt x="129" y="53"/>
                  <a:pt x="140" y="65"/>
                  <a:pt x="140" y="82"/>
                </a:cubicBezTo>
                <a:cubicBezTo>
                  <a:pt x="140" y="101"/>
                  <a:pt x="140" y="101"/>
                  <a:pt x="140" y="101"/>
                </a:cubicBezTo>
                <a:cubicBezTo>
                  <a:pt x="218" y="101"/>
                  <a:pt x="218" y="101"/>
                  <a:pt x="218" y="101"/>
                </a:cubicBezTo>
                <a:cubicBezTo>
                  <a:pt x="218" y="79"/>
                  <a:pt x="218" y="79"/>
                  <a:pt x="218" y="79"/>
                </a:cubicBezTo>
                <a:cubicBezTo>
                  <a:pt x="218" y="11"/>
                  <a:pt x="156" y="0"/>
                  <a:pt x="112" y="0"/>
                </a:cubicBezTo>
                <a:cubicBezTo>
                  <a:pt x="57" y="0"/>
                  <a:pt x="12" y="19"/>
                  <a:pt x="4" y="70"/>
                </a:cubicBezTo>
                <a:cubicBezTo>
                  <a:pt x="1" y="84"/>
                  <a:pt x="1" y="96"/>
                  <a:pt x="4" y="112"/>
                </a:cubicBezTo>
                <a:cubicBezTo>
                  <a:pt x="18" y="175"/>
                  <a:pt x="128" y="194"/>
                  <a:pt x="145" y="234"/>
                </a:cubicBezTo>
                <a:cubicBezTo>
                  <a:pt x="148" y="241"/>
                  <a:pt x="147" y="251"/>
                  <a:pt x="145" y="257"/>
                </a:cubicBezTo>
                <a:cubicBezTo>
                  <a:pt x="143" y="267"/>
                  <a:pt x="136" y="278"/>
                  <a:pt x="115" y="278"/>
                </a:cubicBezTo>
                <a:cubicBezTo>
                  <a:pt x="95" y="278"/>
                  <a:pt x="84" y="267"/>
                  <a:pt x="84" y="250"/>
                </a:cubicBezTo>
                <a:cubicBezTo>
                  <a:pt x="83" y="220"/>
                  <a:pt x="83" y="220"/>
                  <a:pt x="83" y="220"/>
                </a:cubicBezTo>
                <a:cubicBezTo>
                  <a:pt x="0" y="220"/>
                  <a:pt x="0" y="220"/>
                  <a:pt x="0" y="220"/>
                </a:cubicBezTo>
                <a:cubicBezTo>
                  <a:pt x="0" y="244"/>
                  <a:pt x="0" y="244"/>
                  <a:pt x="0" y="244"/>
                </a:cubicBezTo>
                <a:cubicBezTo>
                  <a:pt x="0" y="313"/>
                  <a:pt x="55" y="334"/>
                  <a:pt x="113" y="334"/>
                </a:cubicBezTo>
                <a:cubicBezTo>
                  <a:pt x="169" y="334"/>
                  <a:pt x="216" y="315"/>
                  <a:pt x="223" y="263"/>
                </a:cubicBezTo>
                <a:cubicBezTo>
                  <a:pt x="227" y="236"/>
                  <a:pt x="224" y="218"/>
                  <a:pt x="223" y="212"/>
                </a:cubicBezTo>
                <a:cubicBezTo>
                  <a:pt x="210" y="146"/>
                  <a:pt x="92" y="127"/>
                  <a:pt x="83" y="91"/>
                </a:cubicBezTo>
                <a:moveTo>
                  <a:pt x="1096" y="91"/>
                </a:moveTo>
                <a:cubicBezTo>
                  <a:pt x="1094" y="85"/>
                  <a:pt x="1095" y="79"/>
                  <a:pt x="1096" y="75"/>
                </a:cubicBezTo>
                <a:cubicBezTo>
                  <a:pt x="1098" y="65"/>
                  <a:pt x="1104" y="54"/>
                  <a:pt x="1124" y="54"/>
                </a:cubicBezTo>
                <a:cubicBezTo>
                  <a:pt x="1142" y="54"/>
                  <a:pt x="1152" y="66"/>
                  <a:pt x="1152" y="82"/>
                </a:cubicBezTo>
                <a:cubicBezTo>
                  <a:pt x="1152" y="102"/>
                  <a:pt x="1152" y="102"/>
                  <a:pt x="1152" y="102"/>
                </a:cubicBezTo>
                <a:cubicBezTo>
                  <a:pt x="1229" y="102"/>
                  <a:pt x="1229" y="102"/>
                  <a:pt x="1229" y="102"/>
                </a:cubicBezTo>
                <a:cubicBezTo>
                  <a:pt x="1229" y="80"/>
                  <a:pt x="1229" y="80"/>
                  <a:pt x="1229" y="80"/>
                </a:cubicBezTo>
                <a:cubicBezTo>
                  <a:pt x="1229" y="13"/>
                  <a:pt x="1169" y="2"/>
                  <a:pt x="1125" y="2"/>
                </a:cubicBezTo>
                <a:cubicBezTo>
                  <a:pt x="1070" y="2"/>
                  <a:pt x="1026" y="20"/>
                  <a:pt x="1017" y="71"/>
                </a:cubicBezTo>
                <a:cubicBezTo>
                  <a:pt x="1015" y="84"/>
                  <a:pt x="1015" y="97"/>
                  <a:pt x="1018" y="112"/>
                </a:cubicBezTo>
                <a:cubicBezTo>
                  <a:pt x="1032" y="175"/>
                  <a:pt x="1141" y="193"/>
                  <a:pt x="1157" y="233"/>
                </a:cubicBezTo>
                <a:cubicBezTo>
                  <a:pt x="1160" y="241"/>
                  <a:pt x="1159" y="250"/>
                  <a:pt x="1158" y="256"/>
                </a:cubicBezTo>
                <a:cubicBezTo>
                  <a:pt x="1155" y="267"/>
                  <a:pt x="1148" y="277"/>
                  <a:pt x="1128" y="277"/>
                </a:cubicBezTo>
                <a:cubicBezTo>
                  <a:pt x="1108" y="277"/>
                  <a:pt x="1097" y="266"/>
                  <a:pt x="1097" y="249"/>
                </a:cubicBezTo>
                <a:cubicBezTo>
                  <a:pt x="1097" y="219"/>
                  <a:pt x="1097" y="219"/>
                  <a:pt x="1097" y="219"/>
                </a:cubicBezTo>
                <a:cubicBezTo>
                  <a:pt x="1014" y="219"/>
                  <a:pt x="1014" y="219"/>
                  <a:pt x="1014" y="219"/>
                </a:cubicBezTo>
                <a:cubicBezTo>
                  <a:pt x="1014" y="243"/>
                  <a:pt x="1014" y="243"/>
                  <a:pt x="1014" y="243"/>
                </a:cubicBezTo>
                <a:cubicBezTo>
                  <a:pt x="1014" y="312"/>
                  <a:pt x="1068" y="332"/>
                  <a:pt x="1126" y="332"/>
                </a:cubicBezTo>
                <a:cubicBezTo>
                  <a:pt x="1182" y="332"/>
                  <a:pt x="1228" y="313"/>
                  <a:pt x="1235" y="262"/>
                </a:cubicBezTo>
                <a:cubicBezTo>
                  <a:pt x="1238" y="235"/>
                  <a:pt x="1236" y="218"/>
                  <a:pt x="1234" y="211"/>
                </a:cubicBezTo>
                <a:cubicBezTo>
                  <a:pt x="1221" y="147"/>
                  <a:pt x="1105" y="127"/>
                  <a:pt x="1096" y="91"/>
                </a:cubicBezTo>
                <a:moveTo>
                  <a:pt x="1803" y="261"/>
                </a:moveTo>
                <a:cubicBezTo>
                  <a:pt x="1730" y="10"/>
                  <a:pt x="1730" y="10"/>
                  <a:pt x="1730" y="10"/>
                </a:cubicBezTo>
                <a:cubicBezTo>
                  <a:pt x="1614" y="10"/>
                  <a:pt x="1614" y="10"/>
                  <a:pt x="1614" y="10"/>
                </a:cubicBezTo>
                <a:cubicBezTo>
                  <a:pt x="1614" y="319"/>
                  <a:pt x="1614" y="319"/>
                  <a:pt x="1614" y="319"/>
                </a:cubicBezTo>
                <a:cubicBezTo>
                  <a:pt x="1691" y="319"/>
                  <a:pt x="1691" y="319"/>
                  <a:pt x="1691" y="319"/>
                </a:cubicBezTo>
                <a:cubicBezTo>
                  <a:pt x="1686" y="60"/>
                  <a:pt x="1686" y="60"/>
                  <a:pt x="1686" y="60"/>
                </a:cubicBezTo>
                <a:cubicBezTo>
                  <a:pt x="1765" y="319"/>
                  <a:pt x="1765" y="319"/>
                  <a:pt x="1765" y="319"/>
                </a:cubicBezTo>
                <a:cubicBezTo>
                  <a:pt x="1876" y="319"/>
                  <a:pt x="1876" y="319"/>
                  <a:pt x="1876" y="319"/>
                </a:cubicBezTo>
                <a:cubicBezTo>
                  <a:pt x="1876" y="10"/>
                  <a:pt x="1876" y="10"/>
                  <a:pt x="1876" y="10"/>
                </a:cubicBezTo>
                <a:cubicBezTo>
                  <a:pt x="1799" y="10"/>
                  <a:pt x="1799" y="10"/>
                  <a:pt x="1799" y="10"/>
                </a:cubicBezTo>
                <a:lnTo>
                  <a:pt x="1803" y="261"/>
                </a:lnTo>
                <a:close/>
                <a:moveTo>
                  <a:pt x="333" y="10"/>
                </a:moveTo>
                <a:cubicBezTo>
                  <a:pt x="276" y="322"/>
                  <a:pt x="276" y="322"/>
                  <a:pt x="276" y="322"/>
                </a:cubicBezTo>
                <a:cubicBezTo>
                  <a:pt x="360" y="322"/>
                  <a:pt x="360" y="322"/>
                  <a:pt x="360" y="322"/>
                </a:cubicBezTo>
                <a:cubicBezTo>
                  <a:pt x="403" y="33"/>
                  <a:pt x="403" y="33"/>
                  <a:pt x="403" y="33"/>
                </a:cubicBezTo>
                <a:cubicBezTo>
                  <a:pt x="446" y="322"/>
                  <a:pt x="446" y="322"/>
                  <a:pt x="446" y="322"/>
                </a:cubicBezTo>
                <a:cubicBezTo>
                  <a:pt x="529" y="322"/>
                  <a:pt x="529" y="322"/>
                  <a:pt x="529" y="322"/>
                </a:cubicBezTo>
                <a:cubicBezTo>
                  <a:pt x="472" y="10"/>
                  <a:pt x="472" y="10"/>
                  <a:pt x="472" y="10"/>
                </a:cubicBezTo>
                <a:lnTo>
                  <a:pt x="333" y="10"/>
                </a:lnTo>
                <a:close/>
                <a:moveTo>
                  <a:pt x="804" y="10"/>
                </a:moveTo>
                <a:cubicBezTo>
                  <a:pt x="765" y="254"/>
                  <a:pt x="765" y="254"/>
                  <a:pt x="765" y="254"/>
                </a:cubicBezTo>
                <a:cubicBezTo>
                  <a:pt x="725" y="10"/>
                  <a:pt x="725" y="10"/>
                  <a:pt x="725" y="10"/>
                </a:cubicBezTo>
                <a:cubicBezTo>
                  <a:pt x="598" y="10"/>
                  <a:pt x="598" y="10"/>
                  <a:pt x="598" y="10"/>
                </a:cubicBezTo>
                <a:cubicBezTo>
                  <a:pt x="592" y="322"/>
                  <a:pt x="592" y="322"/>
                  <a:pt x="592" y="322"/>
                </a:cubicBezTo>
                <a:cubicBezTo>
                  <a:pt x="669" y="322"/>
                  <a:pt x="669" y="322"/>
                  <a:pt x="669" y="322"/>
                </a:cubicBezTo>
                <a:cubicBezTo>
                  <a:pt x="671" y="33"/>
                  <a:pt x="671" y="33"/>
                  <a:pt x="671" y="33"/>
                </a:cubicBezTo>
                <a:cubicBezTo>
                  <a:pt x="725" y="322"/>
                  <a:pt x="725" y="322"/>
                  <a:pt x="725" y="322"/>
                </a:cubicBezTo>
                <a:cubicBezTo>
                  <a:pt x="804" y="322"/>
                  <a:pt x="804" y="322"/>
                  <a:pt x="804" y="322"/>
                </a:cubicBezTo>
                <a:cubicBezTo>
                  <a:pt x="858" y="33"/>
                  <a:pt x="858" y="33"/>
                  <a:pt x="858" y="33"/>
                </a:cubicBezTo>
                <a:cubicBezTo>
                  <a:pt x="860" y="322"/>
                  <a:pt x="860" y="322"/>
                  <a:pt x="860" y="322"/>
                </a:cubicBezTo>
                <a:cubicBezTo>
                  <a:pt x="938" y="322"/>
                  <a:pt x="938" y="322"/>
                  <a:pt x="938" y="322"/>
                </a:cubicBezTo>
                <a:cubicBezTo>
                  <a:pt x="931" y="10"/>
                  <a:pt x="931" y="10"/>
                  <a:pt x="931" y="10"/>
                </a:cubicBezTo>
                <a:lnTo>
                  <a:pt x="804" y="10"/>
                </a:lnTo>
                <a:close/>
                <a:moveTo>
                  <a:pt x="1528" y="10"/>
                </a:moveTo>
                <a:cubicBezTo>
                  <a:pt x="1449" y="10"/>
                  <a:pt x="1449" y="10"/>
                  <a:pt x="1449" y="10"/>
                </a:cubicBezTo>
                <a:cubicBezTo>
                  <a:pt x="1449" y="241"/>
                  <a:pt x="1449" y="241"/>
                  <a:pt x="1449" y="241"/>
                </a:cubicBezTo>
                <a:cubicBezTo>
                  <a:pt x="1449" y="245"/>
                  <a:pt x="1449" y="249"/>
                  <a:pt x="1448" y="253"/>
                </a:cubicBezTo>
                <a:cubicBezTo>
                  <a:pt x="1447" y="260"/>
                  <a:pt x="1440" y="275"/>
                  <a:pt x="1418" y="275"/>
                </a:cubicBezTo>
                <a:cubicBezTo>
                  <a:pt x="1397" y="275"/>
                  <a:pt x="1390" y="260"/>
                  <a:pt x="1389" y="253"/>
                </a:cubicBezTo>
                <a:cubicBezTo>
                  <a:pt x="1388" y="249"/>
                  <a:pt x="1388" y="245"/>
                  <a:pt x="1388" y="241"/>
                </a:cubicBezTo>
                <a:cubicBezTo>
                  <a:pt x="1388" y="10"/>
                  <a:pt x="1388" y="10"/>
                  <a:pt x="1388" y="10"/>
                </a:cubicBezTo>
                <a:cubicBezTo>
                  <a:pt x="1309" y="10"/>
                  <a:pt x="1309" y="10"/>
                  <a:pt x="1309" y="10"/>
                </a:cubicBezTo>
                <a:cubicBezTo>
                  <a:pt x="1309" y="234"/>
                  <a:pt x="1309" y="234"/>
                  <a:pt x="1309" y="234"/>
                </a:cubicBezTo>
                <a:cubicBezTo>
                  <a:pt x="1309" y="239"/>
                  <a:pt x="1309" y="251"/>
                  <a:pt x="1310" y="254"/>
                </a:cubicBezTo>
                <a:cubicBezTo>
                  <a:pt x="1315" y="312"/>
                  <a:pt x="1361" y="331"/>
                  <a:pt x="1418" y="331"/>
                </a:cubicBezTo>
                <a:cubicBezTo>
                  <a:pt x="1476" y="331"/>
                  <a:pt x="1522" y="312"/>
                  <a:pt x="1527" y="254"/>
                </a:cubicBezTo>
                <a:cubicBezTo>
                  <a:pt x="1528" y="251"/>
                  <a:pt x="1528" y="239"/>
                  <a:pt x="1528" y="234"/>
                </a:cubicBezTo>
                <a:lnTo>
                  <a:pt x="1528" y="10"/>
                </a:lnTo>
                <a:close/>
                <a:moveTo>
                  <a:pt x="2069" y="147"/>
                </a:moveTo>
                <a:cubicBezTo>
                  <a:pt x="2069" y="192"/>
                  <a:pt x="2069" y="192"/>
                  <a:pt x="2069" y="192"/>
                </a:cubicBezTo>
                <a:cubicBezTo>
                  <a:pt x="2101" y="192"/>
                  <a:pt x="2101" y="192"/>
                  <a:pt x="2101" y="192"/>
                </a:cubicBezTo>
                <a:cubicBezTo>
                  <a:pt x="2101" y="237"/>
                  <a:pt x="2101" y="237"/>
                  <a:pt x="2101" y="237"/>
                </a:cubicBezTo>
                <a:cubicBezTo>
                  <a:pt x="2101" y="241"/>
                  <a:pt x="2101" y="246"/>
                  <a:pt x="2100" y="249"/>
                </a:cubicBezTo>
                <a:cubicBezTo>
                  <a:pt x="2099" y="258"/>
                  <a:pt x="2091" y="272"/>
                  <a:pt x="2068" y="272"/>
                </a:cubicBezTo>
                <a:cubicBezTo>
                  <a:pt x="2045" y="272"/>
                  <a:pt x="2038" y="258"/>
                  <a:pt x="2036" y="249"/>
                </a:cubicBezTo>
                <a:cubicBezTo>
                  <a:pt x="2036" y="246"/>
                  <a:pt x="2035" y="241"/>
                  <a:pt x="2035" y="237"/>
                </a:cubicBezTo>
                <a:cubicBezTo>
                  <a:pt x="2035" y="95"/>
                  <a:pt x="2035" y="95"/>
                  <a:pt x="2035" y="95"/>
                </a:cubicBezTo>
                <a:cubicBezTo>
                  <a:pt x="2035" y="90"/>
                  <a:pt x="2036" y="85"/>
                  <a:pt x="2037" y="80"/>
                </a:cubicBezTo>
                <a:cubicBezTo>
                  <a:pt x="2038" y="73"/>
                  <a:pt x="2045" y="58"/>
                  <a:pt x="2068" y="58"/>
                </a:cubicBezTo>
                <a:cubicBezTo>
                  <a:pt x="2092" y="58"/>
                  <a:pt x="2098" y="74"/>
                  <a:pt x="2099" y="80"/>
                </a:cubicBezTo>
                <a:cubicBezTo>
                  <a:pt x="2100" y="85"/>
                  <a:pt x="2100" y="92"/>
                  <a:pt x="2100" y="92"/>
                </a:cubicBezTo>
                <a:cubicBezTo>
                  <a:pt x="2100" y="110"/>
                  <a:pt x="2100" y="110"/>
                  <a:pt x="2100" y="110"/>
                </a:cubicBezTo>
                <a:cubicBezTo>
                  <a:pt x="2178" y="110"/>
                  <a:pt x="2178" y="110"/>
                  <a:pt x="2178" y="110"/>
                </a:cubicBezTo>
                <a:cubicBezTo>
                  <a:pt x="2178" y="99"/>
                  <a:pt x="2178" y="99"/>
                  <a:pt x="2178" y="99"/>
                </a:cubicBezTo>
                <a:cubicBezTo>
                  <a:pt x="2178" y="99"/>
                  <a:pt x="2179" y="89"/>
                  <a:pt x="2178" y="79"/>
                </a:cubicBezTo>
                <a:cubicBezTo>
                  <a:pt x="2172" y="20"/>
                  <a:pt x="2124" y="2"/>
                  <a:pt x="2068" y="2"/>
                </a:cubicBezTo>
                <a:cubicBezTo>
                  <a:pt x="2013" y="2"/>
                  <a:pt x="1966" y="21"/>
                  <a:pt x="1959" y="79"/>
                </a:cubicBezTo>
                <a:cubicBezTo>
                  <a:pt x="1958" y="84"/>
                  <a:pt x="1958" y="94"/>
                  <a:pt x="1958" y="99"/>
                </a:cubicBezTo>
                <a:cubicBezTo>
                  <a:pt x="1958" y="230"/>
                  <a:pt x="1958" y="230"/>
                  <a:pt x="1958" y="230"/>
                </a:cubicBezTo>
                <a:cubicBezTo>
                  <a:pt x="1958" y="236"/>
                  <a:pt x="1958" y="241"/>
                  <a:pt x="1959" y="251"/>
                </a:cubicBezTo>
                <a:cubicBezTo>
                  <a:pt x="1964" y="308"/>
                  <a:pt x="2013" y="328"/>
                  <a:pt x="2068" y="328"/>
                </a:cubicBezTo>
                <a:cubicBezTo>
                  <a:pt x="2124" y="328"/>
                  <a:pt x="2173" y="308"/>
                  <a:pt x="2178" y="251"/>
                </a:cubicBezTo>
                <a:cubicBezTo>
                  <a:pt x="2179" y="241"/>
                  <a:pt x="2179" y="236"/>
                  <a:pt x="2179" y="230"/>
                </a:cubicBezTo>
                <a:cubicBezTo>
                  <a:pt x="2179" y="147"/>
                  <a:pt x="2179" y="147"/>
                  <a:pt x="2179" y="147"/>
                </a:cubicBezTo>
                <a:lnTo>
                  <a:pt x="2069" y="147"/>
                </a:lnTo>
                <a:close/>
              </a:path>
            </a:pathLst>
          </a:custGeom>
          <a:solidFill>
            <a:schemeClr val="bg1"/>
          </a:solidFill>
          <a:ln>
            <a:noFill/>
          </a:ln>
        </p:spPr>
        <p:txBody>
          <a:bodyPr vert="horz" wrap="square" lIns="91411" tIns="45705" rIns="91411" bIns="45705" numCol="1" anchor="t" anchorCtr="0" compatLnSpc="1">
            <a:prstTxWarp prst="textNoShape">
              <a:avLst/>
            </a:prstTxWarp>
            <a:scene3d>
              <a:camera prst="orthographicFront"/>
              <a:lightRig rig="threePt" dir="t"/>
            </a:scene3d>
            <a:sp3d>
              <a:bevelT w="0" h="6350"/>
            </a:sp3d>
          </a:bodyPr>
          <a:lstStyle/>
          <a:p>
            <a:pPr marL="0" marR="0" lvl="0" indent="0" algn="l" defTabSz="914126" rtl="0" eaLnBrk="1" fontAlgn="auto" latinLnBrk="1" hangingPunct="1">
              <a:lnSpc>
                <a:spcPct val="100000"/>
              </a:lnSpc>
              <a:spcBef>
                <a:spcPts val="0"/>
              </a:spcBef>
              <a:spcAft>
                <a:spcPts val="0"/>
              </a:spcAft>
              <a:buClrTx/>
              <a:buSzTx/>
              <a:buFontTx/>
              <a:buNone/>
              <a:tabLst/>
              <a:defRPr/>
            </a:pPr>
            <a:endParaRPr lang="ko-KR" altLang="en-US" sz="1959" noProof="0" dirty="0"/>
          </a:p>
        </p:txBody>
      </p:sp>
    </p:spTree>
    <p:extLst>
      <p:ext uri="{BB962C8B-B14F-4D97-AF65-F5344CB8AC3E}">
        <p14:creationId xmlns:p14="http://schemas.microsoft.com/office/powerpoint/2010/main" val="1227834196"/>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119" userDrawn="1">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type="blank" preserve="1">
  <p:cSld name="1_Body">
    <p:bg>
      <p:bgPr>
        <a:solidFill>
          <a:schemeClr val="bg1">
            <a:lumMod val="95000"/>
          </a:schemeClr>
        </a:solidFill>
        <a:effectLst/>
      </p:bgPr>
    </p:bg>
    <p:spTree>
      <p:nvGrpSpPr>
        <p:cNvPr id="1" name=""/>
        <p:cNvGrpSpPr/>
        <p:nvPr/>
      </p:nvGrpSpPr>
      <p:grpSpPr>
        <a:xfrm>
          <a:off x="0" y="0"/>
          <a:ext cx="0" cy="0"/>
          <a:chOff x="0" y="0"/>
          <a:chExt cx="0" cy="0"/>
        </a:xfrm>
      </p:grpSpPr>
      <p:pic>
        <p:nvPicPr>
          <p:cNvPr id="3" name="그림 2"/>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9902825" cy="6858000"/>
          </a:xfrm>
          <a:prstGeom prst="rect">
            <a:avLst/>
          </a:prstGeom>
        </p:spPr>
      </p:pic>
      <p:sp>
        <p:nvSpPr>
          <p:cNvPr id="5" name="Freeform 5">
            <a:extLst>
              <a:ext uri="{FF2B5EF4-FFF2-40B4-BE49-F238E27FC236}">
                <a16:creationId xmlns:a16="http://schemas.microsoft.com/office/drawing/2014/main" id="{0D8AEED9-5E8F-4A4F-8427-AE314BEC60F8}"/>
              </a:ext>
            </a:extLst>
          </p:cNvPr>
          <p:cNvSpPr>
            <a:spLocks noChangeAspect="1" noEditPoints="1"/>
          </p:cNvSpPr>
          <p:nvPr userDrawn="1"/>
        </p:nvSpPr>
        <p:spPr bwMode="auto">
          <a:xfrm>
            <a:off x="449468" y="450000"/>
            <a:ext cx="1282022" cy="198000"/>
          </a:xfrm>
          <a:custGeom>
            <a:avLst/>
            <a:gdLst>
              <a:gd name="T0" fmla="*/ 82 w 2179"/>
              <a:gd name="T1" fmla="*/ 74 h 334"/>
              <a:gd name="T2" fmla="*/ 140 w 2179"/>
              <a:gd name="T3" fmla="*/ 82 h 334"/>
              <a:gd name="T4" fmla="*/ 218 w 2179"/>
              <a:gd name="T5" fmla="*/ 101 h 334"/>
              <a:gd name="T6" fmla="*/ 112 w 2179"/>
              <a:gd name="T7" fmla="*/ 0 h 334"/>
              <a:gd name="T8" fmla="*/ 4 w 2179"/>
              <a:gd name="T9" fmla="*/ 112 h 334"/>
              <a:gd name="T10" fmla="*/ 145 w 2179"/>
              <a:gd name="T11" fmla="*/ 257 h 334"/>
              <a:gd name="T12" fmla="*/ 84 w 2179"/>
              <a:gd name="T13" fmla="*/ 250 h 334"/>
              <a:gd name="T14" fmla="*/ 0 w 2179"/>
              <a:gd name="T15" fmla="*/ 220 h 334"/>
              <a:gd name="T16" fmla="*/ 113 w 2179"/>
              <a:gd name="T17" fmla="*/ 334 h 334"/>
              <a:gd name="T18" fmla="*/ 223 w 2179"/>
              <a:gd name="T19" fmla="*/ 212 h 334"/>
              <a:gd name="T20" fmla="*/ 1096 w 2179"/>
              <a:gd name="T21" fmla="*/ 91 h 334"/>
              <a:gd name="T22" fmla="*/ 1124 w 2179"/>
              <a:gd name="T23" fmla="*/ 54 h 334"/>
              <a:gd name="T24" fmla="*/ 1152 w 2179"/>
              <a:gd name="T25" fmla="*/ 102 h 334"/>
              <a:gd name="T26" fmla="*/ 1229 w 2179"/>
              <a:gd name="T27" fmla="*/ 80 h 334"/>
              <a:gd name="T28" fmla="*/ 1017 w 2179"/>
              <a:gd name="T29" fmla="*/ 71 h 334"/>
              <a:gd name="T30" fmla="*/ 1157 w 2179"/>
              <a:gd name="T31" fmla="*/ 233 h 334"/>
              <a:gd name="T32" fmla="*/ 1128 w 2179"/>
              <a:gd name="T33" fmla="*/ 277 h 334"/>
              <a:gd name="T34" fmla="*/ 1097 w 2179"/>
              <a:gd name="T35" fmla="*/ 219 h 334"/>
              <a:gd name="T36" fmla="*/ 1014 w 2179"/>
              <a:gd name="T37" fmla="*/ 243 h 334"/>
              <a:gd name="T38" fmla="*/ 1235 w 2179"/>
              <a:gd name="T39" fmla="*/ 262 h 334"/>
              <a:gd name="T40" fmla="*/ 1096 w 2179"/>
              <a:gd name="T41" fmla="*/ 91 h 334"/>
              <a:gd name="T42" fmla="*/ 1730 w 2179"/>
              <a:gd name="T43" fmla="*/ 10 h 334"/>
              <a:gd name="T44" fmla="*/ 1614 w 2179"/>
              <a:gd name="T45" fmla="*/ 319 h 334"/>
              <a:gd name="T46" fmla="*/ 1686 w 2179"/>
              <a:gd name="T47" fmla="*/ 60 h 334"/>
              <a:gd name="T48" fmla="*/ 1876 w 2179"/>
              <a:gd name="T49" fmla="*/ 319 h 334"/>
              <a:gd name="T50" fmla="*/ 1799 w 2179"/>
              <a:gd name="T51" fmla="*/ 10 h 334"/>
              <a:gd name="T52" fmla="*/ 333 w 2179"/>
              <a:gd name="T53" fmla="*/ 10 h 334"/>
              <a:gd name="T54" fmla="*/ 360 w 2179"/>
              <a:gd name="T55" fmla="*/ 322 h 334"/>
              <a:gd name="T56" fmla="*/ 446 w 2179"/>
              <a:gd name="T57" fmla="*/ 322 h 334"/>
              <a:gd name="T58" fmla="*/ 472 w 2179"/>
              <a:gd name="T59" fmla="*/ 10 h 334"/>
              <a:gd name="T60" fmla="*/ 804 w 2179"/>
              <a:gd name="T61" fmla="*/ 10 h 334"/>
              <a:gd name="T62" fmla="*/ 725 w 2179"/>
              <a:gd name="T63" fmla="*/ 10 h 334"/>
              <a:gd name="T64" fmla="*/ 592 w 2179"/>
              <a:gd name="T65" fmla="*/ 322 h 334"/>
              <a:gd name="T66" fmla="*/ 671 w 2179"/>
              <a:gd name="T67" fmla="*/ 33 h 334"/>
              <a:gd name="T68" fmla="*/ 804 w 2179"/>
              <a:gd name="T69" fmla="*/ 322 h 334"/>
              <a:gd name="T70" fmla="*/ 860 w 2179"/>
              <a:gd name="T71" fmla="*/ 322 h 334"/>
              <a:gd name="T72" fmla="*/ 931 w 2179"/>
              <a:gd name="T73" fmla="*/ 10 h 334"/>
              <a:gd name="T74" fmla="*/ 1528 w 2179"/>
              <a:gd name="T75" fmla="*/ 10 h 334"/>
              <a:gd name="T76" fmla="*/ 1449 w 2179"/>
              <a:gd name="T77" fmla="*/ 241 h 334"/>
              <a:gd name="T78" fmla="*/ 1418 w 2179"/>
              <a:gd name="T79" fmla="*/ 275 h 334"/>
              <a:gd name="T80" fmla="*/ 1388 w 2179"/>
              <a:gd name="T81" fmla="*/ 241 h 334"/>
              <a:gd name="T82" fmla="*/ 1309 w 2179"/>
              <a:gd name="T83" fmla="*/ 10 h 334"/>
              <a:gd name="T84" fmla="*/ 1310 w 2179"/>
              <a:gd name="T85" fmla="*/ 254 h 334"/>
              <a:gd name="T86" fmla="*/ 1527 w 2179"/>
              <a:gd name="T87" fmla="*/ 254 h 334"/>
              <a:gd name="T88" fmla="*/ 1528 w 2179"/>
              <a:gd name="T89" fmla="*/ 10 h 334"/>
              <a:gd name="T90" fmla="*/ 2069 w 2179"/>
              <a:gd name="T91" fmla="*/ 192 h 334"/>
              <a:gd name="T92" fmla="*/ 2101 w 2179"/>
              <a:gd name="T93" fmla="*/ 237 h 334"/>
              <a:gd name="T94" fmla="*/ 2068 w 2179"/>
              <a:gd name="T95" fmla="*/ 272 h 334"/>
              <a:gd name="T96" fmla="*/ 2035 w 2179"/>
              <a:gd name="T97" fmla="*/ 237 h 334"/>
              <a:gd name="T98" fmla="*/ 2037 w 2179"/>
              <a:gd name="T99" fmla="*/ 80 h 334"/>
              <a:gd name="T100" fmla="*/ 2099 w 2179"/>
              <a:gd name="T101" fmla="*/ 80 h 334"/>
              <a:gd name="T102" fmla="*/ 2100 w 2179"/>
              <a:gd name="T103" fmla="*/ 110 h 334"/>
              <a:gd name="T104" fmla="*/ 2178 w 2179"/>
              <a:gd name="T105" fmla="*/ 99 h 334"/>
              <a:gd name="T106" fmla="*/ 2068 w 2179"/>
              <a:gd name="T107" fmla="*/ 2 h 334"/>
              <a:gd name="T108" fmla="*/ 1958 w 2179"/>
              <a:gd name="T109" fmla="*/ 99 h 334"/>
              <a:gd name="T110" fmla="*/ 1959 w 2179"/>
              <a:gd name="T111" fmla="*/ 251 h 334"/>
              <a:gd name="T112" fmla="*/ 2178 w 2179"/>
              <a:gd name="T113" fmla="*/ 251 h 334"/>
              <a:gd name="T114" fmla="*/ 2179 w 2179"/>
              <a:gd name="T115" fmla="*/ 147 h 3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Lst>
            <a:rect l="0" t="0" r="r" b="b"/>
            <a:pathLst>
              <a:path w="2179" h="334">
                <a:moveTo>
                  <a:pt x="83" y="91"/>
                </a:moveTo>
                <a:cubicBezTo>
                  <a:pt x="81" y="84"/>
                  <a:pt x="82" y="78"/>
                  <a:pt x="82" y="74"/>
                </a:cubicBezTo>
                <a:cubicBezTo>
                  <a:pt x="84" y="64"/>
                  <a:pt x="91" y="53"/>
                  <a:pt x="111" y="53"/>
                </a:cubicBezTo>
                <a:cubicBezTo>
                  <a:pt x="129" y="53"/>
                  <a:pt x="140" y="65"/>
                  <a:pt x="140" y="82"/>
                </a:cubicBezTo>
                <a:cubicBezTo>
                  <a:pt x="140" y="101"/>
                  <a:pt x="140" y="101"/>
                  <a:pt x="140" y="101"/>
                </a:cubicBezTo>
                <a:cubicBezTo>
                  <a:pt x="218" y="101"/>
                  <a:pt x="218" y="101"/>
                  <a:pt x="218" y="101"/>
                </a:cubicBezTo>
                <a:cubicBezTo>
                  <a:pt x="218" y="79"/>
                  <a:pt x="218" y="79"/>
                  <a:pt x="218" y="79"/>
                </a:cubicBezTo>
                <a:cubicBezTo>
                  <a:pt x="218" y="11"/>
                  <a:pt x="156" y="0"/>
                  <a:pt x="112" y="0"/>
                </a:cubicBezTo>
                <a:cubicBezTo>
                  <a:pt x="57" y="0"/>
                  <a:pt x="12" y="19"/>
                  <a:pt x="4" y="70"/>
                </a:cubicBezTo>
                <a:cubicBezTo>
                  <a:pt x="1" y="84"/>
                  <a:pt x="1" y="96"/>
                  <a:pt x="4" y="112"/>
                </a:cubicBezTo>
                <a:cubicBezTo>
                  <a:pt x="18" y="175"/>
                  <a:pt x="128" y="194"/>
                  <a:pt x="145" y="234"/>
                </a:cubicBezTo>
                <a:cubicBezTo>
                  <a:pt x="148" y="241"/>
                  <a:pt x="147" y="251"/>
                  <a:pt x="145" y="257"/>
                </a:cubicBezTo>
                <a:cubicBezTo>
                  <a:pt x="143" y="267"/>
                  <a:pt x="136" y="278"/>
                  <a:pt x="115" y="278"/>
                </a:cubicBezTo>
                <a:cubicBezTo>
                  <a:pt x="95" y="278"/>
                  <a:pt x="84" y="267"/>
                  <a:pt x="84" y="250"/>
                </a:cubicBezTo>
                <a:cubicBezTo>
                  <a:pt x="83" y="220"/>
                  <a:pt x="83" y="220"/>
                  <a:pt x="83" y="220"/>
                </a:cubicBezTo>
                <a:cubicBezTo>
                  <a:pt x="0" y="220"/>
                  <a:pt x="0" y="220"/>
                  <a:pt x="0" y="220"/>
                </a:cubicBezTo>
                <a:cubicBezTo>
                  <a:pt x="0" y="244"/>
                  <a:pt x="0" y="244"/>
                  <a:pt x="0" y="244"/>
                </a:cubicBezTo>
                <a:cubicBezTo>
                  <a:pt x="0" y="313"/>
                  <a:pt x="55" y="334"/>
                  <a:pt x="113" y="334"/>
                </a:cubicBezTo>
                <a:cubicBezTo>
                  <a:pt x="169" y="334"/>
                  <a:pt x="216" y="315"/>
                  <a:pt x="223" y="263"/>
                </a:cubicBezTo>
                <a:cubicBezTo>
                  <a:pt x="227" y="236"/>
                  <a:pt x="224" y="218"/>
                  <a:pt x="223" y="212"/>
                </a:cubicBezTo>
                <a:cubicBezTo>
                  <a:pt x="210" y="146"/>
                  <a:pt x="92" y="127"/>
                  <a:pt x="83" y="91"/>
                </a:cubicBezTo>
                <a:moveTo>
                  <a:pt x="1096" y="91"/>
                </a:moveTo>
                <a:cubicBezTo>
                  <a:pt x="1094" y="85"/>
                  <a:pt x="1095" y="79"/>
                  <a:pt x="1096" y="75"/>
                </a:cubicBezTo>
                <a:cubicBezTo>
                  <a:pt x="1098" y="65"/>
                  <a:pt x="1104" y="54"/>
                  <a:pt x="1124" y="54"/>
                </a:cubicBezTo>
                <a:cubicBezTo>
                  <a:pt x="1142" y="54"/>
                  <a:pt x="1152" y="66"/>
                  <a:pt x="1152" y="82"/>
                </a:cubicBezTo>
                <a:cubicBezTo>
                  <a:pt x="1152" y="102"/>
                  <a:pt x="1152" y="102"/>
                  <a:pt x="1152" y="102"/>
                </a:cubicBezTo>
                <a:cubicBezTo>
                  <a:pt x="1229" y="102"/>
                  <a:pt x="1229" y="102"/>
                  <a:pt x="1229" y="102"/>
                </a:cubicBezTo>
                <a:cubicBezTo>
                  <a:pt x="1229" y="80"/>
                  <a:pt x="1229" y="80"/>
                  <a:pt x="1229" y="80"/>
                </a:cubicBezTo>
                <a:cubicBezTo>
                  <a:pt x="1229" y="13"/>
                  <a:pt x="1169" y="2"/>
                  <a:pt x="1125" y="2"/>
                </a:cubicBezTo>
                <a:cubicBezTo>
                  <a:pt x="1070" y="2"/>
                  <a:pt x="1026" y="20"/>
                  <a:pt x="1017" y="71"/>
                </a:cubicBezTo>
                <a:cubicBezTo>
                  <a:pt x="1015" y="84"/>
                  <a:pt x="1015" y="97"/>
                  <a:pt x="1018" y="112"/>
                </a:cubicBezTo>
                <a:cubicBezTo>
                  <a:pt x="1032" y="175"/>
                  <a:pt x="1141" y="193"/>
                  <a:pt x="1157" y="233"/>
                </a:cubicBezTo>
                <a:cubicBezTo>
                  <a:pt x="1160" y="241"/>
                  <a:pt x="1159" y="250"/>
                  <a:pt x="1158" y="256"/>
                </a:cubicBezTo>
                <a:cubicBezTo>
                  <a:pt x="1155" y="267"/>
                  <a:pt x="1148" y="277"/>
                  <a:pt x="1128" y="277"/>
                </a:cubicBezTo>
                <a:cubicBezTo>
                  <a:pt x="1108" y="277"/>
                  <a:pt x="1097" y="266"/>
                  <a:pt x="1097" y="249"/>
                </a:cubicBezTo>
                <a:cubicBezTo>
                  <a:pt x="1097" y="219"/>
                  <a:pt x="1097" y="219"/>
                  <a:pt x="1097" y="219"/>
                </a:cubicBezTo>
                <a:cubicBezTo>
                  <a:pt x="1014" y="219"/>
                  <a:pt x="1014" y="219"/>
                  <a:pt x="1014" y="219"/>
                </a:cubicBezTo>
                <a:cubicBezTo>
                  <a:pt x="1014" y="243"/>
                  <a:pt x="1014" y="243"/>
                  <a:pt x="1014" y="243"/>
                </a:cubicBezTo>
                <a:cubicBezTo>
                  <a:pt x="1014" y="312"/>
                  <a:pt x="1068" y="332"/>
                  <a:pt x="1126" y="332"/>
                </a:cubicBezTo>
                <a:cubicBezTo>
                  <a:pt x="1182" y="332"/>
                  <a:pt x="1228" y="313"/>
                  <a:pt x="1235" y="262"/>
                </a:cubicBezTo>
                <a:cubicBezTo>
                  <a:pt x="1238" y="235"/>
                  <a:pt x="1236" y="218"/>
                  <a:pt x="1234" y="211"/>
                </a:cubicBezTo>
                <a:cubicBezTo>
                  <a:pt x="1221" y="147"/>
                  <a:pt x="1105" y="127"/>
                  <a:pt x="1096" y="91"/>
                </a:cubicBezTo>
                <a:moveTo>
                  <a:pt x="1803" y="261"/>
                </a:moveTo>
                <a:cubicBezTo>
                  <a:pt x="1730" y="10"/>
                  <a:pt x="1730" y="10"/>
                  <a:pt x="1730" y="10"/>
                </a:cubicBezTo>
                <a:cubicBezTo>
                  <a:pt x="1614" y="10"/>
                  <a:pt x="1614" y="10"/>
                  <a:pt x="1614" y="10"/>
                </a:cubicBezTo>
                <a:cubicBezTo>
                  <a:pt x="1614" y="319"/>
                  <a:pt x="1614" y="319"/>
                  <a:pt x="1614" y="319"/>
                </a:cubicBezTo>
                <a:cubicBezTo>
                  <a:pt x="1691" y="319"/>
                  <a:pt x="1691" y="319"/>
                  <a:pt x="1691" y="319"/>
                </a:cubicBezTo>
                <a:cubicBezTo>
                  <a:pt x="1686" y="60"/>
                  <a:pt x="1686" y="60"/>
                  <a:pt x="1686" y="60"/>
                </a:cubicBezTo>
                <a:cubicBezTo>
                  <a:pt x="1765" y="319"/>
                  <a:pt x="1765" y="319"/>
                  <a:pt x="1765" y="319"/>
                </a:cubicBezTo>
                <a:cubicBezTo>
                  <a:pt x="1876" y="319"/>
                  <a:pt x="1876" y="319"/>
                  <a:pt x="1876" y="319"/>
                </a:cubicBezTo>
                <a:cubicBezTo>
                  <a:pt x="1876" y="10"/>
                  <a:pt x="1876" y="10"/>
                  <a:pt x="1876" y="10"/>
                </a:cubicBezTo>
                <a:cubicBezTo>
                  <a:pt x="1799" y="10"/>
                  <a:pt x="1799" y="10"/>
                  <a:pt x="1799" y="10"/>
                </a:cubicBezTo>
                <a:lnTo>
                  <a:pt x="1803" y="261"/>
                </a:lnTo>
                <a:close/>
                <a:moveTo>
                  <a:pt x="333" y="10"/>
                </a:moveTo>
                <a:cubicBezTo>
                  <a:pt x="276" y="322"/>
                  <a:pt x="276" y="322"/>
                  <a:pt x="276" y="322"/>
                </a:cubicBezTo>
                <a:cubicBezTo>
                  <a:pt x="360" y="322"/>
                  <a:pt x="360" y="322"/>
                  <a:pt x="360" y="322"/>
                </a:cubicBezTo>
                <a:cubicBezTo>
                  <a:pt x="403" y="33"/>
                  <a:pt x="403" y="33"/>
                  <a:pt x="403" y="33"/>
                </a:cubicBezTo>
                <a:cubicBezTo>
                  <a:pt x="446" y="322"/>
                  <a:pt x="446" y="322"/>
                  <a:pt x="446" y="322"/>
                </a:cubicBezTo>
                <a:cubicBezTo>
                  <a:pt x="529" y="322"/>
                  <a:pt x="529" y="322"/>
                  <a:pt x="529" y="322"/>
                </a:cubicBezTo>
                <a:cubicBezTo>
                  <a:pt x="472" y="10"/>
                  <a:pt x="472" y="10"/>
                  <a:pt x="472" y="10"/>
                </a:cubicBezTo>
                <a:lnTo>
                  <a:pt x="333" y="10"/>
                </a:lnTo>
                <a:close/>
                <a:moveTo>
                  <a:pt x="804" y="10"/>
                </a:moveTo>
                <a:cubicBezTo>
                  <a:pt x="765" y="254"/>
                  <a:pt x="765" y="254"/>
                  <a:pt x="765" y="254"/>
                </a:cubicBezTo>
                <a:cubicBezTo>
                  <a:pt x="725" y="10"/>
                  <a:pt x="725" y="10"/>
                  <a:pt x="725" y="10"/>
                </a:cubicBezTo>
                <a:cubicBezTo>
                  <a:pt x="598" y="10"/>
                  <a:pt x="598" y="10"/>
                  <a:pt x="598" y="10"/>
                </a:cubicBezTo>
                <a:cubicBezTo>
                  <a:pt x="592" y="322"/>
                  <a:pt x="592" y="322"/>
                  <a:pt x="592" y="322"/>
                </a:cubicBezTo>
                <a:cubicBezTo>
                  <a:pt x="669" y="322"/>
                  <a:pt x="669" y="322"/>
                  <a:pt x="669" y="322"/>
                </a:cubicBezTo>
                <a:cubicBezTo>
                  <a:pt x="671" y="33"/>
                  <a:pt x="671" y="33"/>
                  <a:pt x="671" y="33"/>
                </a:cubicBezTo>
                <a:cubicBezTo>
                  <a:pt x="725" y="322"/>
                  <a:pt x="725" y="322"/>
                  <a:pt x="725" y="322"/>
                </a:cubicBezTo>
                <a:cubicBezTo>
                  <a:pt x="804" y="322"/>
                  <a:pt x="804" y="322"/>
                  <a:pt x="804" y="322"/>
                </a:cubicBezTo>
                <a:cubicBezTo>
                  <a:pt x="858" y="33"/>
                  <a:pt x="858" y="33"/>
                  <a:pt x="858" y="33"/>
                </a:cubicBezTo>
                <a:cubicBezTo>
                  <a:pt x="860" y="322"/>
                  <a:pt x="860" y="322"/>
                  <a:pt x="860" y="322"/>
                </a:cubicBezTo>
                <a:cubicBezTo>
                  <a:pt x="938" y="322"/>
                  <a:pt x="938" y="322"/>
                  <a:pt x="938" y="322"/>
                </a:cubicBezTo>
                <a:cubicBezTo>
                  <a:pt x="931" y="10"/>
                  <a:pt x="931" y="10"/>
                  <a:pt x="931" y="10"/>
                </a:cubicBezTo>
                <a:lnTo>
                  <a:pt x="804" y="10"/>
                </a:lnTo>
                <a:close/>
                <a:moveTo>
                  <a:pt x="1528" y="10"/>
                </a:moveTo>
                <a:cubicBezTo>
                  <a:pt x="1449" y="10"/>
                  <a:pt x="1449" y="10"/>
                  <a:pt x="1449" y="10"/>
                </a:cubicBezTo>
                <a:cubicBezTo>
                  <a:pt x="1449" y="241"/>
                  <a:pt x="1449" y="241"/>
                  <a:pt x="1449" y="241"/>
                </a:cubicBezTo>
                <a:cubicBezTo>
                  <a:pt x="1449" y="245"/>
                  <a:pt x="1449" y="249"/>
                  <a:pt x="1448" y="253"/>
                </a:cubicBezTo>
                <a:cubicBezTo>
                  <a:pt x="1447" y="260"/>
                  <a:pt x="1440" y="275"/>
                  <a:pt x="1418" y="275"/>
                </a:cubicBezTo>
                <a:cubicBezTo>
                  <a:pt x="1397" y="275"/>
                  <a:pt x="1390" y="260"/>
                  <a:pt x="1389" y="253"/>
                </a:cubicBezTo>
                <a:cubicBezTo>
                  <a:pt x="1388" y="249"/>
                  <a:pt x="1388" y="245"/>
                  <a:pt x="1388" y="241"/>
                </a:cubicBezTo>
                <a:cubicBezTo>
                  <a:pt x="1388" y="10"/>
                  <a:pt x="1388" y="10"/>
                  <a:pt x="1388" y="10"/>
                </a:cubicBezTo>
                <a:cubicBezTo>
                  <a:pt x="1309" y="10"/>
                  <a:pt x="1309" y="10"/>
                  <a:pt x="1309" y="10"/>
                </a:cubicBezTo>
                <a:cubicBezTo>
                  <a:pt x="1309" y="234"/>
                  <a:pt x="1309" y="234"/>
                  <a:pt x="1309" y="234"/>
                </a:cubicBezTo>
                <a:cubicBezTo>
                  <a:pt x="1309" y="239"/>
                  <a:pt x="1309" y="251"/>
                  <a:pt x="1310" y="254"/>
                </a:cubicBezTo>
                <a:cubicBezTo>
                  <a:pt x="1315" y="312"/>
                  <a:pt x="1361" y="331"/>
                  <a:pt x="1418" y="331"/>
                </a:cubicBezTo>
                <a:cubicBezTo>
                  <a:pt x="1476" y="331"/>
                  <a:pt x="1522" y="312"/>
                  <a:pt x="1527" y="254"/>
                </a:cubicBezTo>
                <a:cubicBezTo>
                  <a:pt x="1528" y="251"/>
                  <a:pt x="1528" y="239"/>
                  <a:pt x="1528" y="234"/>
                </a:cubicBezTo>
                <a:lnTo>
                  <a:pt x="1528" y="10"/>
                </a:lnTo>
                <a:close/>
                <a:moveTo>
                  <a:pt x="2069" y="147"/>
                </a:moveTo>
                <a:cubicBezTo>
                  <a:pt x="2069" y="192"/>
                  <a:pt x="2069" y="192"/>
                  <a:pt x="2069" y="192"/>
                </a:cubicBezTo>
                <a:cubicBezTo>
                  <a:pt x="2101" y="192"/>
                  <a:pt x="2101" y="192"/>
                  <a:pt x="2101" y="192"/>
                </a:cubicBezTo>
                <a:cubicBezTo>
                  <a:pt x="2101" y="237"/>
                  <a:pt x="2101" y="237"/>
                  <a:pt x="2101" y="237"/>
                </a:cubicBezTo>
                <a:cubicBezTo>
                  <a:pt x="2101" y="241"/>
                  <a:pt x="2101" y="246"/>
                  <a:pt x="2100" y="249"/>
                </a:cubicBezTo>
                <a:cubicBezTo>
                  <a:pt x="2099" y="258"/>
                  <a:pt x="2091" y="272"/>
                  <a:pt x="2068" y="272"/>
                </a:cubicBezTo>
                <a:cubicBezTo>
                  <a:pt x="2045" y="272"/>
                  <a:pt x="2038" y="258"/>
                  <a:pt x="2036" y="249"/>
                </a:cubicBezTo>
                <a:cubicBezTo>
                  <a:pt x="2036" y="246"/>
                  <a:pt x="2035" y="241"/>
                  <a:pt x="2035" y="237"/>
                </a:cubicBezTo>
                <a:cubicBezTo>
                  <a:pt x="2035" y="95"/>
                  <a:pt x="2035" y="95"/>
                  <a:pt x="2035" y="95"/>
                </a:cubicBezTo>
                <a:cubicBezTo>
                  <a:pt x="2035" y="90"/>
                  <a:pt x="2036" y="85"/>
                  <a:pt x="2037" y="80"/>
                </a:cubicBezTo>
                <a:cubicBezTo>
                  <a:pt x="2038" y="73"/>
                  <a:pt x="2045" y="58"/>
                  <a:pt x="2068" y="58"/>
                </a:cubicBezTo>
                <a:cubicBezTo>
                  <a:pt x="2092" y="58"/>
                  <a:pt x="2098" y="74"/>
                  <a:pt x="2099" y="80"/>
                </a:cubicBezTo>
                <a:cubicBezTo>
                  <a:pt x="2100" y="85"/>
                  <a:pt x="2100" y="92"/>
                  <a:pt x="2100" y="92"/>
                </a:cubicBezTo>
                <a:cubicBezTo>
                  <a:pt x="2100" y="110"/>
                  <a:pt x="2100" y="110"/>
                  <a:pt x="2100" y="110"/>
                </a:cubicBezTo>
                <a:cubicBezTo>
                  <a:pt x="2178" y="110"/>
                  <a:pt x="2178" y="110"/>
                  <a:pt x="2178" y="110"/>
                </a:cubicBezTo>
                <a:cubicBezTo>
                  <a:pt x="2178" y="99"/>
                  <a:pt x="2178" y="99"/>
                  <a:pt x="2178" y="99"/>
                </a:cubicBezTo>
                <a:cubicBezTo>
                  <a:pt x="2178" y="99"/>
                  <a:pt x="2179" y="89"/>
                  <a:pt x="2178" y="79"/>
                </a:cubicBezTo>
                <a:cubicBezTo>
                  <a:pt x="2172" y="20"/>
                  <a:pt x="2124" y="2"/>
                  <a:pt x="2068" y="2"/>
                </a:cubicBezTo>
                <a:cubicBezTo>
                  <a:pt x="2013" y="2"/>
                  <a:pt x="1966" y="21"/>
                  <a:pt x="1959" y="79"/>
                </a:cubicBezTo>
                <a:cubicBezTo>
                  <a:pt x="1958" y="84"/>
                  <a:pt x="1958" y="94"/>
                  <a:pt x="1958" y="99"/>
                </a:cubicBezTo>
                <a:cubicBezTo>
                  <a:pt x="1958" y="230"/>
                  <a:pt x="1958" y="230"/>
                  <a:pt x="1958" y="230"/>
                </a:cubicBezTo>
                <a:cubicBezTo>
                  <a:pt x="1958" y="236"/>
                  <a:pt x="1958" y="241"/>
                  <a:pt x="1959" y="251"/>
                </a:cubicBezTo>
                <a:cubicBezTo>
                  <a:pt x="1964" y="308"/>
                  <a:pt x="2013" y="328"/>
                  <a:pt x="2068" y="328"/>
                </a:cubicBezTo>
                <a:cubicBezTo>
                  <a:pt x="2124" y="328"/>
                  <a:pt x="2173" y="308"/>
                  <a:pt x="2178" y="251"/>
                </a:cubicBezTo>
                <a:cubicBezTo>
                  <a:pt x="2179" y="241"/>
                  <a:pt x="2179" y="236"/>
                  <a:pt x="2179" y="230"/>
                </a:cubicBezTo>
                <a:cubicBezTo>
                  <a:pt x="2179" y="147"/>
                  <a:pt x="2179" y="147"/>
                  <a:pt x="2179" y="147"/>
                </a:cubicBezTo>
                <a:lnTo>
                  <a:pt x="2069" y="147"/>
                </a:lnTo>
                <a:close/>
              </a:path>
            </a:pathLst>
          </a:custGeom>
          <a:solidFill>
            <a:srgbClr val="0924A5"/>
          </a:solidFill>
          <a:ln>
            <a:noFill/>
          </a:ln>
        </p:spPr>
        <p:txBody>
          <a:bodyPr vert="horz" wrap="square" lIns="91411" tIns="45705" rIns="91411" bIns="45705" numCol="1" anchor="t" anchorCtr="0" compatLnSpc="1">
            <a:prstTxWarp prst="textNoShape">
              <a:avLst/>
            </a:prstTxWarp>
            <a:scene3d>
              <a:camera prst="orthographicFront"/>
              <a:lightRig rig="threePt" dir="t"/>
            </a:scene3d>
            <a:sp3d>
              <a:bevelT w="0" h="6350"/>
            </a:sp3d>
          </a:bodyPr>
          <a:lstStyle/>
          <a:p>
            <a:pPr marL="0" marR="0" lvl="0" indent="0" algn="l" defTabSz="914126" rtl="0" eaLnBrk="1" fontAlgn="auto" latinLnBrk="1" hangingPunct="1">
              <a:lnSpc>
                <a:spcPct val="100000"/>
              </a:lnSpc>
              <a:spcBef>
                <a:spcPts val="0"/>
              </a:spcBef>
              <a:spcAft>
                <a:spcPts val="0"/>
              </a:spcAft>
              <a:buClrTx/>
              <a:buSzTx/>
              <a:buFontTx/>
              <a:buNone/>
              <a:tabLst/>
              <a:defRPr/>
            </a:pPr>
            <a:endParaRPr lang="ko-KR" altLang="en-US" sz="1959" noProof="0" dirty="0"/>
          </a:p>
        </p:txBody>
      </p:sp>
      <p:pic>
        <p:nvPicPr>
          <p:cNvPr id="8" name="그림 7"/>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a:off x="4265631" y="6141164"/>
            <a:ext cx="1371564" cy="450000"/>
          </a:xfrm>
          <a:prstGeom prst="rect">
            <a:avLst/>
          </a:prstGeom>
        </p:spPr>
      </p:pic>
    </p:spTree>
    <p:extLst>
      <p:ext uri="{BB962C8B-B14F-4D97-AF65-F5344CB8AC3E}">
        <p14:creationId xmlns:p14="http://schemas.microsoft.com/office/powerpoint/2010/main" val="1814442633"/>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477928821"/>
      </p:ext>
    </p:extLst>
  </p:cSld>
  <p:clrMap bg1="lt1" tx1="dk1" bg2="lt2" tx2="dk2" accent1="accent1" accent2="accent2" accent3="accent3" accent4="accent4" accent5="accent5" accent6="accent6" hlink="hlink" folHlink="folHlink"/>
  <p:sldLayoutIdLst>
    <p:sldLayoutId id="2147483684" r:id="rId1"/>
    <p:sldLayoutId id="2147483691" r:id="rId2"/>
    <p:sldLayoutId id="2147483685" r:id="rId3"/>
    <p:sldLayoutId id="2147483687" r:id="rId4"/>
    <p:sldLayoutId id="2147483694" r:id="rId5"/>
    <p:sldLayoutId id="2147483693" r:id="rId6"/>
    <p:sldLayoutId id="2147483686" r:id="rId7"/>
    <p:sldLayoutId id="2147483688" r:id="rId8"/>
    <p:sldLayoutId id="2147483689" r:id="rId9"/>
    <p:sldLayoutId id="2147483690" r:id="rId10"/>
  </p:sldLayoutIdLst>
  <p:txStyles>
    <p:titleStyle>
      <a:lvl1pPr algn="l" defTabSz="914126" rtl="0" eaLnBrk="1" latinLnBrk="1" hangingPunct="1">
        <a:lnSpc>
          <a:spcPct val="90000"/>
        </a:lnSpc>
        <a:spcBef>
          <a:spcPct val="0"/>
        </a:spcBef>
        <a:buNone/>
        <a:defRPr sz="4399" kern="1200">
          <a:solidFill>
            <a:schemeClr val="tx1"/>
          </a:solidFill>
          <a:latin typeface="+mj-lt"/>
          <a:ea typeface="+mj-ea"/>
          <a:cs typeface="+mj-cs"/>
        </a:defRPr>
      </a:lvl1pPr>
    </p:titleStyle>
    <p:bodyStyle>
      <a:lvl1pPr marL="228531" indent="-228531" algn="l" defTabSz="914126" rtl="0" eaLnBrk="1" latinLnBrk="1" hangingPunct="1">
        <a:lnSpc>
          <a:spcPct val="90000"/>
        </a:lnSpc>
        <a:spcBef>
          <a:spcPts val="1000"/>
        </a:spcBef>
        <a:buFont typeface="Arial" panose="020B0604020202020204" pitchFamily="34" charset="0"/>
        <a:buChar char="•"/>
        <a:defRPr sz="2799" kern="1200">
          <a:solidFill>
            <a:schemeClr val="tx1"/>
          </a:solidFill>
          <a:latin typeface="+mn-lt"/>
          <a:ea typeface="+mn-ea"/>
          <a:cs typeface="+mn-cs"/>
        </a:defRPr>
      </a:lvl1pPr>
      <a:lvl2pPr marL="685594" indent="-228531" algn="l" defTabSz="914126" rtl="0" eaLnBrk="1" latinLnBrk="1" hangingPunct="1">
        <a:lnSpc>
          <a:spcPct val="90000"/>
        </a:lnSpc>
        <a:spcBef>
          <a:spcPts val="500"/>
        </a:spcBef>
        <a:buFont typeface="Arial" panose="020B0604020202020204" pitchFamily="34" charset="0"/>
        <a:buChar char="•"/>
        <a:defRPr sz="2399" kern="1200">
          <a:solidFill>
            <a:schemeClr val="tx1"/>
          </a:solidFill>
          <a:latin typeface="+mn-lt"/>
          <a:ea typeface="+mn-ea"/>
          <a:cs typeface="+mn-cs"/>
        </a:defRPr>
      </a:lvl2pPr>
      <a:lvl3pPr marL="1142657" indent="-228531" algn="l" defTabSz="914126" rtl="0" eaLnBrk="1" latinLnBrk="1" hangingPunct="1">
        <a:lnSpc>
          <a:spcPct val="90000"/>
        </a:lnSpc>
        <a:spcBef>
          <a:spcPts val="500"/>
        </a:spcBef>
        <a:buFont typeface="Arial" panose="020B0604020202020204" pitchFamily="34" charset="0"/>
        <a:buChar char="•"/>
        <a:defRPr sz="1999" kern="1200">
          <a:solidFill>
            <a:schemeClr val="tx1"/>
          </a:solidFill>
          <a:latin typeface="+mn-lt"/>
          <a:ea typeface="+mn-ea"/>
          <a:cs typeface="+mn-cs"/>
        </a:defRPr>
      </a:lvl3pPr>
      <a:lvl4pPr marL="1599720" indent="-228531" algn="l" defTabSz="914126" rtl="0" eaLnBrk="1" latinLnBrk="1"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4pPr>
      <a:lvl5pPr marL="2056783" indent="-228531" algn="l" defTabSz="914126" rtl="0" eaLnBrk="1" latinLnBrk="1"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5pPr>
      <a:lvl6pPr marL="2513846" indent="-228531" algn="l" defTabSz="914126" rtl="0" eaLnBrk="1" latinLnBrk="1"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6pPr>
      <a:lvl7pPr marL="2970908" indent="-228531" algn="l" defTabSz="914126" rtl="0" eaLnBrk="1" latinLnBrk="1"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7pPr>
      <a:lvl8pPr marL="3427971" indent="-228531" algn="l" defTabSz="914126" rtl="0" eaLnBrk="1" latinLnBrk="1"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8pPr>
      <a:lvl9pPr marL="3885034" indent="-228531" algn="l" defTabSz="914126" rtl="0" eaLnBrk="1" latinLnBrk="1"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9pPr>
    </p:bodyStyle>
    <p:otherStyle>
      <a:defPPr>
        <a:defRPr lang="en-US"/>
      </a:defPPr>
      <a:lvl1pPr marL="0" algn="l" defTabSz="914126" rtl="0" eaLnBrk="1" latinLnBrk="1" hangingPunct="1">
        <a:defRPr sz="1799" kern="1200">
          <a:solidFill>
            <a:schemeClr val="tx1"/>
          </a:solidFill>
          <a:latin typeface="+mn-lt"/>
          <a:ea typeface="+mn-ea"/>
          <a:cs typeface="+mn-cs"/>
        </a:defRPr>
      </a:lvl1pPr>
      <a:lvl2pPr marL="457063" algn="l" defTabSz="914126" rtl="0" eaLnBrk="1" latinLnBrk="1" hangingPunct="1">
        <a:defRPr sz="1799" kern="1200">
          <a:solidFill>
            <a:schemeClr val="tx1"/>
          </a:solidFill>
          <a:latin typeface="+mn-lt"/>
          <a:ea typeface="+mn-ea"/>
          <a:cs typeface="+mn-cs"/>
        </a:defRPr>
      </a:lvl2pPr>
      <a:lvl3pPr marL="914126" algn="l" defTabSz="914126" rtl="0" eaLnBrk="1" latinLnBrk="1" hangingPunct="1">
        <a:defRPr sz="1799" kern="1200">
          <a:solidFill>
            <a:schemeClr val="tx1"/>
          </a:solidFill>
          <a:latin typeface="+mn-lt"/>
          <a:ea typeface="+mn-ea"/>
          <a:cs typeface="+mn-cs"/>
        </a:defRPr>
      </a:lvl3pPr>
      <a:lvl4pPr marL="1371189" algn="l" defTabSz="914126" rtl="0" eaLnBrk="1" latinLnBrk="1" hangingPunct="1">
        <a:defRPr sz="1799" kern="1200">
          <a:solidFill>
            <a:schemeClr val="tx1"/>
          </a:solidFill>
          <a:latin typeface="+mn-lt"/>
          <a:ea typeface="+mn-ea"/>
          <a:cs typeface="+mn-cs"/>
        </a:defRPr>
      </a:lvl4pPr>
      <a:lvl5pPr marL="1828251" algn="l" defTabSz="914126" rtl="0" eaLnBrk="1" latinLnBrk="1" hangingPunct="1">
        <a:defRPr sz="1799" kern="1200">
          <a:solidFill>
            <a:schemeClr val="tx1"/>
          </a:solidFill>
          <a:latin typeface="+mn-lt"/>
          <a:ea typeface="+mn-ea"/>
          <a:cs typeface="+mn-cs"/>
        </a:defRPr>
      </a:lvl5pPr>
      <a:lvl6pPr marL="2285314" algn="l" defTabSz="914126" rtl="0" eaLnBrk="1" latinLnBrk="1" hangingPunct="1">
        <a:defRPr sz="1799" kern="1200">
          <a:solidFill>
            <a:schemeClr val="tx1"/>
          </a:solidFill>
          <a:latin typeface="+mn-lt"/>
          <a:ea typeface="+mn-ea"/>
          <a:cs typeface="+mn-cs"/>
        </a:defRPr>
      </a:lvl6pPr>
      <a:lvl7pPr marL="2742377" algn="l" defTabSz="914126" rtl="0" eaLnBrk="1" latinLnBrk="1" hangingPunct="1">
        <a:defRPr sz="1799" kern="1200">
          <a:solidFill>
            <a:schemeClr val="tx1"/>
          </a:solidFill>
          <a:latin typeface="+mn-lt"/>
          <a:ea typeface="+mn-ea"/>
          <a:cs typeface="+mn-cs"/>
        </a:defRPr>
      </a:lvl7pPr>
      <a:lvl8pPr marL="3199440" algn="l" defTabSz="914126" rtl="0" eaLnBrk="1" latinLnBrk="1" hangingPunct="1">
        <a:defRPr sz="1799" kern="1200">
          <a:solidFill>
            <a:schemeClr val="tx1"/>
          </a:solidFill>
          <a:latin typeface="+mn-lt"/>
          <a:ea typeface="+mn-ea"/>
          <a:cs typeface="+mn-cs"/>
        </a:defRPr>
      </a:lvl8pPr>
      <a:lvl9pPr marL="3656503" algn="l" defTabSz="914126" rtl="0" eaLnBrk="1" latinLnBrk="1" hangingPunct="1">
        <a:defRPr sz="1799"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14.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14.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14.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14.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14.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14.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notesSlide" Target="../notesSlides/notesSlide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9902952" cy="6858000"/>
          </a:xfrm>
          <a:prstGeom prst="rect">
            <a:avLst/>
          </a:prstGeom>
          <a:solidFill>
            <a:srgbClr val="1A1A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Samsung logo" descr="Samsung"/>
          <p:cNvPicPr>
            <a:picLocks noChangeAspect="1"/>
          </p:cNvPicPr>
          <p:nvPr/>
        </p:nvPicPr>
        <p:blipFill>
          <a:blip r:embed="rId2"/>
          <a:stretch>
            <a:fillRect/>
          </a:stretch>
        </p:blipFill>
        <p:spPr>
          <a:xfrm>
            <a:off x="600075" y="6429375"/>
            <a:ext cx="1071562" cy="164753"/>
          </a:xfrm>
          <a:prstGeom prst="rect">
            <a:avLst/>
          </a:prstGeom>
        </p:spPr>
      </p:pic>
      <p:sp>
        <p:nvSpPr>
          <p:cNvPr id="4" name="TextBox 3"/>
          <p:cNvSpPr txBox="1"/>
          <p:nvPr/>
        </p:nvSpPr>
        <p:spPr>
          <a:xfrm>
            <a:off x="1928812" y="6429375"/>
            <a:ext cx="3857625" cy="240030"/>
          </a:xfrm>
          <a:prstGeom prst="rect">
            <a:avLst/>
          </a:prstGeom>
          <a:noFill/>
        </p:spPr>
        <p:txBody>
          <a:bodyPr wrap="square" lIns="0" rIns="0" tIns="0" bIns="0" anchor="ctr">
            <a:spAutoFit/>
          </a:bodyPr>
          <a:lstStyle/>
          <a:p>
            <a:pPr algn="l"/>
            <a:r>
              <a:rPr sz="1300" b="0">
                <a:solidFill>
                  <a:srgbClr val="F2EFE2"/>
                </a:solidFill>
                <a:latin typeface="Readex Pro"/>
                <a:cs typeface="Readex Pro"/>
                <a:ea typeface="Readex Pro"/>
              </a:rPr>
              <a:t>Samsung Innovation Campus  ·  AI Course</a:t>
            </a:r>
          </a:p>
        </p:txBody>
      </p:sp>
      <p:sp>
        <p:nvSpPr>
          <p:cNvPr id="5" name="TextBox 4"/>
          <p:cNvSpPr txBox="1"/>
          <p:nvPr/>
        </p:nvSpPr>
        <p:spPr>
          <a:xfrm>
            <a:off x="8445500" y="6429375"/>
            <a:ext cx="857250" cy="240030"/>
          </a:xfrm>
          <a:prstGeom prst="rect">
            <a:avLst/>
          </a:prstGeom>
          <a:noFill/>
        </p:spPr>
        <p:txBody>
          <a:bodyPr wrap="square" lIns="0" rIns="0" tIns="0" bIns="0" anchor="ctr">
            <a:spAutoFit/>
          </a:bodyPr>
          <a:lstStyle/>
          <a:p>
            <a:pPr algn="r"/>
            <a:r>
              <a:rPr sz="1300" b="0">
                <a:solidFill>
                  <a:srgbClr val="F2EFE2"/>
                </a:solidFill>
                <a:latin typeface="Readex Pro"/>
                <a:cs typeface="Readex Pro"/>
                <a:ea typeface="Readex Pro"/>
              </a:rPr>
              <a:t>1 / 8</a:t>
            </a:r>
          </a:p>
        </p:txBody>
      </p:sp>
      <p:pic>
        <p:nvPicPr>
          <p:cNvPr id="6" name="Bayan logo" descr="Bayan logo: open book with a sun"/>
          <p:cNvPicPr>
            <a:picLocks noChangeAspect="1"/>
          </p:cNvPicPr>
          <p:nvPr/>
        </p:nvPicPr>
        <p:blipFill>
          <a:blip r:embed="rId3"/>
          <a:stretch>
            <a:fillRect/>
          </a:stretch>
        </p:blipFill>
        <p:spPr>
          <a:xfrm>
            <a:off x="3494087" y="471487"/>
            <a:ext cx="2914650" cy="1637669"/>
          </a:xfrm>
          <a:prstGeom prst="rect">
            <a:avLst/>
          </a:prstGeom>
        </p:spPr>
      </p:pic>
      <p:sp>
        <p:nvSpPr>
          <p:cNvPr id="7" name="TextBox 6"/>
          <p:cNvSpPr txBox="1"/>
          <p:nvPr/>
        </p:nvSpPr>
        <p:spPr>
          <a:xfrm>
            <a:off x="0" y="4114800"/>
            <a:ext cx="9902952" cy="857250"/>
          </a:xfrm>
          <a:prstGeom prst="rect">
            <a:avLst/>
          </a:prstGeom>
          <a:noFill/>
        </p:spPr>
        <p:txBody>
          <a:bodyPr wrap="square" lIns="0" rIns="0" tIns="0" bIns="0" anchor="ctr">
            <a:spAutoFit/>
          </a:bodyPr>
          <a:lstStyle/>
          <a:p>
            <a:pPr algn="ctr"/>
            <a:r>
              <a:rPr sz="7200" b="1">
                <a:solidFill>
                  <a:srgbClr val="F2EFE2"/>
                </a:solidFill>
                <a:latin typeface="Readex Pro"/>
                <a:cs typeface="Readex Pro"/>
                <a:ea typeface="Readex Pro"/>
              </a:rPr>
              <a:t>Bayan</a:t>
            </a:r>
          </a:p>
        </p:txBody>
      </p:sp>
      <p:sp>
        <p:nvSpPr>
          <p:cNvPr id="8" name="TextBox 7"/>
          <p:cNvSpPr txBox="1"/>
          <p:nvPr/>
        </p:nvSpPr>
        <p:spPr>
          <a:xfrm>
            <a:off x="0" y="3257550"/>
            <a:ext cx="9902952" cy="428625"/>
          </a:xfrm>
          <a:prstGeom prst="rect">
            <a:avLst/>
          </a:prstGeom>
          <a:noFill/>
        </p:spPr>
        <p:txBody>
          <a:bodyPr wrap="square" lIns="0" rIns="0" tIns="0" bIns="0" anchor="ctr">
            <a:spAutoFit/>
          </a:bodyPr>
          <a:lstStyle/>
          <a:p>
            <a:pPr algn="ctr"/>
            <a:r>
              <a:rPr sz="2600" b="0">
                <a:solidFill>
                  <a:srgbClr val="F2EFE2"/>
                </a:solidFill>
                <a:latin typeface="Readex Pro"/>
                <a:cs typeface="Readex Pro"/>
                <a:ea typeface="Readex Pro"/>
              </a:rPr>
              <a:t>Simplify Arabic where you read</a:t>
            </a:r>
          </a:p>
        </p:txBody>
      </p:sp>
      <p:sp>
        <p:nvSpPr>
          <p:cNvPr id="9" name="TextBox 8"/>
          <p:cNvSpPr txBox="1"/>
          <p:nvPr/>
        </p:nvSpPr>
        <p:spPr>
          <a:xfrm>
            <a:off x="0" y="3814762"/>
            <a:ext cx="9902952" cy="300037"/>
          </a:xfrm>
          <a:prstGeom prst="rect">
            <a:avLst/>
          </a:prstGeom>
          <a:noFill/>
        </p:spPr>
        <p:txBody>
          <a:bodyPr wrap="square" lIns="0" rIns="0" tIns="0" bIns="0" anchor="ctr">
            <a:spAutoFit/>
          </a:bodyPr>
          <a:lstStyle/>
          <a:p>
            <a:pPr algn="ctr"/>
            <a:r>
              <a:rPr sz="1800" b="0">
                <a:solidFill>
                  <a:srgbClr val="C6986B"/>
                </a:solidFill>
                <a:latin typeface="Readex Pro"/>
                <a:cs typeface="Readex Pro"/>
                <a:ea typeface="Readex Pro"/>
              </a:rPr>
              <a:t>on the phone, offline</a:t>
            </a:r>
          </a:p>
        </p:txBody>
      </p:sp>
      <p:sp>
        <p:nvSpPr>
          <p:cNvPr id="10" name="TextBox 9"/>
          <p:cNvSpPr txBox="1"/>
          <p:nvPr/>
        </p:nvSpPr>
        <p:spPr>
          <a:xfrm>
            <a:off x="0" y="4414837"/>
            <a:ext cx="9902952" cy="342900"/>
          </a:xfrm>
          <a:prstGeom prst="rect">
            <a:avLst/>
          </a:prstGeom>
          <a:noFill/>
        </p:spPr>
        <p:txBody>
          <a:bodyPr wrap="square" lIns="0" rIns="0" tIns="0" bIns="0" anchor="ctr">
            <a:spAutoFit/>
          </a:bodyPr>
          <a:lstStyle/>
          <a:p>
            <a:pPr algn="ctr"/>
            <a:r>
              <a:rPr sz="2200" b="1">
                <a:solidFill>
                  <a:srgbClr val="C6986B"/>
                </a:solidFill>
                <a:latin typeface="Readex Pro"/>
                <a:cs typeface="Readex Pro"/>
                <a:ea typeface="Readex Pro"/>
              </a:rPr>
              <a:t>Team Cogni</a:t>
            </a:r>
          </a:p>
        </p:txBody>
      </p:sp>
      <p:sp>
        <p:nvSpPr>
          <p:cNvPr id="11" name="TextBox 10"/>
          <p:cNvSpPr txBox="1"/>
          <p:nvPr/>
        </p:nvSpPr>
        <p:spPr>
          <a:xfrm>
            <a:off x="685799" y="4929187"/>
            <a:ext cx="8531225" cy="257175"/>
          </a:xfrm>
          <a:prstGeom prst="rect">
            <a:avLst/>
          </a:prstGeom>
          <a:noFill/>
        </p:spPr>
        <p:txBody>
          <a:bodyPr wrap="square" lIns="0" rIns="0" tIns="0" bIns="0" anchor="ctr">
            <a:spAutoFit/>
          </a:bodyPr>
          <a:lstStyle/>
          <a:p>
            <a:pPr algn="ctr"/>
            <a:r>
              <a:rPr sz="1300" b="0">
                <a:solidFill>
                  <a:srgbClr val="A29D8C"/>
                </a:solidFill>
                <a:latin typeface="Readex Pro"/>
                <a:cs typeface="Readex Pro"/>
                <a:ea typeface="Readex Pro"/>
              </a:rPr>
              <a:t>Marwan Elamami · Abdulrahman Khengari · Ahmed Alaeb · Sanad Ali · Mohammed Thabet · Abdul Majid Mraied</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7" presetID="22" presetClass="entr" presetSubtype="8" fill="hold" grpId="0" nodeType="after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wipe(left)">
                                      <p:cBhvr>
                                        <p:cTn id="6" dur="1500"/>
                                        <p:tgtEl>
                                          <p:spTgt spid="6"/>
                                        </p:tgtEl>
                                      </p:cBhvr>
                                    </p:animEffect>
                                  </p:childTnLst>
                                </p:cTn>
                              </p:par>
                              <p:par>
                                <p:cTn id="10" presetID="10" presetClass="entr" presetSubtype="0" fill="hold" grpId="0" nodeType="withEffect">
                                  <p:stCondLst>
                                    <p:cond delay="1300"/>
                                  </p:stCondLst>
                                  <p:childTnLst>
                                    <p:set>
                                      <p:cBhvr>
                                        <p:cTn id="8" dur="1" fill="hold">
                                          <p:stCondLst>
                                            <p:cond delay="0"/>
                                          </p:stCondLst>
                                        </p:cTn>
                                        <p:tgtEl>
                                          <p:spTgt spid="7"/>
                                        </p:tgtEl>
                                        <p:attrNameLst>
                                          <p:attrName>style.visibility</p:attrName>
                                        </p:attrNameLst>
                                      </p:cBhvr>
                                      <p:to>
                                        <p:strVal val="visible"/>
                                      </p:to>
                                    </p:set>
                                    <p:animEffect transition="in" filter="fade">
                                      <p:cBhvr>
                                        <p:cTn id="9" dur="500"/>
                                        <p:tgtEl>
                                          <p:spTgt spid="7"/>
                                        </p:tgtEl>
                                      </p:cBhvr>
                                    </p:animEffect>
                                  </p:childTnLst>
                                </p:cTn>
                              </p:par>
                              <p:par>
                                <p:cTn id="13" presetID="10" presetClass="entr" presetSubtype="0" fill="hold" grpId="0" nodeType="withEffect">
                                  <p:stCondLst>
                                    <p:cond delay="170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500"/>
                                        <p:tgtEl>
                                          <p:spTgt spid="8"/>
                                        </p:tgtEl>
                                      </p:cBhvr>
                                    </p:animEffect>
                                  </p:childTnLst>
                                </p:cTn>
                              </p:par>
                              <p:par>
                                <p:cTn id="16" presetID="10" presetClass="entr" presetSubtype="0" fill="hold" grpId="0" nodeType="withEffect">
                                  <p:stCondLst>
                                    <p:cond delay="2000"/>
                                  </p:stCondLst>
                                  <p:childTnLst>
                                    <p:set>
                                      <p:cBhvr>
                                        <p:cTn id="14" dur="1" fill="hold">
                                          <p:stCondLst>
                                            <p:cond delay="0"/>
                                          </p:stCondLst>
                                        </p:cTn>
                                        <p:tgtEl>
                                          <p:spTgt spid="9"/>
                                        </p:tgtEl>
                                        <p:attrNameLst>
                                          <p:attrName>style.visibility</p:attrName>
                                        </p:attrNameLst>
                                      </p:cBhvr>
                                      <p:to>
                                        <p:strVal val="visible"/>
                                      </p:to>
                                    </p:set>
                                    <p:animEffect transition="in" filter="fade">
                                      <p:cBhvr>
                                        <p:cTn id="15" dur="500"/>
                                        <p:tgtEl>
                                          <p:spTgt spid="9"/>
                                        </p:tgtEl>
                                      </p:cBhvr>
                                    </p:animEffect>
                                  </p:childTnLst>
                                </p:cTn>
                              </p:par>
                              <p:par>
                                <p:cTn id="19" presetID="10" presetClass="entr" presetSubtype="0" fill="hold" grpId="0" nodeType="withEffect">
                                  <p:stCondLst>
                                    <p:cond delay="2200"/>
                                  </p:stCondLst>
                                  <p:childTnLst>
                                    <p:set>
                                      <p:cBhvr>
                                        <p:cTn id="17" dur="1" fill="hold">
                                          <p:stCondLst>
                                            <p:cond delay="0"/>
                                          </p:stCondLst>
                                        </p:cTn>
                                        <p:tgtEl>
                                          <p:spTgt spid="10"/>
                                        </p:tgtEl>
                                        <p:attrNameLst>
                                          <p:attrName>style.visibility</p:attrName>
                                        </p:attrNameLst>
                                      </p:cBhvr>
                                      <p:to>
                                        <p:strVal val="visible"/>
                                      </p:to>
                                    </p:set>
                                    <p:animEffect transition="in" filter="fade">
                                      <p:cBhvr>
                                        <p:cTn id="18" dur="500"/>
                                        <p:tgtEl>
                                          <p:spTgt spid="10"/>
                                        </p:tgtEl>
                                      </p:cBhvr>
                                    </p:animEffect>
                                  </p:childTnLst>
                                </p:cTn>
                              </p:par>
                              <p:par>
                                <p:cTn id="22" presetID="10" presetClass="entr" presetSubtype="0" fill="hold" grpId="0" nodeType="withEffect">
                                  <p:stCondLst>
                                    <p:cond delay="2300"/>
                                  </p:stCondLst>
                                  <p:childTnLst>
                                    <p:set>
                                      <p:cBhvr>
                                        <p:cTn id="20" dur="1" fill="hold">
                                          <p:stCondLst>
                                            <p:cond delay="0"/>
                                          </p:stCondLst>
                                        </p:cTn>
                                        <p:tgtEl>
                                          <p:spTgt spid="11"/>
                                        </p:tgtEl>
                                        <p:attrNameLst>
                                          <p:attrName>style.visibility</p:attrName>
                                        </p:attrNameLst>
                                      </p:cBhvr>
                                      <p:to>
                                        <p:strVal val="visible"/>
                                      </p:to>
                                    </p:set>
                                    <p:animEffect transition="in" filter="fade">
                                      <p:cBhvr>
                                        <p:cTn id="21" dur="5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9" grpId="0" animBg="1"/>
      <p:bldP spid="10" grpId="0" animBg="1"/>
      <p:bldP spid="11" grpId="0" animBg="1"/>
    </p:bldLst>
  </p:timing>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9902952" cy="6858000"/>
          </a:xfrm>
          <a:prstGeom prst="rect">
            <a:avLst/>
          </a:prstGeom>
          <a:solidFill>
            <a:srgbClr val="F6F2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0075" y="642937"/>
            <a:ext cx="5143500" cy="291465"/>
          </a:xfrm>
          <a:prstGeom prst="rect">
            <a:avLst/>
          </a:prstGeom>
          <a:noFill/>
        </p:spPr>
        <p:txBody>
          <a:bodyPr wrap="square" lIns="0" rIns="0" tIns="0" bIns="0" anchor="ctr">
            <a:spAutoFit/>
          </a:bodyPr>
          <a:lstStyle/>
          <a:p>
            <a:pPr algn="l"/>
            <a:r>
              <a:rPr sz="1800" b="1">
                <a:solidFill>
                  <a:srgbClr val="C6986B"/>
                </a:solidFill>
                <a:latin typeface="Readex Pro"/>
                <a:cs typeface="Readex Pro"/>
                <a:ea typeface="Readex Pro"/>
              </a:rPr>
              <a:t>01 · THE PROBLEM</a:t>
            </a:r>
          </a:p>
        </p:txBody>
      </p:sp>
      <p:sp>
        <p:nvSpPr>
          <p:cNvPr id="4" name="Rectangle 3"/>
          <p:cNvSpPr/>
          <p:nvPr/>
        </p:nvSpPr>
        <p:spPr>
          <a:xfrm>
            <a:off x="360045" y="591502"/>
            <a:ext cx="68580" cy="394335"/>
          </a:xfrm>
          <a:prstGeom prst="rect">
            <a:avLst/>
          </a:prstGeom>
          <a:solidFill>
            <a:srgbClr val="C69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00075" y="1174432"/>
            <a:ext cx="8702675" cy="600075"/>
          </a:xfrm>
          <a:prstGeom prst="rect">
            <a:avLst/>
          </a:prstGeom>
          <a:noFill/>
        </p:spPr>
        <p:txBody>
          <a:bodyPr wrap="square" lIns="0" rIns="0" tIns="0" bIns="0" anchor="ctr">
            <a:spAutoFit/>
          </a:bodyPr>
          <a:lstStyle/>
          <a:p>
            <a:pPr algn="l"/>
            <a:r>
              <a:rPr sz="4000" b="1">
                <a:solidFill>
                  <a:srgbClr val="282824"/>
                </a:solidFill>
                <a:latin typeface="Readex Pro"/>
                <a:cs typeface="Readex Pro"/>
                <a:ea typeface="Readex Pro"/>
              </a:rPr>
              <a:t>Reading in Arabic adds load</a:t>
            </a:r>
          </a:p>
        </p:txBody>
      </p:sp>
      <p:pic>
        <p:nvPicPr>
          <p:cNvPr id="6" name="Samsung logo" descr="Samsung"/>
          <p:cNvPicPr>
            <a:picLocks noChangeAspect="1"/>
          </p:cNvPicPr>
          <p:nvPr/>
        </p:nvPicPr>
        <p:blipFill>
          <a:blip r:embed="rId2"/>
          <a:stretch>
            <a:fillRect/>
          </a:stretch>
        </p:blipFill>
        <p:spPr>
          <a:xfrm>
            <a:off x="600075" y="6429375"/>
            <a:ext cx="1071562" cy="164753"/>
          </a:xfrm>
          <a:prstGeom prst="rect">
            <a:avLst/>
          </a:prstGeom>
        </p:spPr>
      </p:pic>
      <p:sp>
        <p:nvSpPr>
          <p:cNvPr id="7" name="TextBox 6"/>
          <p:cNvSpPr txBox="1"/>
          <p:nvPr/>
        </p:nvSpPr>
        <p:spPr>
          <a:xfrm>
            <a:off x="1928812" y="6429375"/>
            <a:ext cx="3857625" cy="240030"/>
          </a:xfrm>
          <a:prstGeom prst="rect">
            <a:avLst/>
          </a:prstGeom>
          <a:noFill/>
        </p:spPr>
        <p:txBody>
          <a:bodyPr wrap="square" lIns="0" rIns="0" tIns="0" bIns="0" anchor="ctr">
            <a:spAutoFit/>
          </a:bodyPr>
          <a:lstStyle/>
          <a:p>
            <a:pPr algn="l"/>
            <a:r>
              <a:rPr sz="1300" b="0">
                <a:solidFill>
                  <a:srgbClr val="6F6B5E"/>
                </a:solidFill>
                <a:latin typeface="Readex Pro"/>
                <a:cs typeface="Readex Pro"/>
                <a:ea typeface="Readex Pro"/>
              </a:rPr>
              <a:t>Samsung Innovation Campus  ·  AI Course</a:t>
            </a:r>
          </a:p>
        </p:txBody>
      </p:sp>
      <p:sp>
        <p:nvSpPr>
          <p:cNvPr id="8" name="TextBox 7"/>
          <p:cNvSpPr txBox="1"/>
          <p:nvPr/>
        </p:nvSpPr>
        <p:spPr>
          <a:xfrm>
            <a:off x="8445500" y="6429375"/>
            <a:ext cx="857250" cy="240030"/>
          </a:xfrm>
          <a:prstGeom prst="rect">
            <a:avLst/>
          </a:prstGeom>
          <a:noFill/>
        </p:spPr>
        <p:txBody>
          <a:bodyPr wrap="square" lIns="0" rIns="0" tIns="0" bIns="0" anchor="ctr">
            <a:spAutoFit/>
          </a:bodyPr>
          <a:lstStyle/>
          <a:p>
            <a:pPr algn="r"/>
            <a:r>
              <a:rPr sz="1300" b="0">
                <a:solidFill>
                  <a:srgbClr val="6F6B5E"/>
                </a:solidFill>
                <a:latin typeface="Readex Pro"/>
                <a:cs typeface="Readex Pro"/>
                <a:ea typeface="Readex Pro"/>
              </a:rPr>
              <a:t>2 / 8</a:t>
            </a:r>
          </a:p>
        </p:txBody>
      </p:sp>
      <p:sp>
        <p:nvSpPr>
          <p:cNvPr id="9" name="TextBox 8"/>
          <p:cNvSpPr txBox="1"/>
          <p:nvPr/>
        </p:nvSpPr>
        <p:spPr>
          <a:xfrm>
            <a:off x="922337" y="2057400"/>
            <a:ext cx="2400300" cy="1285875"/>
          </a:xfrm>
          <a:prstGeom prst="rect">
            <a:avLst/>
          </a:prstGeom>
          <a:noFill/>
        </p:spPr>
        <p:txBody>
          <a:bodyPr wrap="square" lIns="0" rIns="0" tIns="0" bIns="0" anchor="ctr">
            <a:spAutoFit/>
          </a:bodyPr>
          <a:lstStyle/>
          <a:p>
            <a:pPr algn="ctr"/>
            <a:r>
              <a:rPr sz="11000" b="0">
                <a:solidFill>
                  <a:srgbClr val="C6986B"/>
                </a:solidFill>
                <a:latin typeface="Readex Pro"/>
                <a:cs typeface="Readex Pro"/>
                <a:ea typeface="Readex Pro"/>
              </a:rPr>
              <a:t>11%</a:t>
            </a:r>
          </a:p>
        </p:txBody>
      </p:sp>
      <p:sp>
        <p:nvSpPr>
          <p:cNvPr id="10" name="TextBox 9"/>
          <p:cNvSpPr txBox="1"/>
          <p:nvPr/>
        </p:nvSpPr>
        <p:spPr>
          <a:xfrm>
            <a:off x="236537" y="3900487"/>
            <a:ext cx="3771900" cy="685800"/>
          </a:xfrm>
          <a:prstGeom prst="rect">
            <a:avLst/>
          </a:prstGeom>
          <a:noFill/>
        </p:spPr>
        <p:txBody>
          <a:bodyPr wrap="square" lIns="0" rIns="0" tIns="0" bIns="0" anchor="ctr">
            <a:spAutoFit/>
          </a:bodyPr>
          <a:lstStyle/>
          <a:p>
            <a:pPr algn="ctr">
              <a:lnSpc>
                <a:spcPct val="90000"/>
              </a:lnSpc>
            </a:pPr>
            <a:r>
              <a:rPr sz="2200" b="0">
                <a:solidFill>
                  <a:srgbClr val="4A4842"/>
                </a:solidFill>
                <a:latin typeface="Readex Pro"/>
                <a:cs typeface="Readex Pro"/>
                <a:ea typeface="Readex Pro"/>
              </a:rPr>
              <a:t>of Arab primary-school children</a:t>
            </a:r>
          </a:p>
          <a:p>
            <a:pPr algn="ctr">
              <a:lnSpc>
                <a:spcPct val="90000"/>
              </a:lnSpc>
            </a:pPr>
            <a:r>
              <a:rPr sz="2200" b="0">
                <a:solidFill>
                  <a:srgbClr val="4A4842"/>
                </a:solidFill>
                <a:latin typeface="Readex Pro"/>
                <a:cs typeface="Readex Pro"/>
                <a:ea typeface="Readex Pro"/>
              </a:rPr>
              <a:t>have developmental dyslexia</a:t>
            </a:r>
          </a:p>
        </p:txBody>
      </p:sp>
      <p:sp>
        <p:nvSpPr>
          <p:cNvPr id="11" name="Rectangle 10"/>
          <p:cNvSpPr/>
          <p:nvPr/>
        </p:nvSpPr>
        <p:spPr>
          <a:xfrm>
            <a:off x="236537" y="4406265"/>
            <a:ext cx="51434" cy="264033"/>
          </a:xfrm>
          <a:prstGeom prst="rect">
            <a:avLst/>
          </a:prstGeom>
          <a:solidFill>
            <a:srgbClr val="C69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6567" y="4371975"/>
            <a:ext cx="5143500" cy="183356"/>
          </a:xfrm>
          <a:prstGeom prst="rect">
            <a:avLst/>
          </a:prstGeom>
          <a:noFill/>
        </p:spPr>
        <p:txBody>
          <a:bodyPr wrap="square" lIns="0" rIns="0" tIns="0" bIns="0" anchor="ctr">
            <a:spAutoFit/>
          </a:bodyPr>
          <a:lstStyle/>
          <a:p>
            <a:pPr algn="l"/>
            <a:r>
              <a:rPr sz="1100" b="0">
                <a:solidFill>
                  <a:srgbClr val="6F6B5E"/>
                </a:solidFill>
                <a:latin typeface="Readex Pro"/>
                <a:cs typeface="Readex Pro"/>
                <a:ea typeface="Readex Pro"/>
              </a:rPr>
              <a:t>Al-Dakhil 2024 · 18 studies, N = 30,243</a:t>
            </a:r>
          </a:p>
        </p:txBody>
      </p:sp>
      <p:sp>
        <p:nvSpPr>
          <p:cNvPr id="13" name="Rounded Rectangle 12"/>
          <p:cNvSpPr/>
          <p:nvPr/>
        </p:nvSpPr>
        <p:spPr>
          <a:xfrm>
            <a:off x="4994275" y="1585912"/>
            <a:ext cx="4286250" cy="3343275"/>
          </a:xfrm>
          <a:prstGeom prst="roundRect">
            <a:avLst>
              <a:gd name="adj" fmla="val 4376"/>
            </a:avLst>
          </a:prstGeom>
          <a:solidFill>
            <a:srgbClr val="EFE9D9"/>
          </a:solidFill>
          <a:ln w="15875">
            <a:solidFill>
              <a:srgbClr val="E6DF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994275" y="1928812"/>
            <a:ext cx="4286250" cy="942975"/>
          </a:xfrm>
          <a:prstGeom prst="rect">
            <a:avLst/>
          </a:prstGeom>
          <a:noFill/>
        </p:spPr>
        <p:txBody>
          <a:bodyPr wrap="square" lIns="0" rIns="0" tIns="0" bIns="0" anchor="ctr">
            <a:spAutoFit/>
          </a:bodyPr>
          <a:lstStyle/>
          <a:p>
            <a:pPr algn="ctr" rtl="1"/>
            <a:r>
              <a:rPr sz="10000" b="0" lang="ar-SA">
                <a:solidFill>
                  <a:srgbClr val="282824"/>
                </a:solidFill>
                <a:latin typeface="Amiri"/>
                <a:cs typeface="Amiri"/>
                <a:ea typeface="Amiri"/>
              </a:rPr>
              <a:t>كتب</a:t>
            </a:r>
          </a:p>
        </p:txBody>
      </p:sp>
      <p:sp>
        <p:nvSpPr>
          <p:cNvPr id="15" name="TextBox 14"/>
          <p:cNvSpPr txBox="1"/>
          <p:nvPr/>
        </p:nvSpPr>
        <p:spPr>
          <a:xfrm>
            <a:off x="4994275" y="2803207"/>
            <a:ext cx="4286250" cy="257175"/>
          </a:xfrm>
          <a:prstGeom prst="rect">
            <a:avLst/>
          </a:prstGeom>
          <a:noFill/>
        </p:spPr>
        <p:txBody>
          <a:bodyPr wrap="square" lIns="0" rIns="0" tIns="0" bIns="0" anchor="ctr">
            <a:spAutoFit/>
          </a:bodyPr>
          <a:lstStyle/>
          <a:p>
            <a:pPr algn="ctr"/>
            <a:r>
              <a:rPr sz="1500" b="0">
                <a:solidFill>
                  <a:srgbClr val="6F6B5E"/>
                </a:solidFill>
                <a:latin typeface="Readex Pro"/>
                <a:cs typeface="Readex Pro"/>
                <a:ea typeface="Readex Pro"/>
              </a:rPr>
              <a:t>one written form</a:t>
            </a:r>
          </a:p>
        </p:txBody>
      </p:sp>
      <p:cxnSp>
        <p:nvCxnSpPr>
          <p:cNvPr id="16" name="Connector 15"/>
          <p:cNvCxnSpPr/>
          <p:nvPr/>
        </p:nvCxnSpPr>
        <p:spPr>
          <a:xfrm>
            <a:off x="4951412" y="4500562"/>
            <a:ext cx="3343275" cy="257175"/>
          </a:xfrm>
          <a:prstGeom prst="line">
            <a:avLst/>
          </a:prstGeom>
          <a:ln w="31750">
            <a:solidFill>
              <a:srgbClr val="C6986B"/>
            </a:solidFill>
            <a:tailEnd type="triangle"/>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7523162" y="4457700"/>
            <a:ext cx="1543050" cy="600075"/>
          </a:xfrm>
          <a:prstGeom prst="rect">
            <a:avLst/>
          </a:prstGeom>
          <a:noFill/>
        </p:spPr>
        <p:txBody>
          <a:bodyPr wrap="square" lIns="0" rIns="0" tIns="0" bIns="0" anchor="ctr">
            <a:spAutoFit/>
          </a:bodyPr>
          <a:lstStyle/>
          <a:p>
            <a:pPr algn="ctr" rtl="1"/>
            <a:r>
              <a:rPr sz="4000" b="0" lang="ar-SA">
                <a:solidFill>
                  <a:srgbClr val="282824"/>
                </a:solidFill>
                <a:latin typeface="Amiri"/>
                <a:cs typeface="Amiri"/>
                <a:ea typeface="Amiri"/>
              </a:rPr>
              <a:t>كَتَبَ</a:t>
            </a:r>
          </a:p>
        </p:txBody>
      </p:sp>
      <p:sp>
        <p:nvSpPr>
          <p:cNvPr id="18" name="TextBox 17"/>
          <p:cNvSpPr txBox="1"/>
          <p:nvPr/>
        </p:nvSpPr>
        <p:spPr>
          <a:xfrm>
            <a:off x="7523162" y="5186362"/>
            <a:ext cx="1543050" cy="471487"/>
          </a:xfrm>
          <a:prstGeom prst="rect">
            <a:avLst/>
          </a:prstGeom>
          <a:noFill/>
        </p:spPr>
        <p:txBody>
          <a:bodyPr wrap="square" lIns="0" rIns="0" tIns="0" bIns="0" anchor="ctr">
            <a:spAutoFit/>
          </a:bodyPr>
          <a:lstStyle/>
          <a:p>
            <a:pPr algn="ctr"/>
            <a:r>
              <a:rPr sz="1500" b="1">
                <a:solidFill>
                  <a:srgbClr val="8A5E35"/>
                </a:solidFill>
                <a:latin typeface="Readex Pro"/>
                <a:cs typeface="Readex Pro"/>
                <a:ea typeface="Readex Pro"/>
              </a:rPr>
              <a:t>kataba</a:t>
            </a:r>
          </a:p>
          <a:p>
            <a:pPr algn="ctr"/>
            <a:r>
              <a:rPr sz="1300" b="0">
                <a:solidFill>
                  <a:srgbClr val="8A5E35"/>
                </a:solidFill>
                <a:latin typeface="Readex Pro"/>
                <a:cs typeface="Readex Pro"/>
                <a:ea typeface="Readex Pro"/>
              </a:rPr>
              <a:t>he wrote</a:t>
            </a:r>
          </a:p>
        </p:txBody>
      </p:sp>
      <p:cxnSp>
        <p:nvCxnSpPr>
          <p:cNvPr id="19" name="Connector 18"/>
          <p:cNvCxnSpPr/>
          <p:nvPr/>
        </p:nvCxnSpPr>
        <p:spPr>
          <a:xfrm>
            <a:off x="4951412" y="4500562"/>
            <a:ext cx="0" cy="257175"/>
          </a:xfrm>
          <a:prstGeom prst="line">
            <a:avLst/>
          </a:prstGeom>
          <a:ln w="31750">
            <a:solidFill>
              <a:srgbClr val="C6986B"/>
            </a:solidFill>
            <a:tailEnd type="triangle"/>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4179887" y="4457700"/>
            <a:ext cx="1543050" cy="600075"/>
          </a:xfrm>
          <a:prstGeom prst="rect">
            <a:avLst/>
          </a:prstGeom>
          <a:noFill/>
        </p:spPr>
        <p:txBody>
          <a:bodyPr wrap="square" lIns="0" rIns="0" tIns="0" bIns="0" anchor="ctr">
            <a:spAutoFit/>
          </a:bodyPr>
          <a:lstStyle/>
          <a:p>
            <a:pPr algn="ctr" rtl="1"/>
            <a:r>
              <a:rPr sz="4000" b="0" lang="ar-SA">
                <a:solidFill>
                  <a:srgbClr val="282824"/>
                </a:solidFill>
                <a:latin typeface="Amiri"/>
                <a:cs typeface="Amiri"/>
                <a:ea typeface="Amiri"/>
              </a:rPr>
              <a:t>كُتِبَ</a:t>
            </a:r>
          </a:p>
        </p:txBody>
      </p:sp>
      <p:sp>
        <p:nvSpPr>
          <p:cNvPr id="21" name="TextBox 20"/>
          <p:cNvSpPr txBox="1"/>
          <p:nvPr/>
        </p:nvSpPr>
        <p:spPr>
          <a:xfrm>
            <a:off x="4179887" y="5186362"/>
            <a:ext cx="1543050" cy="471487"/>
          </a:xfrm>
          <a:prstGeom prst="rect">
            <a:avLst/>
          </a:prstGeom>
          <a:noFill/>
        </p:spPr>
        <p:txBody>
          <a:bodyPr wrap="square" lIns="0" rIns="0" tIns="0" bIns="0" anchor="ctr">
            <a:spAutoFit/>
          </a:bodyPr>
          <a:lstStyle/>
          <a:p>
            <a:pPr algn="ctr"/>
            <a:r>
              <a:rPr sz="1500" b="1">
                <a:solidFill>
                  <a:srgbClr val="8A5E35"/>
                </a:solidFill>
                <a:latin typeface="Readex Pro"/>
                <a:cs typeface="Readex Pro"/>
                <a:ea typeface="Readex Pro"/>
              </a:rPr>
              <a:t>kutiba</a:t>
            </a:r>
          </a:p>
          <a:p>
            <a:pPr algn="ctr"/>
            <a:r>
              <a:rPr sz="1300" b="0">
                <a:solidFill>
                  <a:srgbClr val="8A5E35"/>
                </a:solidFill>
                <a:latin typeface="Readex Pro"/>
                <a:cs typeface="Readex Pro"/>
                <a:ea typeface="Readex Pro"/>
              </a:rPr>
              <a:t>it was written</a:t>
            </a:r>
          </a:p>
        </p:txBody>
      </p:sp>
      <p:cxnSp>
        <p:nvCxnSpPr>
          <p:cNvPr id="22" name="Connector 21"/>
          <p:cNvCxnSpPr/>
          <p:nvPr/>
        </p:nvCxnSpPr>
        <p:spPr>
          <a:xfrm flipH="1">
            <a:off x="1608137" y="4500562"/>
            <a:ext cx="3343275" cy="257175"/>
          </a:xfrm>
          <a:prstGeom prst="line">
            <a:avLst/>
          </a:prstGeom>
          <a:ln w="31750">
            <a:solidFill>
              <a:srgbClr val="C6986B"/>
            </a:solidFill>
            <a:tailEnd type="triangle"/>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836612" y="4457700"/>
            <a:ext cx="1543050" cy="600075"/>
          </a:xfrm>
          <a:prstGeom prst="rect">
            <a:avLst/>
          </a:prstGeom>
          <a:noFill/>
        </p:spPr>
        <p:txBody>
          <a:bodyPr wrap="square" lIns="0" rIns="0" tIns="0" bIns="0" anchor="ctr">
            <a:spAutoFit/>
          </a:bodyPr>
          <a:lstStyle/>
          <a:p>
            <a:pPr algn="ctr" rtl="1"/>
            <a:r>
              <a:rPr sz="4000" b="0" lang="ar-SA">
                <a:solidFill>
                  <a:srgbClr val="282824"/>
                </a:solidFill>
                <a:latin typeface="Amiri"/>
                <a:cs typeface="Amiri"/>
                <a:ea typeface="Amiri"/>
              </a:rPr>
              <a:t>كُتُب</a:t>
            </a:r>
          </a:p>
        </p:txBody>
      </p:sp>
      <p:sp>
        <p:nvSpPr>
          <p:cNvPr id="24" name="TextBox 23"/>
          <p:cNvSpPr txBox="1"/>
          <p:nvPr/>
        </p:nvSpPr>
        <p:spPr>
          <a:xfrm>
            <a:off x="836612" y="5186362"/>
            <a:ext cx="1543050" cy="471487"/>
          </a:xfrm>
          <a:prstGeom prst="rect">
            <a:avLst/>
          </a:prstGeom>
          <a:noFill/>
        </p:spPr>
        <p:txBody>
          <a:bodyPr wrap="square" lIns="0" rIns="0" tIns="0" bIns="0" anchor="ctr">
            <a:spAutoFit/>
          </a:bodyPr>
          <a:lstStyle/>
          <a:p>
            <a:pPr algn="ctr"/>
            <a:r>
              <a:rPr sz="1500" b="1">
                <a:solidFill>
                  <a:srgbClr val="8A5E35"/>
                </a:solidFill>
                <a:latin typeface="Readex Pro"/>
                <a:cs typeface="Readex Pro"/>
                <a:ea typeface="Readex Pro"/>
              </a:rPr>
              <a:t>kutub</a:t>
            </a:r>
          </a:p>
          <a:p>
            <a:pPr algn="ctr"/>
            <a:r>
              <a:rPr sz="1300" b="0">
                <a:solidFill>
                  <a:srgbClr val="8A5E35"/>
                </a:solidFill>
                <a:latin typeface="Readex Pro"/>
                <a:cs typeface="Readex Pro"/>
                <a:ea typeface="Readex Pro"/>
              </a:rPr>
              <a:t>books</a:t>
            </a:r>
          </a:p>
        </p:txBody>
      </p:sp>
      <p:sp>
        <p:nvSpPr>
          <p:cNvPr id="25" name="Rounded Rectangle 24"/>
          <p:cNvSpPr/>
          <p:nvPr/>
        </p:nvSpPr>
        <p:spPr>
          <a:xfrm>
            <a:off x="750887" y="1928812"/>
            <a:ext cx="3943350" cy="2828925"/>
          </a:xfrm>
          <a:prstGeom prst="roundRect">
            <a:avLst>
              <a:gd name="adj" fmla="val 5171"/>
            </a:avLst>
          </a:prstGeom>
          <a:solidFill>
            <a:srgbClr val="EFE9D9"/>
          </a:solidFill>
          <a:ln w="15875">
            <a:solidFill>
              <a:srgbClr val="E6DF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50887" y="2143125"/>
            <a:ext cx="3943350" cy="342900"/>
          </a:xfrm>
          <a:prstGeom prst="rect">
            <a:avLst/>
          </a:prstGeom>
          <a:noFill/>
        </p:spPr>
        <p:txBody>
          <a:bodyPr wrap="square" lIns="0" rIns="0" tIns="0" bIns="0" anchor="ctr">
            <a:spAutoFit/>
          </a:bodyPr>
          <a:lstStyle/>
          <a:p>
            <a:pPr algn="ctr"/>
            <a:r>
              <a:rPr sz="2000" b="1">
                <a:solidFill>
                  <a:srgbClr val="282824"/>
                </a:solidFill>
                <a:latin typeface="Readex Pro"/>
                <a:cs typeface="Readex Pro"/>
                <a:ea typeface="Readex Pro"/>
              </a:rPr>
              <a:t>What helps</a:t>
            </a:r>
          </a:p>
        </p:txBody>
      </p:sp>
      <p:sp>
        <p:nvSpPr>
          <p:cNvPr id="27" name="TextBox 26"/>
          <p:cNvSpPr txBox="1"/>
          <p:nvPr/>
        </p:nvSpPr>
        <p:spPr>
          <a:xfrm>
            <a:off x="922337" y="2657475"/>
            <a:ext cx="3600450" cy="1371600"/>
          </a:xfrm>
          <a:prstGeom prst="rect">
            <a:avLst/>
          </a:prstGeom>
          <a:noFill/>
        </p:spPr>
        <p:txBody>
          <a:bodyPr wrap="square" lIns="0" rIns="0" tIns="0" bIns="0" anchor="ctr">
            <a:spAutoFit/>
          </a:bodyPr>
          <a:lstStyle/>
          <a:p>
            <a:pPr algn="ctr">
              <a:lnSpc>
                <a:spcPct val="95000"/>
              </a:lnSpc>
            </a:pPr>
            <a:r>
              <a:rPr sz="1600" b="0">
                <a:solidFill>
                  <a:srgbClr val="4A4842"/>
                </a:solidFill>
                <a:latin typeface="Readex Pro"/>
                <a:cs typeface="Readex Pro"/>
                <a:ea typeface="Readex Pro"/>
              </a:rPr>
              <a:t>Splitting long clauses into</a:t>
            </a:r>
          </a:p>
          <a:p>
            <a:pPr algn="ctr">
              <a:lnSpc>
                <a:spcPct val="95000"/>
              </a:lnSpc>
            </a:pPr>
            <a:r>
              <a:rPr sz="1600" b="0">
                <a:solidFill>
                  <a:srgbClr val="4A4842"/>
                </a:solidFill>
                <a:latin typeface="Readex Pro"/>
                <a:cs typeface="Readex Pro"/>
                <a:ea typeface="Readex Pro"/>
              </a:rPr>
              <a:t>short sentences: read faster,</a:t>
            </a:r>
          </a:p>
          <a:p>
            <a:pPr algn="ctr">
              <a:lnSpc>
                <a:spcPct val="95000"/>
              </a:lnSpc>
            </a:pPr>
            <a:r>
              <a:rPr sz="1600" b="0">
                <a:solidFill>
                  <a:srgbClr val="4A4842"/>
                </a:solidFill>
                <a:latin typeface="Readex Pro"/>
                <a:cs typeface="Readex Pro"/>
                <a:ea typeface="Readex Pro"/>
              </a:rPr>
              <a:t>understood better, most by</a:t>
            </a:r>
          </a:p>
          <a:p>
            <a:pPr algn="ctr">
              <a:lnSpc>
                <a:spcPct val="95000"/>
              </a:lnSpc>
            </a:pPr>
            <a:r>
              <a:rPr sz="1600" b="0">
                <a:solidFill>
                  <a:srgbClr val="4A4842"/>
                </a:solidFill>
                <a:latin typeface="Readex Pro"/>
                <a:cs typeface="Readex Pro"/>
                <a:ea typeface="Readex Pro"/>
              </a:rPr>
              <a:t>the weakest readers.</a:t>
            </a:r>
          </a:p>
        </p:txBody>
      </p:sp>
      <p:sp>
        <p:nvSpPr>
          <p:cNvPr id="28" name="Rectangle 27"/>
          <p:cNvSpPr/>
          <p:nvPr/>
        </p:nvSpPr>
        <p:spPr>
          <a:xfrm>
            <a:off x="1008062" y="4320540"/>
            <a:ext cx="51434" cy="264033"/>
          </a:xfrm>
          <a:prstGeom prst="rect">
            <a:avLst/>
          </a:prstGeom>
          <a:solidFill>
            <a:srgbClr val="C69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248092" y="4286250"/>
            <a:ext cx="5143500" cy="183356"/>
          </a:xfrm>
          <a:prstGeom prst="rect">
            <a:avLst/>
          </a:prstGeom>
          <a:noFill/>
        </p:spPr>
        <p:txBody>
          <a:bodyPr wrap="square" lIns="0" rIns="0" tIns="0" bIns="0" anchor="ctr">
            <a:spAutoFit/>
          </a:bodyPr>
          <a:lstStyle/>
          <a:p>
            <a:pPr algn="l"/>
            <a:r>
              <a:rPr sz="1100" b="0">
                <a:solidFill>
                  <a:srgbClr val="6F6B5E"/>
                </a:solidFill>
                <a:latin typeface="Readex Pro"/>
                <a:cs typeface="Readex Pro"/>
                <a:ea typeface="Readex Pro"/>
              </a:rPr>
              <a:t>Javourey-Bonnet 2022</a:t>
            </a:r>
          </a:p>
        </p:txBody>
      </p:sp>
      <p:sp>
        <p:nvSpPr>
          <p:cNvPr id="30" name="Rounded Rectangle 29"/>
          <p:cNvSpPr/>
          <p:nvPr/>
        </p:nvSpPr>
        <p:spPr>
          <a:xfrm>
            <a:off x="5208587" y="1928812"/>
            <a:ext cx="3943350" cy="2828925"/>
          </a:xfrm>
          <a:prstGeom prst="roundRect">
            <a:avLst>
              <a:gd name="adj" fmla="val 5818"/>
            </a:avLst>
          </a:prstGeom>
          <a:solidFill>
            <a:srgbClr val="EEDDC7"/>
          </a:solidFill>
          <a:ln w="15875">
            <a:solidFill>
              <a:srgbClr val="C6986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208587" y="2143125"/>
            <a:ext cx="3943350" cy="342900"/>
          </a:xfrm>
          <a:prstGeom prst="rect">
            <a:avLst/>
          </a:prstGeom>
          <a:noFill/>
        </p:spPr>
        <p:txBody>
          <a:bodyPr wrap="square" lIns="0" rIns="0" tIns="0" bIns="0" anchor="ctr">
            <a:spAutoFit/>
          </a:bodyPr>
          <a:lstStyle/>
          <a:p>
            <a:pPr algn="ctr"/>
            <a:r>
              <a:rPr sz="2000" b="1">
                <a:solidFill>
                  <a:srgbClr val="8A5E35"/>
                </a:solidFill>
                <a:latin typeface="Readex Pro"/>
                <a:cs typeface="Readex Pro"/>
                <a:ea typeface="Readex Pro"/>
              </a:rPr>
              <a:t>Bayan's scope</a:t>
            </a:r>
          </a:p>
        </p:txBody>
      </p:sp>
      <p:sp>
        <p:nvSpPr>
          <p:cNvPr id="32" name="Rounded Rectangle 31"/>
          <p:cNvSpPr/>
          <p:nvPr/>
        </p:nvSpPr>
        <p:spPr>
          <a:xfrm>
            <a:off x="-2267286" y="3463290"/>
            <a:ext cx="18895097" cy="531495"/>
          </a:xfrm>
          <a:prstGeom prst="roundRect">
            <a:avLst>
              <a:gd name="adj" fmla="val 32258"/>
            </a:avLst>
          </a:prstGeom>
          <a:solidFill>
            <a:srgbClr val="F6F2E6"/>
          </a:solidFill>
          <a:ln w="15875">
            <a:solidFill>
              <a:srgbClr val="F6F2E6"/>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600" b="1">
                <a:solidFill>
                  <a:srgbClr val="8A5E35"/>
                </a:solidFill>
                <a:latin typeface="Readex Pro"/>
                <a:cs typeface="Readex Pro"/>
                <a:ea typeface="Readex Pro"/>
              </a:rPr>
              <a:t>we reduce reading load</a:t>
            </a:r>
          </a:p>
        </p:txBody>
      </p:sp>
      <p:sp>
        <p:nvSpPr>
          <p:cNvPr id="33" name="Rounded Rectangle 32"/>
          <p:cNvSpPr/>
          <p:nvPr/>
        </p:nvSpPr>
        <p:spPr>
          <a:xfrm>
            <a:off x="-2864993" y="3985676"/>
            <a:ext cx="20090511" cy="515421"/>
          </a:xfrm>
          <a:prstGeom prst="roundRect">
            <a:avLst>
              <a:gd name="adj" fmla="val 33264"/>
            </a:avLst>
          </a:prstGeom>
          <a:solidFill>
            <a:srgbClr val="F6F2E6"/>
          </a:solidFill>
          <a:ln w="15875">
            <a:solidFill>
              <a:srgbClr val="F6F2E6"/>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500" b="0">
                <a:solidFill>
                  <a:srgbClr val="4A4842"/>
                </a:solidFill>
                <a:latin typeface="Readex Pro"/>
                <a:cs typeface="Readex Pro"/>
                <a:ea typeface="Readex Pro"/>
              </a:rPr>
              <a:t>long clauses · hard words</a:t>
            </a:r>
          </a:p>
        </p:txBody>
      </p:sp>
      <p:sp>
        <p:nvSpPr>
          <p:cNvPr id="34" name="Rounded Rectangle 33"/>
          <p:cNvSpPr/>
          <p:nvPr/>
        </p:nvSpPr>
        <p:spPr>
          <a:xfrm>
            <a:off x="-5489705" y="4508063"/>
            <a:ext cx="25339935" cy="499348"/>
          </a:xfrm>
          <a:prstGeom prst="roundRect">
            <a:avLst>
              <a:gd name="adj" fmla="val 34334"/>
            </a:avLst>
          </a:prstGeom>
          <a:solidFill>
            <a:srgbClr val="F3E2DA"/>
          </a:solidFill>
          <a:ln w="15875">
            <a:solidFill>
              <a:srgbClr val="F3E2DA"/>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400" b="0">
                <a:solidFill>
                  <a:srgbClr val="B5533C"/>
                </a:solidFill>
                <a:latin typeface="Readex Pro"/>
                <a:cs typeface="Readex Pro"/>
                <a:ea typeface="Readex Pro"/>
              </a:rPr>
              <a:t>not decoding · no reader claim yet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7" presetID="10" presetClass="entr" presetSubtype="0" fill="hold" grpId="0" nodeType="afterEffect">
                                  <p:stCondLst>
                                    <p:cond delay="0"/>
                                  </p:stCondLst>
                                  <p:childTnLst>
                                    <p:set>
                                      <p:cBhvr>
                                        <p:cTn id="5" dur="1" fill="hold">
                                          <p:stCondLst>
                                            <p:cond delay="0"/>
                                          </p:stCondLst>
                                        </p:cTn>
                                        <p:tgtEl>
                                          <p:spTgt spid="9"/>
                                        </p:tgtEl>
                                        <p:attrNameLst>
                                          <p:attrName>style.visibility</p:attrName>
                                        </p:attrNameLst>
                                      </p:cBhvr>
                                      <p:to>
                                        <p:strVal val="visible"/>
                                      </p:to>
                                    </p:set>
                                    <p:animEffect transition="in" filter="fade">
                                      <p:cBhvr>
                                        <p:cTn id="6" dur="500"/>
                                        <p:tgtEl>
                                          <p:spTgt spid="9"/>
                                        </p:tgtEl>
                                      </p:cBhvr>
                                    </p:animEffect>
                                  </p:childTnLst>
                                </p:cTn>
                              </p:par>
                              <p:par>
                                <p:cTn id="10" presetID="10" presetClass="entr" presetSubtype="0" fill="hold" grpId="0" nodeType="withEffect">
                                  <p:stCondLst>
                                    <p:cond delay="300"/>
                                  </p:stCondLst>
                                  <p:childTnLst>
                                    <p:set>
                                      <p:cBhvr>
                                        <p:cTn id="8" dur="1" fill="hold">
                                          <p:stCondLst>
                                            <p:cond delay="0"/>
                                          </p:stCondLst>
                                        </p:cTn>
                                        <p:tgtEl>
                                          <p:spTgt spid="10"/>
                                        </p:tgtEl>
                                        <p:attrNameLst>
                                          <p:attrName>style.visibility</p:attrName>
                                        </p:attrNameLst>
                                      </p:cBhvr>
                                      <p:to>
                                        <p:strVal val="visible"/>
                                      </p:to>
                                    </p:set>
                                    <p:animEffect transition="in" filter="fade">
                                      <p:cBhvr>
                                        <p:cTn id="9" dur="500"/>
                                        <p:tgtEl>
                                          <p:spTgt spid="10"/>
                                        </p:tgtEl>
                                      </p:cBhvr>
                                    </p:animEffect>
                                  </p:childTnLst>
                                </p:cTn>
                              </p:par>
                              <p:par>
                                <p:cTn id="13" presetID="10" presetClass="entr" presetSubtype="0" fill="hold" grpId="0" nodeType="withEffect">
                                  <p:stCondLst>
                                    <p:cond delay="600"/>
                                  </p:stCondLst>
                                  <p:childTnLst>
                                    <p:set>
                                      <p:cBhvr>
                                        <p:cTn id="11" dur="1" fill="hold">
                                          <p:stCondLst>
                                            <p:cond delay="0"/>
                                          </p:stCondLst>
                                        </p:cTn>
                                        <p:tgtEl>
                                          <p:spTgt spid="11"/>
                                        </p:tgtEl>
                                        <p:attrNameLst>
                                          <p:attrName>style.visibility</p:attrName>
                                        </p:attrNameLst>
                                      </p:cBhvr>
                                      <p:to>
                                        <p:strVal val="visible"/>
                                      </p:to>
                                    </p:set>
                                    <p:animEffect transition="in" filter="fade">
                                      <p:cBhvr>
                                        <p:cTn id="12" dur="500"/>
                                        <p:tgtEl>
                                          <p:spTgt spid="11"/>
                                        </p:tgtEl>
                                      </p:cBhvr>
                                    </p:animEffect>
                                  </p:childTnLst>
                                </p:cTn>
                              </p:par>
                              <p:par>
                                <p:cTn id="16" presetID="10" presetClass="entr" presetSubtype="0" fill="hold" grpId="0" nodeType="withEffect">
                                  <p:stCondLst>
                                    <p:cond delay="600"/>
                                  </p:stCondLst>
                                  <p:childTnLst>
                                    <p:set>
                                      <p:cBhvr>
                                        <p:cTn id="14" dur="1" fill="hold">
                                          <p:stCondLst>
                                            <p:cond delay="0"/>
                                          </p:stCondLst>
                                        </p:cTn>
                                        <p:tgtEl>
                                          <p:spTgt spid="13"/>
                                        </p:tgtEl>
                                        <p:attrNameLst>
                                          <p:attrName>style.visibility</p:attrName>
                                        </p:attrNameLst>
                                      </p:cBhvr>
                                      <p:to>
                                        <p:strVal val="visible"/>
                                      </p:to>
                                    </p:set>
                                    <p:animEffect transition="in" filter="fade">
                                      <p:cBhvr>
                                        <p:cTn id="15" dur="500"/>
                                        <p:tgtEl>
                                          <p:spTgt spid="13"/>
                                        </p:tgtEl>
                                      </p:cBhvr>
                                    </p:animEffect>
                                  </p:childTnLst>
                                </p:cTn>
                              </p:par>
                              <p:par>
                                <p:cTn id="19" presetID="10" presetClass="entr" presetSubtype="0" fill="hold" grpId="0" nodeType="withEffect">
                                  <p:stCondLst>
                                    <p:cond delay="800"/>
                                  </p:stCondLst>
                                  <p:childTnLst>
                                    <p:set>
                                      <p:cBhvr>
                                        <p:cTn id="17" dur="1" fill="hold">
                                          <p:stCondLst>
                                            <p:cond delay="0"/>
                                          </p:stCondLst>
                                        </p:cTn>
                                        <p:tgtEl>
                                          <p:spTgt spid="14"/>
                                        </p:tgtEl>
                                        <p:attrNameLst>
                                          <p:attrName>style.visibility</p:attrName>
                                        </p:attrNameLst>
                                      </p:cBhvr>
                                      <p:to>
                                        <p:strVal val="visible"/>
                                      </p:to>
                                    </p:set>
                                    <p:animEffect transition="in" filter="fade">
                                      <p:cBhvr>
                                        <p:cTn id="18" dur="500"/>
                                        <p:tgtEl>
                                          <p:spTgt spid="14"/>
                                        </p:tgtEl>
                                      </p:cBhvr>
                                    </p:animEffect>
                                  </p:childTnLst>
                                </p:cTn>
                              </p:par>
                              <p:par>
                                <p:cTn id="22" presetID="10" presetClass="entr" presetSubtype="0" fill="hold" grpId="0" nodeType="withEffect">
                                  <p:stCondLst>
                                    <p:cond delay="1000"/>
                                  </p:stCondLst>
                                  <p:childTnLst>
                                    <p:set>
                                      <p:cBhvr>
                                        <p:cTn id="20" dur="1" fill="hold">
                                          <p:stCondLst>
                                            <p:cond delay="0"/>
                                          </p:stCondLst>
                                        </p:cTn>
                                        <p:tgtEl>
                                          <p:spTgt spid="15"/>
                                        </p:tgtEl>
                                        <p:attrNameLst>
                                          <p:attrName>style.visibility</p:attrName>
                                        </p:attrNameLst>
                                      </p:cBhvr>
                                      <p:to>
                                        <p:strVal val="visible"/>
                                      </p:to>
                                    </p:set>
                                    <p:animEffect transition="in" filter="fade">
                                      <p:cBhvr>
                                        <p:cTn id="21" dur="500"/>
                                        <p:tgtEl>
                                          <p:spTgt spid="15"/>
                                        </p:tgtEl>
                                      </p:cBhvr>
                                    </p:animEffect>
                                  </p:childTnLst>
                                </p:cTn>
                              </p:par>
                              <p:par>
                                <p:cTn id="25" presetID="10" presetClass="entr" presetSubtype="0" fill="hold" grpId="0" nodeType="withEffect">
                                  <p:stCondLst>
                                    <p:cond delay="1200"/>
                                  </p:stCondLst>
                                  <p:childTnLst>
                                    <p:set>
                                      <p:cBhvr>
                                        <p:cTn id="23" dur="1" fill="hold">
                                          <p:stCondLst>
                                            <p:cond delay="0"/>
                                          </p:stCondLst>
                                        </p:cTn>
                                        <p:tgtEl>
                                          <p:spTgt spid="16"/>
                                        </p:tgtEl>
                                        <p:attrNameLst>
                                          <p:attrName>style.visibility</p:attrName>
                                        </p:attrNameLst>
                                      </p:cBhvr>
                                      <p:to>
                                        <p:strVal val="visible"/>
                                      </p:to>
                                    </p:set>
                                    <p:animEffect transition="in" filter="fade">
                                      <p:cBhvr>
                                        <p:cTn id="24" dur="500"/>
                                        <p:tgtEl>
                                          <p:spTgt spid="16"/>
                                        </p:tgtEl>
                                      </p:cBhvr>
                                    </p:animEffect>
                                  </p:childTnLst>
                                </p:cTn>
                              </p:par>
                              <p:par>
                                <p:cTn id="28" presetID="10" presetClass="entr" presetSubtype="0" fill="hold" grpId="0" nodeType="withEffect">
                                  <p:stCondLst>
                                    <p:cond delay="1450"/>
                                  </p:stCondLst>
                                  <p:childTnLst>
                                    <p:set>
                                      <p:cBhvr>
                                        <p:cTn id="26" dur="1" fill="hold">
                                          <p:stCondLst>
                                            <p:cond delay="0"/>
                                          </p:stCondLst>
                                        </p:cTn>
                                        <p:tgtEl>
                                          <p:spTgt spid="19"/>
                                        </p:tgtEl>
                                        <p:attrNameLst>
                                          <p:attrName>style.visibility</p:attrName>
                                        </p:attrNameLst>
                                      </p:cBhvr>
                                      <p:to>
                                        <p:strVal val="visible"/>
                                      </p:to>
                                    </p:set>
                                    <p:animEffect transition="in" filter="fade">
                                      <p:cBhvr>
                                        <p:cTn id="27" dur="500"/>
                                        <p:tgtEl>
                                          <p:spTgt spid="19"/>
                                        </p:tgtEl>
                                      </p:cBhvr>
                                    </p:animEffect>
                                  </p:childTnLst>
                                </p:cTn>
                              </p:par>
                              <p:par>
                                <p:cTn id="31" presetID="10" presetClass="entr" presetSubtype="0" fill="hold" grpId="0" nodeType="withEffect">
                                  <p:stCondLst>
                                    <p:cond delay="1700"/>
                                  </p:stCondLst>
                                  <p:childTnLst>
                                    <p:set>
                                      <p:cBhvr>
                                        <p:cTn id="29" dur="1" fill="hold">
                                          <p:stCondLst>
                                            <p:cond delay="0"/>
                                          </p:stCondLst>
                                        </p:cTn>
                                        <p:tgtEl>
                                          <p:spTgt spid="22"/>
                                        </p:tgtEl>
                                        <p:attrNameLst>
                                          <p:attrName>style.visibility</p:attrName>
                                        </p:attrNameLst>
                                      </p:cBhvr>
                                      <p:to>
                                        <p:strVal val="visible"/>
                                      </p:to>
                                    </p:set>
                                    <p:animEffect transition="in" filter="fade">
                                      <p:cBhvr>
                                        <p:cTn id="30" dur="500"/>
                                        <p:tgtEl>
                                          <p:spTgt spid="22"/>
                                        </p:tgtEl>
                                      </p:cBhvr>
                                    </p:animEffect>
                                  </p:childTnLst>
                                </p:cTn>
                              </p:par>
                              <p:par>
                                <p:cTn id="34" presetID="10" presetClass="entr" presetSubtype="0" fill="hold" grpId="0" nodeType="withEffect">
                                  <p:stCondLst>
                                    <p:cond delay="1300"/>
                                  </p:stCondLst>
                                  <p:childTnLst>
                                    <p:set>
                                      <p:cBhvr>
                                        <p:cTn id="32" dur="1" fill="hold">
                                          <p:stCondLst>
                                            <p:cond delay="0"/>
                                          </p:stCondLst>
                                        </p:cTn>
                                        <p:tgtEl>
                                          <p:spTgt spid="17"/>
                                        </p:tgtEl>
                                        <p:attrNameLst>
                                          <p:attrName>style.visibility</p:attrName>
                                        </p:attrNameLst>
                                      </p:cBhvr>
                                      <p:to>
                                        <p:strVal val="visible"/>
                                      </p:to>
                                    </p:set>
                                    <p:animEffect transition="in" filter="fade">
                                      <p:cBhvr>
                                        <p:cTn id="33" dur="500"/>
                                        <p:tgtEl>
                                          <p:spTgt spid="17"/>
                                        </p:tgtEl>
                                      </p:cBhvr>
                                    </p:animEffect>
                                  </p:childTnLst>
                                </p:cTn>
                              </p:par>
                              <p:par>
                                <p:cTn id="37" presetID="10" presetClass="entr" presetSubtype="0" fill="hold" grpId="0" nodeType="withEffect">
                                  <p:stCondLst>
                                    <p:cond delay="1300"/>
                                  </p:stCondLst>
                                  <p:childTnLst>
                                    <p:set>
                                      <p:cBhvr>
                                        <p:cTn id="35" dur="1" fill="hold">
                                          <p:stCondLst>
                                            <p:cond delay="0"/>
                                          </p:stCondLst>
                                        </p:cTn>
                                        <p:tgtEl>
                                          <p:spTgt spid="18"/>
                                        </p:tgtEl>
                                        <p:attrNameLst>
                                          <p:attrName>style.visibility</p:attrName>
                                        </p:attrNameLst>
                                      </p:cBhvr>
                                      <p:to>
                                        <p:strVal val="visible"/>
                                      </p:to>
                                    </p:set>
                                    <p:animEffect transition="in" filter="fade">
                                      <p:cBhvr>
                                        <p:cTn id="36" dur="500"/>
                                        <p:tgtEl>
                                          <p:spTgt spid="18"/>
                                        </p:tgtEl>
                                      </p:cBhvr>
                                    </p:animEffect>
                                  </p:childTnLst>
                                </p:cTn>
                              </p:par>
                              <p:par>
                                <p:cTn id="40" presetID="10" presetClass="entr" presetSubtype="0" fill="hold" grpId="0" nodeType="withEffect">
                                  <p:stCondLst>
                                    <p:cond delay="1550"/>
                                  </p:stCondLst>
                                  <p:childTnLst>
                                    <p:set>
                                      <p:cBhvr>
                                        <p:cTn id="38" dur="1" fill="hold">
                                          <p:stCondLst>
                                            <p:cond delay="0"/>
                                          </p:stCondLst>
                                        </p:cTn>
                                        <p:tgtEl>
                                          <p:spTgt spid="20"/>
                                        </p:tgtEl>
                                        <p:attrNameLst>
                                          <p:attrName>style.visibility</p:attrName>
                                        </p:attrNameLst>
                                      </p:cBhvr>
                                      <p:to>
                                        <p:strVal val="visible"/>
                                      </p:to>
                                    </p:set>
                                    <p:animEffect transition="in" filter="fade">
                                      <p:cBhvr>
                                        <p:cTn id="39" dur="500"/>
                                        <p:tgtEl>
                                          <p:spTgt spid="20"/>
                                        </p:tgtEl>
                                      </p:cBhvr>
                                    </p:animEffect>
                                  </p:childTnLst>
                                </p:cTn>
                              </p:par>
                              <p:par>
                                <p:cTn id="43" presetID="10" presetClass="entr" presetSubtype="0" fill="hold" grpId="0" nodeType="withEffect">
                                  <p:stCondLst>
                                    <p:cond delay="1550"/>
                                  </p:stCondLst>
                                  <p:childTnLst>
                                    <p:set>
                                      <p:cBhvr>
                                        <p:cTn id="41" dur="1" fill="hold">
                                          <p:stCondLst>
                                            <p:cond delay="0"/>
                                          </p:stCondLst>
                                        </p:cTn>
                                        <p:tgtEl>
                                          <p:spTgt spid="21"/>
                                        </p:tgtEl>
                                        <p:attrNameLst>
                                          <p:attrName>style.visibility</p:attrName>
                                        </p:attrNameLst>
                                      </p:cBhvr>
                                      <p:to>
                                        <p:strVal val="visible"/>
                                      </p:to>
                                    </p:set>
                                    <p:animEffect transition="in" filter="fade">
                                      <p:cBhvr>
                                        <p:cTn id="42" dur="500"/>
                                        <p:tgtEl>
                                          <p:spTgt spid="21"/>
                                        </p:tgtEl>
                                      </p:cBhvr>
                                    </p:animEffect>
                                  </p:childTnLst>
                                </p:cTn>
                              </p:par>
                              <p:par>
                                <p:cTn id="46" presetID="10" presetClass="entr" presetSubtype="0" fill="hold" grpId="0" nodeType="withEffect">
                                  <p:stCondLst>
                                    <p:cond delay="1800"/>
                                  </p:stCondLst>
                                  <p:childTnLst>
                                    <p:set>
                                      <p:cBhvr>
                                        <p:cTn id="44" dur="1" fill="hold">
                                          <p:stCondLst>
                                            <p:cond delay="0"/>
                                          </p:stCondLst>
                                        </p:cTn>
                                        <p:tgtEl>
                                          <p:spTgt spid="23"/>
                                        </p:tgtEl>
                                        <p:attrNameLst>
                                          <p:attrName>style.visibility</p:attrName>
                                        </p:attrNameLst>
                                      </p:cBhvr>
                                      <p:to>
                                        <p:strVal val="visible"/>
                                      </p:to>
                                    </p:set>
                                    <p:animEffect transition="in" filter="fade">
                                      <p:cBhvr>
                                        <p:cTn id="45" dur="500"/>
                                        <p:tgtEl>
                                          <p:spTgt spid="23"/>
                                        </p:tgtEl>
                                      </p:cBhvr>
                                    </p:animEffect>
                                  </p:childTnLst>
                                </p:cTn>
                              </p:par>
                              <p:par>
                                <p:cTn id="49" presetID="10" presetClass="entr" presetSubtype="0" fill="hold" grpId="0" nodeType="withEffect">
                                  <p:stCondLst>
                                    <p:cond delay="1800"/>
                                  </p:stCondLst>
                                  <p:childTnLst>
                                    <p:set>
                                      <p:cBhvr>
                                        <p:cTn id="47" dur="1" fill="hold">
                                          <p:stCondLst>
                                            <p:cond delay="0"/>
                                          </p:stCondLst>
                                        </p:cTn>
                                        <p:tgtEl>
                                          <p:spTgt spid="24"/>
                                        </p:tgtEl>
                                        <p:attrNameLst>
                                          <p:attrName>style.visibility</p:attrName>
                                        </p:attrNameLst>
                                      </p:cBhvr>
                                      <p:to>
                                        <p:strVal val="visible"/>
                                      </p:to>
                                    </p:set>
                                    <p:animEffect transition="in" filter="fade">
                                      <p:cBhvr>
                                        <p:cTn id="48" dur="500"/>
                                        <p:tgtEl>
                                          <p:spTgt spid="24"/>
                                        </p:tgtEl>
                                      </p:cBhvr>
                                    </p:animEffect>
                                  </p:childTnLst>
                                </p:cTn>
                              </p:par>
                            </p:childTnLst>
                          </p:cTn>
                        </p:par>
                      </p:childTnLst>
                    </p:cTn>
                  </p:par>
                  <p:par>
                    <p:cTn id="50" fill="hold">
                      <p:stCondLst>
                        <p:cond delay="indefinite"/>
                      </p:stCondLst>
                      <p:childTnLst>
                        <p:par>
                          <p:cTn id="51" fill="hold">
                            <p:stCondLst>
                              <p:cond delay="0"/>
                            </p:stCondLst>
                            <p:childTnLst>
                              <p:par>
                                <p:cTn id="54" presetID="10" presetClass="exit" presetSubtype="0" fill="hold" grpId="0" nodeType="clickEffect">
                                  <p:stCondLst>
                                    <p:cond delay="0"/>
                                  </p:stCondLst>
                                  <p:childTnLst>
                                    <p:set>
                                      <p:cBhvr>
                                        <p:cTn id="52" dur="1" fill="hold">
                                          <p:stCondLst>
                                            <p:cond delay="400"/>
                                          </p:stCondLst>
                                        </p:cTn>
                                        <p:tgtEl>
                                          <p:spTgt spid="9"/>
                                        </p:tgtEl>
                                        <p:attrNameLst>
                                          <p:attrName>style.visibility</p:attrName>
                                        </p:attrNameLst>
                                      </p:cBhvr>
                                      <p:to>
                                        <p:strVal val="hidden"/>
                                      </p:to>
                                    </p:set>
                                    <p:animEffect transition="out" filter="fade">
                                      <p:cBhvr>
                                        <p:cTn id="53" dur="400"/>
                                        <p:tgtEl>
                                          <p:spTgt spid="9"/>
                                        </p:tgtEl>
                                      </p:cBhvr>
                                    </p:animEffect>
                                  </p:childTnLst>
                                </p:cTn>
                              </p:par>
                              <p:par>
                                <p:cTn id="57" presetID="10" presetClass="exit" presetSubtype="0" fill="hold" grpId="0" nodeType="withEffect">
                                  <p:stCondLst>
                                    <p:cond delay="0"/>
                                  </p:stCondLst>
                                  <p:childTnLst>
                                    <p:set>
                                      <p:cBhvr>
                                        <p:cTn id="55" dur="1" fill="hold">
                                          <p:stCondLst>
                                            <p:cond delay="400"/>
                                          </p:stCondLst>
                                        </p:cTn>
                                        <p:tgtEl>
                                          <p:spTgt spid="10"/>
                                        </p:tgtEl>
                                        <p:attrNameLst>
                                          <p:attrName>style.visibility</p:attrName>
                                        </p:attrNameLst>
                                      </p:cBhvr>
                                      <p:to>
                                        <p:strVal val="hidden"/>
                                      </p:to>
                                    </p:set>
                                    <p:animEffect transition="out" filter="fade">
                                      <p:cBhvr>
                                        <p:cTn id="56" dur="400"/>
                                        <p:tgtEl>
                                          <p:spTgt spid="10"/>
                                        </p:tgtEl>
                                      </p:cBhvr>
                                    </p:animEffect>
                                  </p:childTnLst>
                                </p:cTn>
                              </p:par>
                              <p:par>
                                <p:cTn id="60" presetID="10" presetClass="exit" presetSubtype="0" fill="hold" grpId="0" nodeType="withEffect">
                                  <p:stCondLst>
                                    <p:cond delay="0"/>
                                  </p:stCondLst>
                                  <p:childTnLst>
                                    <p:set>
                                      <p:cBhvr>
                                        <p:cTn id="58" dur="1" fill="hold">
                                          <p:stCondLst>
                                            <p:cond delay="400"/>
                                          </p:stCondLst>
                                        </p:cTn>
                                        <p:tgtEl>
                                          <p:spTgt spid="11"/>
                                        </p:tgtEl>
                                        <p:attrNameLst>
                                          <p:attrName>style.visibility</p:attrName>
                                        </p:attrNameLst>
                                      </p:cBhvr>
                                      <p:to>
                                        <p:strVal val="hidden"/>
                                      </p:to>
                                    </p:set>
                                    <p:animEffect transition="out" filter="fade">
                                      <p:cBhvr>
                                        <p:cTn id="59" dur="400"/>
                                        <p:tgtEl>
                                          <p:spTgt spid="11"/>
                                        </p:tgtEl>
                                      </p:cBhvr>
                                    </p:animEffect>
                                  </p:childTnLst>
                                </p:cTn>
                              </p:par>
                              <p:par>
                                <p:cTn id="63" presetID="10" presetClass="exit" presetSubtype="0" fill="hold" grpId="0" nodeType="withEffect">
                                  <p:stCondLst>
                                    <p:cond delay="0"/>
                                  </p:stCondLst>
                                  <p:childTnLst>
                                    <p:set>
                                      <p:cBhvr>
                                        <p:cTn id="61" dur="1" fill="hold">
                                          <p:stCondLst>
                                            <p:cond delay="400"/>
                                          </p:stCondLst>
                                        </p:cTn>
                                        <p:tgtEl>
                                          <p:spTgt spid="12"/>
                                        </p:tgtEl>
                                        <p:attrNameLst>
                                          <p:attrName>style.visibility</p:attrName>
                                        </p:attrNameLst>
                                      </p:cBhvr>
                                      <p:to>
                                        <p:strVal val="hidden"/>
                                      </p:to>
                                    </p:set>
                                    <p:animEffect transition="out" filter="fade">
                                      <p:cBhvr>
                                        <p:cTn id="62" dur="400"/>
                                        <p:tgtEl>
                                          <p:spTgt spid="12"/>
                                        </p:tgtEl>
                                      </p:cBhvr>
                                    </p:animEffect>
                                  </p:childTnLst>
                                </p:cTn>
                              </p:par>
                              <p:par>
                                <p:cTn id="66" presetID="10" presetClass="exit" presetSubtype="0" fill="hold" grpId="0" nodeType="withEffect">
                                  <p:stCondLst>
                                    <p:cond delay="0"/>
                                  </p:stCondLst>
                                  <p:childTnLst>
                                    <p:set>
                                      <p:cBhvr>
                                        <p:cTn id="64" dur="1" fill="hold">
                                          <p:stCondLst>
                                            <p:cond delay="400"/>
                                          </p:stCondLst>
                                        </p:cTn>
                                        <p:tgtEl>
                                          <p:spTgt spid="13"/>
                                        </p:tgtEl>
                                        <p:attrNameLst>
                                          <p:attrName>style.visibility</p:attrName>
                                        </p:attrNameLst>
                                      </p:cBhvr>
                                      <p:to>
                                        <p:strVal val="hidden"/>
                                      </p:to>
                                    </p:set>
                                    <p:animEffect transition="out" filter="fade">
                                      <p:cBhvr>
                                        <p:cTn id="65" dur="400"/>
                                        <p:tgtEl>
                                          <p:spTgt spid="13"/>
                                        </p:tgtEl>
                                      </p:cBhvr>
                                    </p:animEffect>
                                  </p:childTnLst>
                                </p:cTn>
                              </p:par>
                              <p:par>
                                <p:cTn id="69" presetID="10" presetClass="exit" presetSubtype="0" fill="hold" grpId="0" nodeType="withEffect">
                                  <p:stCondLst>
                                    <p:cond delay="0"/>
                                  </p:stCondLst>
                                  <p:childTnLst>
                                    <p:set>
                                      <p:cBhvr>
                                        <p:cTn id="67" dur="1" fill="hold">
                                          <p:stCondLst>
                                            <p:cond delay="400"/>
                                          </p:stCondLst>
                                        </p:cTn>
                                        <p:tgtEl>
                                          <p:spTgt spid="14"/>
                                        </p:tgtEl>
                                        <p:attrNameLst>
                                          <p:attrName>style.visibility</p:attrName>
                                        </p:attrNameLst>
                                      </p:cBhvr>
                                      <p:to>
                                        <p:strVal val="hidden"/>
                                      </p:to>
                                    </p:set>
                                    <p:animEffect transition="out" filter="fade">
                                      <p:cBhvr>
                                        <p:cTn id="68" dur="400"/>
                                        <p:tgtEl>
                                          <p:spTgt spid="14"/>
                                        </p:tgtEl>
                                      </p:cBhvr>
                                    </p:animEffect>
                                  </p:childTnLst>
                                </p:cTn>
                              </p:par>
                              <p:par>
                                <p:cTn id="72" presetID="10" presetClass="exit" presetSubtype="0" fill="hold" grpId="0" nodeType="withEffect">
                                  <p:stCondLst>
                                    <p:cond delay="0"/>
                                  </p:stCondLst>
                                  <p:childTnLst>
                                    <p:set>
                                      <p:cBhvr>
                                        <p:cTn id="70" dur="1" fill="hold">
                                          <p:stCondLst>
                                            <p:cond delay="400"/>
                                          </p:stCondLst>
                                        </p:cTn>
                                        <p:tgtEl>
                                          <p:spTgt spid="15"/>
                                        </p:tgtEl>
                                        <p:attrNameLst>
                                          <p:attrName>style.visibility</p:attrName>
                                        </p:attrNameLst>
                                      </p:cBhvr>
                                      <p:to>
                                        <p:strVal val="hidden"/>
                                      </p:to>
                                    </p:set>
                                    <p:animEffect transition="out" filter="fade">
                                      <p:cBhvr>
                                        <p:cTn id="71" dur="400"/>
                                        <p:tgtEl>
                                          <p:spTgt spid="15"/>
                                        </p:tgtEl>
                                      </p:cBhvr>
                                    </p:animEffect>
                                  </p:childTnLst>
                                </p:cTn>
                              </p:par>
                              <p:par>
                                <p:cTn id="75" presetID="10" presetClass="exit" presetSubtype="0" fill="hold" grpId="0" nodeType="withEffect">
                                  <p:stCondLst>
                                    <p:cond delay="0"/>
                                  </p:stCondLst>
                                  <p:childTnLst>
                                    <p:set>
                                      <p:cBhvr>
                                        <p:cTn id="73" dur="1" fill="hold">
                                          <p:stCondLst>
                                            <p:cond delay="400"/>
                                          </p:stCondLst>
                                        </p:cTn>
                                        <p:tgtEl>
                                          <p:spTgt spid="16"/>
                                        </p:tgtEl>
                                        <p:attrNameLst>
                                          <p:attrName>style.visibility</p:attrName>
                                        </p:attrNameLst>
                                      </p:cBhvr>
                                      <p:to>
                                        <p:strVal val="hidden"/>
                                      </p:to>
                                    </p:set>
                                    <p:animEffect transition="out" filter="fade">
                                      <p:cBhvr>
                                        <p:cTn id="74" dur="400"/>
                                        <p:tgtEl>
                                          <p:spTgt spid="16"/>
                                        </p:tgtEl>
                                      </p:cBhvr>
                                    </p:animEffect>
                                  </p:childTnLst>
                                </p:cTn>
                              </p:par>
                              <p:par>
                                <p:cTn id="78" presetID="10" presetClass="exit" presetSubtype="0" fill="hold" grpId="0" nodeType="withEffect">
                                  <p:stCondLst>
                                    <p:cond delay="0"/>
                                  </p:stCondLst>
                                  <p:childTnLst>
                                    <p:set>
                                      <p:cBhvr>
                                        <p:cTn id="76" dur="1" fill="hold">
                                          <p:stCondLst>
                                            <p:cond delay="400"/>
                                          </p:stCondLst>
                                        </p:cTn>
                                        <p:tgtEl>
                                          <p:spTgt spid="19"/>
                                        </p:tgtEl>
                                        <p:attrNameLst>
                                          <p:attrName>style.visibility</p:attrName>
                                        </p:attrNameLst>
                                      </p:cBhvr>
                                      <p:to>
                                        <p:strVal val="hidden"/>
                                      </p:to>
                                    </p:set>
                                    <p:animEffect transition="out" filter="fade">
                                      <p:cBhvr>
                                        <p:cTn id="77" dur="400"/>
                                        <p:tgtEl>
                                          <p:spTgt spid="19"/>
                                        </p:tgtEl>
                                      </p:cBhvr>
                                    </p:animEffect>
                                  </p:childTnLst>
                                </p:cTn>
                              </p:par>
                              <p:par>
                                <p:cTn id="81" presetID="10" presetClass="exit" presetSubtype="0" fill="hold" grpId="0" nodeType="withEffect">
                                  <p:stCondLst>
                                    <p:cond delay="0"/>
                                  </p:stCondLst>
                                  <p:childTnLst>
                                    <p:set>
                                      <p:cBhvr>
                                        <p:cTn id="79" dur="1" fill="hold">
                                          <p:stCondLst>
                                            <p:cond delay="400"/>
                                          </p:stCondLst>
                                        </p:cTn>
                                        <p:tgtEl>
                                          <p:spTgt spid="22"/>
                                        </p:tgtEl>
                                        <p:attrNameLst>
                                          <p:attrName>style.visibility</p:attrName>
                                        </p:attrNameLst>
                                      </p:cBhvr>
                                      <p:to>
                                        <p:strVal val="hidden"/>
                                      </p:to>
                                    </p:set>
                                    <p:animEffect transition="out" filter="fade">
                                      <p:cBhvr>
                                        <p:cTn id="80" dur="400"/>
                                        <p:tgtEl>
                                          <p:spTgt spid="22"/>
                                        </p:tgtEl>
                                      </p:cBhvr>
                                    </p:animEffect>
                                  </p:childTnLst>
                                </p:cTn>
                              </p:par>
                              <p:par>
                                <p:cTn id="84" presetID="10" presetClass="exit" presetSubtype="0" fill="hold" grpId="0" nodeType="withEffect">
                                  <p:stCondLst>
                                    <p:cond delay="0"/>
                                  </p:stCondLst>
                                  <p:childTnLst>
                                    <p:set>
                                      <p:cBhvr>
                                        <p:cTn id="82" dur="1" fill="hold">
                                          <p:stCondLst>
                                            <p:cond delay="400"/>
                                          </p:stCondLst>
                                        </p:cTn>
                                        <p:tgtEl>
                                          <p:spTgt spid="17"/>
                                        </p:tgtEl>
                                        <p:attrNameLst>
                                          <p:attrName>style.visibility</p:attrName>
                                        </p:attrNameLst>
                                      </p:cBhvr>
                                      <p:to>
                                        <p:strVal val="hidden"/>
                                      </p:to>
                                    </p:set>
                                    <p:animEffect transition="out" filter="fade">
                                      <p:cBhvr>
                                        <p:cTn id="83" dur="400"/>
                                        <p:tgtEl>
                                          <p:spTgt spid="17"/>
                                        </p:tgtEl>
                                      </p:cBhvr>
                                    </p:animEffect>
                                  </p:childTnLst>
                                </p:cTn>
                              </p:par>
                              <p:par>
                                <p:cTn id="87" presetID="10" presetClass="exit" presetSubtype="0" fill="hold" grpId="0" nodeType="withEffect">
                                  <p:stCondLst>
                                    <p:cond delay="0"/>
                                  </p:stCondLst>
                                  <p:childTnLst>
                                    <p:set>
                                      <p:cBhvr>
                                        <p:cTn id="85" dur="1" fill="hold">
                                          <p:stCondLst>
                                            <p:cond delay="400"/>
                                          </p:stCondLst>
                                        </p:cTn>
                                        <p:tgtEl>
                                          <p:spTgt spid="18"/>
                                        </p:tgtEl>
                                        <p:attrNameLst>
                                          <p:attrName>style.visibility</p:attrName>
                                        </p:attrNameLst>
                                      </p:cBhvr>
                                      <p:to>
                                        <p:strVal val="hidden"/>
                                      </p:to>
                                    </p:set>
                                    <p:animEffect transition="out" filter="fade">
                                      <p:cBhvr>
                                        <p:cTn id="86" dur="400"/>
                                        <p:tgtEl>
                                          <p:spTgt spid="18"/>
                                        </p:tgtEl>
                                      </p:cBhvr>
                                    </p:animEffect>
                                  </p:childTnLst>
                                </p:cTn>
                              </p:par>
                              <p:par>
                                <p:cTn id="90" presetID="10" presetClass="exit" presetSubtype="0" fill="hold" grpId="0" nodeType="withEffect">
                                  <p:stCondLst>
                                    <p:cond delay="0"/>
                                  </p:stCondLst>
                                  <p:childTnLst>
                                    <p:set>
                                      <p:cBhvr>
                                        <p:cTn id="88" dur="1" fill="hold">
                                          <p:stCondLst>
                                            <p:cond delay="400"/>
                                          </p:stCondLst>
                                        </p:cTn>
                                        <p:tgtEl>
                                          <p:spTgt spid="20"/>
                                        </p:tgtEl>
                                        <p:attrNameLst>
                                          <p:attrName>style.visibility</p:attrName>
                                        </p:attrNameLst>
                                      </p:cBhvr>
                                      <p:to>
                                        <p:strVal val="hidden"/>
                                      </p:to>
                                    </p:set>
                                    <p:animEffect transition="out" filter="fade">
                                      <p:cBhvr>
                                        <p:cTn id="89" dur="400"/>
                                        <p:tgtEl>
                                          <p:spTgt spid="20"/>
                                        </p:tgtEl>
                                      </p:cBhvr>
                                    </p:animEffect>
                                  </p:childTnLst>
                                </p:cTn>
                              </p:par>
                              <p:par>
                                <p:cTn id="93" presetID="10" presetClass="exit" presetSubtype="0" fill="hold" grpId="0" nodeType="withEffect">
                                  <p:stCondLst>
                                    <p:cond delay="0"/>
                                  </p:stCondLst>
                                  <p:childTnLst>
                                    <p:set>
                                      <p:cBhvr>
                                        <p:cTn id="91" dur="1" fill="hold">
                                          <p:stCondLst>
                                            <p:cond delay="400"/>
                                          </p:stCondLst>
                                        </p:cTn>
                                        <p:tgtEl>
                                          <p:spTgt spid="21"/>
                                        </p:tgtEl>
                                        <p:attrNameLst>
                                          <p:attrName>style.visibility</p:attrName>
                                        </p:attrNameLst>
                                      </p:cBhvr>
                                      <p:to>
                                        <p:strVal val="hidden"/>
                                      </p:to>
                                    </p:set>
                                    <p:animEffect transition="out" filter="fade">
                                      <p:cBhvr>
                                        <p:cTn id="92" dur="400"/>
                                        <p:tgtEl>
                                          <p:spTgt spid="21"/>
                                        </p:tgtEl>
                                      </p:cBhvr>
                                    </p:animEffect>
                                  </p:childTnLst>
                                </p:cTn>
                              </p:par>
                              <p:par>
                                <p:cTn id="96" presetID="10" presetClass="exit" presetSubtype="0" fill="hold" grpId="0" nodeType="withEffect">
                                  <p:stCondLst>
                                    <p:cond delay="0"/>
                                  </p:stCondLst>
                                  <p:childTnLst>
                                    <p:set>
                                      <p:cBhvr>
                                        <p:cTn id="94" dur="1" fill="hold">
                                          <p:stCondLst>
                                            <p:cond delay="400"/>
                                          </p:stCondLst>
                                        </p:cTn>
                                        <p:tgtEl>
                                          <p:spTgt spid="23"/>
                                        </p:tgtEl>
                                        <p:attrNameLst>
                                          <p:attrName>style.visibility</p:attrName>
                                        </p:attrNameLst>
                                      </p:cBhvr>
                                      <p:to>
                                        <p:strVal val="hidden"/>
                                      </p:to>
                                    </p:set>
                                    <p:animEffect transition="out" filter="fade">
                                      <p:cBhvr>
                                        <p:cTn id="95" dur="400"/>
                                        <p:tgtEl>
                                          <p:spTgt spid="23"/>
                                        </p:tgtEl>
                                      </p:cBhvr>
                                    </p:animEffect>
                                  </p:childTnLst>
                                </p:cTn>
                              </p:par>
                              <p:par>
                                <p:cTn id="99" presetID="10" presetClass="exit" presetSubtype="0" fill="hold" grpId="0" nodeType="withEffect">
                                  <p:stCondLst>
                                    <p:cond delay="0"/>
                                  </p:stCondLst>
                                  <p:childTnLst>
                                    <p:set>
                                      <p:cBhvr>
                                        <p:cTn id="97" dur="1" fill="hold">
                                          <p:stCondLst>
                                            <p:cond delay="400"/>
                                          </p:stCondLst>
                                        </p:cTn>
                                        <p:tgtEl>
                                          <p:spTgt spid="24"/>
                                        </p:tgtEl>
                                        <p:attrNameLst>
                                          <p:attrName>style.visibility</p:attrName>
                                        </p:attrNameLst>
                                      </p:cBhvr>
                                      <p:to>
                                        <p:strVal val="hidden"/>
                                      </p:to>
                                    </p:set>
                                    <p:animEffect transition="out" filter="fade">
                                      <p:cBhvr>
                                        <p:cTn id="98" dur="400"/>
                                        <p:tgtEl>
                                          <p:spTgt spid="24"/>
                                        </p:tgtEl>
                                      </p:cBhvr>
                                    </p:animEffect>
                                  </p:childTnLst>
                                </p:cTn>
                              </p:par>
                              <p:par>
                                <p:cTn id="102" presetID="10" presetClass="entr" presetSubtype="0" fill="hold" grpId="0" nodeType="withEffect">
                                  <p:stCondLst>
                                    <p:cond delay="400"/>
                                  </p:stCondLst>
                                  <p:childTnLst>
                                    <p:set>
                                      <p:cBhvr>
                                        <p:cTn id="100" dur="1" fill="hold">
                                          <p:stCondLst>
                                            <p:cond delay="0"/>
                                          </p:stCondLst>
                                        </p:cTn>
                                        <p:tgtEl>
                                          <p:spTgt spid="25"/>
                                        </p:tgtEl>
                                        <p:attrNameLst>
                                          <p:attrName>style.visibility</p:attrName>
                                        </p:attrNameLst>
                                      </p:cBhvr>
                                      <p:to>
                                        <p:strVal val="visible"/>
                                      </p:to>
                                    </p:set>
                                    <p:animEffect transition="in" filter="fade">
                                      <p:cBhvr>
                                        <p:cTn id="101" dur="500"/>
                                        <p:tgtEl>
                                          <p:spTgt spid="25"/>
                                        </p:tgtEl>
                                      </p:cBhvr>
                                    </p:animEffect>
                                  </p:childTnLst>
                                </p:cTn>
                              </p:par>
                              <p:par>
                                <p:cTn id="105" presetID="10" presetClass="entr" presetSubtype="0" fill="hold" grpId="0" nodeType="withEffect">
                                  <p:stCondLst>
                                    <p:cond delay="500"/>
                                  </p:stCondLst>
                                  <p:childTnLst>
                                    <p:set>
                                      <p:cBhvr>
                                        <p:cTn id="103" dur="1" fill="hold">
                                          <p:stCondLst>
                                            <p:cond delay="0"/>
                                          </p:stCondLst>
                                        </p:cTn>
                                        <p:tgtEl>
                                          <p:spTgt spid="26"/>
                                        </p:tgtEl>
                                        <p:attrNameLst>
                                          <p:attrName>style.visibility</p:attrName>
                                        </p:attrNameLst>
                                      </p:cBhvr>
                                      <p:to>
                                        <p:strVal val="visible"/>
                                      </p:to>
                                    </p:set>
                                    <p:animEffect transition="in" filter="fade">
                                      <p:cBhvr>
                                        <p:cTn id="104" dur="500"/>
                                        <p:tgtEl>
                                          <p:spTgt spid="26"/>
                                        </p:tgtEl>
                                      </p:cBhvr>
                                    </p:animEffect>
                                  </p:childTnLst>
                                </p:cTn>
                              </p:par>
                              <p:par>
                                <p:cTn id="108" presetID="10" presetClass="entr" presetSubtype="0" fill="hold" grpId="0" nodeType="withEffect">
                                  <p:stCondLst>
                                    <p:cond delay="500"/>
                                  </p:stCondLst>
                                  <p:childTnLst>
                                    <p:set>
                                      <p:cBhvr>
                                        <p:cTn id="106" dur="1" fill="hold">
                                          <p:stCondLst>
                                            <p:cond delay="0"/>
                                          </p:stCondLst>
                                        </p:cTn>
                                        <p:tgtEl>
                                          <p:spTgt spid="30"/>
                                        </p:tgtEl>
                                        <p:attrNameLst>
                                          <p:attrName>style.visibility</p:attrName>
                                        </p:attrNameLst>
                                      </p:cBhvr>
                                      <p:to>
                                        <p:strVal val="visible"/>
                                      </p:to>
                                    </p:set>
                                    <p:animEffect transition="in" filter="fade">
                                      <p:cBhvr>
                                        <p:cTn id="107" dur="500"/>
                                        <p:tgtEl>
                                          <p:spTgt spid="30"/>
                                        </p:tgtEl>
                                      </p:cBhvr>
                                    </p:animEffect>
                                  </p:childTnLst>
                                </p:cTn>
                              </p:par>
                              <p:par>
                                <p:cTn id="111" presetID="10" presetClass="entr" presetSubtype="0" fill="hold" grpId="0" nodeType="withEffect">
                                  <p:stCondLst>
                                    <p:cond delay="600"/>
                                  </p:stCondLst>
                                  <p:childTnLst>
                                    <p:set>
                                      <p:cBhvr>
                                        <p:cTn id="109" dur="1" fill="hold">
                                          <p:stCondLst>
                                            <p:cond delay="0"/>
                                          </p:stCondLst>
                                        </p:cTn>
                                        <p:tgtEl>
                                          <p:spTgt spid="31"/>
                                        </p:tgtEl>
                                        <p:attrNameLst>
                                          <p:attrName>style.visibility</p:attrName>
                                        </p:attrNameLst>
                                      </p:cBhvr>
                                      <p:to>
                                        <p:strVal val="visible"/>
                                      </p:to>
                                    </p:set>
                                    <p:animEffect transition="in" filter="fade">
                                      <p:cBhvr>
                                        <p:cTn id="110" dur="500"/>
                                        <p:tgtEl>
                                          <p:spTgt spid="31"/>
                                        </p:tgtEl>
                                      </p:cBhvr>
                                    </p:animEffect>
                                  </p:childTnLst>
                                </p:cTn>
                              </p:par>
                              <p:par>
                                <p:cTn id="114" presetID="10" presetClass="entr" presetSubtype="0" fill="hold" grpId="0" nodeType="withEffect">
                                  <p:stCondLst>
                                    <p:cond delay="900"/>
                                  </p:stCondLst>
                                  <p:childTnLst>
                                    <p:set>
                                      <p:cBhvr>
                                        <p:cTn id="112" dur="1" fill="hold">
                                          <p:stCondLst>
                                            <p:cond delay="0"/>
                                          </p:stCondLst>
                                        </p:cTn>
                                        <p:tgtEl>
                                          <p:spTgt spid="27"/>
                                        </p:tgtEl>
                                        <p:attrNameLst>
                                          <p:attrName>style.visibility</p:attrName>
                                        </p:attrNameLst>
                                      </p:cBhvr>
                                      <p:to>
                                        <p:strVal val="visible"/>
                                      </p:to>
                                    </p:set>
                                    <p:animEffect transition="in" filter="fade">
                                      <p:cBhvr>
                                        <p:cTn id="113" dur="500"/>
                                        <p:tgtEl>
                                          <p:spTgt spid="27"/>
                                        </p:tgtEl>
                                      </p:cBhvr>
                                    </p:animEffect>
                                  </p:childTnLst>
                                </p:cTn>
                              </p:par>
                              <p:par>
                                <p:cTn id="117" presetID="10" presetClass="entr" presetSubtype="0" fill="hold" grpId="0" nodeType="withEffect">
                                  <p:stCondLst>
                                    <p:cond delay="1100"/>
                                  </p:stCondLst>
                                  <p:childTnLst>
                                    <p:set>
                                      <p:cBhvr>
                                        <p:cTn id="115" dur="1" fill="hold">
                                          <p:stCondLst>
                                            <p:cond delay="0"/>
                                          </p:stCondLst>
                                        </p:cTn>
                                        <p:tgtEl>
                                          <p:spTgt spid="28"/>
                                        </p:tgtEl>
                                        <p:attrNameLst>
                                          <p:attrName>style.visibility</p:attrName>
                                        </p:attrNameLst>
                                      </p:cBhvr>
                                      <p:to>
                                        <p:strVal val="visible"/>
                                      </p:to>
                                    </p:set>
                                    <p:animEffect transition="in" filter="fade">
                                      <p:cBhvr>
                                        <p:cTn id="116" dur="500"/>
                                        <p:tgtEl>
                                          <p:spTgt spid="28"/>
                                        </p:tgtEl>
                                      </p:cBhvr>
                                    </p:animEffect>
                                  </p:childTnLst>
                                </p:cTn>
                              </p:par>
                              <p:par>
                                <p:cTn id="120" presetID="10" presetClass="entr" presetSubtype="0" fill="hold" grpId="0" nodeType="withEffect">
                                  <p:stCondLst>
                                    <p:cond delay="1100"/>
                                  </p:stCondLst>
                                  <p:childTnLst>
                                    <p:set>
                                      <p:cBhvr>
                                        <p:cTn id="118" dur="1" fill="hold">
                                          <p:stCondLst>
                                            <p:cond delay="0"/>
                                          </p:stCondLst>
                                        </p:cTn>
                                        <p:tgtEl>
                                          <p:spTgt spid="29"/>
                                        </p:tgtEl>
                                        <p:attrNameLst>
                                          <p:attrName>style.visibility</p:attrName>
                                        </p:attrNameLst>
                                      </p:cBhvr>
                                      <p:to>
                                        <p:strVal val="visible"/>
                                      </p:to>
                                    </p:set>
                                    <p:animEffect transition="in" filter="fade">
                                      <p:cBhvr>
                                        <p:cTn id="119" dur="500"/>
                                        <p:tgtEl>
                                          <p:spTgt spid="29"/>
                                        </p:tgtEl>
                                      </p:cBhvr>
                                    </p:animEffect>
                                  </p:childTnLst>
                                </p:cTn>
                              </p:par>
                              <p:par>
                                <p:cTn id="123" presetID="10" presetClass="entr" presetSubtype="0" fill="hold" grpId="0" nodeType="withEffect">
                                  <p:stCondLst>
                                    <p:cond delay="1200"/>
                                  </p:stCondLst>
                                  <p:childTnLst>
                                    <p:set>
                                      <p:cBhvr>
                                        <p:cTn id="121" dur="1" fill="hold">
                                          <p:stCondLst>
                                            <p:cond delay="0"/>
                                          </p:stCondLst>
                                        </p:cTn>
                                        <p:tgtEl>
                                          <p:spTgt spid="32"/>
                                        </p:tgtEl>
                                        <p:attrNameLst>
                                          <p:attrName>style.visibility</p:attrName>
                                        </p:attrNameLst>
                                      </p:cBhvr>
                                      <p:to>
                                        <p:strVal val="visible"/>
                                      </p:to>
                                    </p:set>
                                    <p:animEffect transition="in" filter="fade">
                                      <p:cBhvr>
                                        <p:cTn id="122" dur="500"/>
                                        <p:tgtEl>
                                          <p:spTgt spid="32"/>
                                        </p:tgtEl>
                                      </p:cBhvr>
                                    </p:animEffect>
                                  </p:childTnLst>
                                </p:cTn>
                              </p:par>
                              <p:par>
                                <p:cTn id="126" presetID="10" presetClass="entr" presetSubtype="0" fill="hold" grpId="0" nodeType="withEffect">
                                  <p:stCondLst>
                                    <p:cond delay="1400"/>
                                  </p:stCondLst>
                                  <p:childTnLst>
                                    <p:set>
                                      <p:cBhvr>
                                        <p:cTn id="124" dur="1" fill="hold">
                                          <p:stCondLst>
                                            <p:cond delay="0"/>
                                          </p:stCondLst>
                                        </p:cTn>
                                        <p:tgtEl>
                                          <p:spTgt spid="33"/>
                                        </p:tgtEl>
                                        <p:attrNameLst>
                                          <p:attrName>style.visibility</p:attrName>
                                        </p:attrNameLst>
                                      </p:cBhvr>
                                      <p:to>
                                        <p:strVal val="visible"/>
                                      </p:to>
                                    </p:set>
                                    <p:animEffect transition="in" filter="fade">
                                      <p:cBhvr>
                                        <p:cTn id="125" dur="500"/>
                                        <p:tgtEl>
                                          <p:spTgt spid="33"/>
                                        </p:tgtEl>
                                      </p:cBhvr>
                                    </p:animEffect>
                                  </p:childTnLst>
                                </p:cTn>
                              </p:par>
                              <p:par>
                                <p:cTn id="129" presetID="10" presetClass="entr" presetSubtype="0" fill="hold" grpId="0" nodeType="withEffect">
                                  <p:stCondLst>
                                    <p:cond delay="1600"/>
                                  </p:stCondLst>
                                  <p:childTnLst>
                                    <p:set>
                                      <p:cBhvr>
                                        <p:cTn id="127" dur="1" fill="hold">
                                          <p:stCondLst>
                                            <p:cond delay="0"/>
                                          </p:stCondLst>
                                        </p:cTn>
                                        <p:tgtEl>
                                          <p:spTgt spid="34"/>
                                        </p:tgtEl>
                                        <p:attrNameLst>
                                          <p:attrName>style.visibility</p:attrName>
                                        </p:attrNameLst>
                                      </p:cBhvr>
                                      <p:to>
                                        <p:strVal val="visible"/>
                                      </p:to>
                                    </p:set>
                                    <p:animEffect transition="in" filter="fade">
                                      <p:cBhvr>
                                        <p:cTn id="128" dur="500"/>
                                        <p:tgtEl>
                                          <p:spTgt spid="3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P spid="13" grpId="0" animBg="1"/>
      <p:bldP spid="14" grpId="0" animBg="1"/>
      <p:bldP spid="15" grpId="0" animBg="1"/>
      <p:bldP spid="17" grpId="0" animBg="1"/>
      <p:bldP spid="18" grpId="0" animBg="1"/>
      <p:bldP spid="20" grpId="0" animBg="1"/>
      <p:bldP spid="21" grpId="0" animBg="1"/>
      <p:bldP spid="23" grpId="0" animBg="1"/>
      <p:bldP spid="24" grpId="0" animBg="1"/>
      <p:bldP spid="12" grpId="0" animBg="1"/>
      <p:bldP spid="25" grpId="0" animBg="1"/>
      <p:bldP spid="26" grpId="0" animBg="1"/>
      <p:bldP spid="30" grpId="0" animBg="1"/>
      <p:bldP spid="31" grpId="0" animBg="1"/>
      <p:bldP spid="27" grpId="0" animBg="1"/>
      <p:bldP spid="28" grpId="0" animBg="1"/>
      <p:bldP spid="29" grpId="0" animBg="1"/>
      <p:bldP spid="32" grpId="0" animBg="1"/>
      <p:bldP spid="33" grpId="0" animBg="1"/>
      <p:bldP spid="34" grpId="0" animBg="1"/>
    </p:bldLst>
  </p:timing>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9902952" cy="6858000"/>
          </a:xfrm>
          <a:prstGeom prst="rect">
            <a:avLst/>
          </a:prstGeom>
          <a:solidFill>
            <a:srgbClr val="F6F2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0075" y="642937"/>
            <a:ext cx="5143500" cy="291465"/>
          </a:xfrm>
          <a:prstGeom prst="rect">
            <a:avLst/>
          </a:prstGeom>
          <a:noFill/>
        </p:spPr>
        <p:txBody>
          <a:bodyPr wrap="square" lIns="0" rIns="0" tIns="0" bIns="0" anchor="ctr">
            <a:spAutoFit/>
          </a:bodyPr>
          <a:lstStyle/>
          <a:p>
            <a:pPr algn="l"/>
            <a:r>
              <a:rPr sz="1800" b="1">
                <a:solidFill>
                  <a:srgbClr val="C6986B"/>
                </a:solidFill>
                <a:latin typeface="Readex Pro"/>
                <a:cs typeface="Readex Pro"/>
                <a:ea typeface="Readex Pro"/>
              </a:rPr>
              <a:t>02 · DATA</a:t>
            </a:r>
          </a:p>
        </p:txBody>
      </p:sp>
      <p:sp>
        <p:nvSpPr>
          <p:cNvPr id="4" name="Rectangle 3"/>
          <p:cNvSpPr/>
          <p:nvPr/>
        </p:nvSpPr>
        <p:spPr>
          <a:xfrm>
            <a:off x="360045" y="591502"/>
            <a:ext cx="68580" cy="394335"/>
          </a:xfrm>
          <a:prstGeom prst="rect">
            <a:avLst/>
          </a:prstGeom>
          <a:solidFill>
            <a:srgbClr val="C69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00075" y="1174432"/>
            <a:ext cx="8702675" cy="600075"/>
          </a:xfrm>
          <a:prstGeom prst="rect">
            <a:avLst/>
          </a:prstGeom>
          <a:noFill/>
        </p:spPr>
        <p:txBody>
          <a:bodyPr wrap="square" lIns="0" rIns="0" tIns="0" bIns="0" anchor="ctr">
            <a:spAutoFit/>
          </a:bodyPr>
          <a:lstStyle/>
          <a:p>
            <a:pPr algn="l"/>
            <a:r>
              <a:rPr sz="4000" b="1">
                <a:solidFill>
                  <a:srgbClr val="282824"/>
                </a:solidFill>
                <a:latin typeface="Readex Pro"/>
                <a:cs typeface="Readex Pro"/>
                <a:ea typeface="Readex Pro"/>
              </a:rPr>
              <a:t>How we got to corpus v1</a:t>
            </a:r>
          </a:p>
        </p:txBody>
      </p:sp>
      <p:pic>
        <p:nvPicPr>
          <p:cNvPr id="6" name="Samsung logo" descr="Samsung"/>
          <p:cNvPicPr>
            <a:picLocks noChangeAspect="1"/>
          </p:cNvPicPr>
          <p:nvPr/>
        </p:nvPicPr>
        <p:blipFill>
          <a:blip r:embed="rId2"/>
          <a:stretch>
            <a:fillRect/>
          </a:stretch>
        </p:blipFill>
        <p:spPr>
          <a:xfrm>
            <a:off x="600075" y="6429375"/>
            <a:ext cx="1071562" cy="164753"/>
          </a:xfrm>
          <a:prstGeom prst="rect">
            <a:avLst/>
          </a:prstGeom>
        </p:spPr>
      </p:pic>
      <p:sp>
        <p:nvSpPr>
          <p:cNvPr id="7" name="TextBox 6"/>
          <p:cNvSpPr txBox="1"/>
          <p:nvPr/>
        </p:nvSpPr>
        <p:spPr>
          <a:xfrm>
            <a:off x="1928812" y="6429375"/>
            <a:ext cx="3857625" cy="240030"/>
          </a:xfrm>
          <a:prstGeom prst="rect">
            <a:avLst/>
          </a:prstGeom>
          <a:noFill/>
        </p:spPr>
        <p:txBody>
          <a:bodyPr wrap="square" lIns="0" rIns="0" tIns="0" bIns="0" anchor="ctr">
            <a:spAutoFit/>
          </a:bodyPr>
          <a:lstStyle/>
          <a:p>
            <a:pPr algn="l"/>
            <a:r>
              <a:rPr sz="1300" b="0">
                <a:solidFill>
                  <a:srgbClr val="6F6B5E"/>
                </a:solidFill>
                <a:latin typeface="Readex Pro"/>
                <a:cs typeface="Readex Pro"/>
                <a:ea typeface="Readex Pro"/>
              </a:rPr>
              <a:t>Samsung Innovation Campus  ·  AI Course</a:t>
            </a:r>
          </a:p>
        </p:txBody>
      </p:sp>
      <p:sp>
        <p:nvSpPr>
          <p:cNvPr id="8" name="TextBox 7"/>
          <p:cNvSpPr txBox="1"/>
          <p:nvPr/>
        </p:nvSpPr>
        <p:spPr>
          <a:xfrm>
            <a:off x="8445500" y="6429375"/>
            <a:ext cx="857250" cy="240030"/>
          </a:xfrm>
          <a:prstGeom prst="rect">
            <a:avLst/>
          </a:prstGeom>
          <a:noFill/>
        </p:spPr>
        <p:txBody>
          <a:bodyPr wrap="square" lIns="0" rIns="0" tIns="0" bIns="0" anchor="ctr">
            <a:spAutoFit/>
          </a:bodyPr>
          <a:lstStyle/>
          <a:p>
            <a:pPr algn="r"/>
            <a:r>
              <a:rPr sz="1300" b="0">
                <a:solidFill>
                  <a:srgbClr val="6F6B5E"/>
                </a:solidFill>
                <a:latin typeface="Readex Pro"/>
                <a:cs typeface="Readex Pro"/>
                <a:ea typeface="Readex Pro"/>
              </a:rPr>
              <a:t>3 / 8</a:t>
            </a:r>
          </a:p>
        </p:txBody>
      </p:sp>
      <p:sp>
        <p:nvSpPr>
          <p:cNvPr id="9" name="Rounded Rectangle 8"/>
          <p:cNvSpPr/>
          <p:nvPr/>
        </p:nvSpPr>
        <p:spPr>
          <a:xfrm>
            <a:off x="750887" y="1928812"/>
            <a:ext cx="3943350" cy="2828925"/>
          </a:xfrm>
          <a:prstGeom prst="roundRect">
            <a:avLst>
              <a:gd name="adj" fmla="val 5818"/>
            </a:avLst>
          </a:prstGeom>
          <a:solidFill>
            <a:srgbClr val="EFE9D9"/>
          </a:solidFill>
          <a:ln w="15875">
            <a:solidFill>
              <a:srgbClr val="E6DF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50887" y="2143125"/>
            <a:ext cx="3943350" cy="342900"/>
          </a:xfrm>
          <a:prstGeom prst="rect">
            <a:avLst/>
          </a:prstGeom>
          <a:noFill/>
        </p:spPr>
        <p:txBody>
          <a:bodyPr wrap="square" lIns="0" rIns="0" tIns="0" bIns="0" anchor="ctr">
            <a:spAutoFit/>
          </a:bodyPr>
          <a:lstStyle/>
          <a:p>
            <a:pPr algn="ctr"/>
            <a:r>
              <a:rPr sz="1900" b="1">
                <a:solidFill>
                  <a:srgbClr val="282824"/>
                </a:solidFill>
                <a:latin typeface="Readex Pro"/>
                <a:cs typeface="Readex Pro"/>
                <a:ea typeface="Readex Pro"/>
              </a:rPr>
              <a:t>SAMER · human-written</a:t>
            </a:r>
          </a:p>
        </p:txBody>
      </p:sp>
      <p:sp>
        <p:nvSpPr>
          <p:cNvPr id="11" name="Rounded Rectangle 10"/>
          <p:cNvSpPr/>
          <p:nvPr/>
        </p:nvSpPr>
        <p:spPr>
          <a:xfrm>
            <a:off x="-5945368" y="3650813"/>
            <a:ext cx="17335862" cy="499348"/>
          </a:xfrm>
          <a:prstGeom prst="roundRect">
            <a:avLst>
              <a:gd name="adj" fmla="val 34334"/>
            </a:avLst>
          </a:prstGeom>
          <a:solidFill>
            <a:srgbClr val="F6F2E6"/>
          </a:solidFill>
          <a:ln w="15875">
            <a:solidFill>
              <a:srgbClr val="F6F2E6"/>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400" b="0">
                <a:solidFill>
                  <a:srgbClr val="4A4842"/>
                </a:solidFill>
                <a:latin typeface="Readex Pro"/>
                <a:cs typeface="Readex Pro"/>
                <a:ea typeface="Readex Pro"/>
              </a:rPr>
              <a:t>novels, short sentences</a:t>
            </a:r>
          </a:p>
        </p:txBody>
      </p:sp>
      <p:sp>
        <p:nvSpPr>
          <p:cNvPr id="12" name="Rounded Rectangle 11"/>
          <p:cNvSpPr/>
          <p:nvPr/>
        </p:nvSpPr>
        <p:spPr>
          <a:xfrm>
            <a:off x="-6673011" y="4122300"/>
            <a:ext cx="18791148" cy="499348"/>
          </a:xfrm>
          <a:prstGeom prst="roundRect">
            <a:avLst>
              <a:gd name="adj" fmla="val 34334"/>
            </a:avLst>
          </a:prstGeom>
          <a:solidFill>
            <a:srgbClr val="F6F2E6"/>
          </a:solidFill>
          <a:ln w="15875">
            <a:solidFill>
              <a:srgbClr val="F6F2E6"/>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400" b="0">
                <a:solidFill>
                  <a:srgbClr val="4A4842"/>
                </a:solidFill>
                <a:latin typeface="Readex Pro"/>
                <a:cs typeface="Readex Pro"/>
                <a:ea typeface="Readex Pro"/>
              </a:rPr>
              <a:t>42–49% of pairs unchanged</a:t>
            </a:r>
          </a:p>
        </p:txBody>
      </p:sp>
      <p:sp>
        <p:nvSpPr>
          <p:cNvPr id="13" name="Rounded Rectangle 12"/>
          <p:cNvSpPr/>
          <p:nvPr/>
        </p:nvSpPr>
        <p:spPr>
          <a:xfrm>
            <a:off x="-13585619" y="4593788"/>
            <a:ext cx="32616364" cy="499348"/>
          </a:xfrm>
          <a:prstGeom prst="roundRect">
            <a:avLst>
              <a:gd name="adj" fmla="val 34334"/>
            </a:avLst>
          </a:prstGeom>
          <a:solidFill>
            <a:srgbClr val="F6F2E6"/>
          </a:solidFill>
          <a:ln w="15875">
            <a:solidFill>
              <a:srgbClr val="F6F2E6"/>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400" b="0">
                <a:solidFill>
                  <a:srgbClr val="4A4842"/>
                </a:solidFill>
                <a:latin typeface="Readex Pro"/>
                <a:cs typeface="Readex Pro"/>
                <a:ea typeface="Readex Pro"/>
              </a:rPr>
              <a:t>length ratio 1.00: swaps words, never splits</a:t>
            </a:r>
          </a:p>
        </p:txBody>
      </p:sp>
      <p:sp>
        <p:nvSpPr>
          <p:cNvPr id="14" name="Rounded Rectangle 13"/>
          <p:cNvSpPr/>
          <p:nvPr/>
        </p:nvSpPr>
        <p:spPr>
          <a:xfrm>
            <a:off x="5208587" y="1928812"/>
            <a:ext cx="3943350" cy="2828925"/>
          </a:xfrm>
          <a:prstGeom prst="roundRect">
            <a:avLst>
              <a:gd name="adj" fmla="val 5818"/>
            </a:avLst>
          </a:prstGeom>
          <a:solidFill>
            <a:srgbClr val="EFE9D9"/>
          </a:solidFill>
          <a:ln w="15875">
            <a:solidFill>
              <a:srgbClr val="E6DF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208587" y="2143125"/>
            <a:ext cx="3943350" cy="342900"/>
          </a:xfrm>
          <a:prstGeom prst="rect">
            <a:avLst/>
          </a:prstGeom>
          <a:noFill/>
        </p:spPr>
        <p:txBody>
          <a:bodyPr wrap="square" lIns="0" rIns="0" tIns="0" bIns="0" anchor="ctr">
            <a:spAutoFit/>
          </a:bodyPr>
          <a:lstStyle/>
          <a:p>
            <a:pPr algn="ctr"/>
            <a:r>
              <a:rPr sz="1900" b="1">
                <a:solidFill>
                  <a:srgbClr val="282824"/>
                </a:solidFill>
                <a:latin typeface="Readex Pro"/>
                <a:cs typeface="Readex Pro"/>
                <a:ea typeface="Readex Pro"/>
              </a:rPr>
              <a:t>Other sources · LLM-written</a:t>
            </a:r>
          </a:p>
        </p:txBody>
      </p:sp>
      <p:sp>
        <p:nvSpPr>
          <p:cNvPr id="16" name="Rounded Rectangle 15"/>
          <p:cNvSpPr/>
          <p:nvPr/>
        </p:nvSpPr>
        <p:spPr>
          <a:xfrm>
            <a:off x="-2579133" y="3650813"/>
            <a:ext cx="19518791" cy="499348"/>
          </a:xfrm>
          <a:prstGeom prst="roundRect">
            <a:avLst>
              <a:gd name="adj" fmla="val 34334"/>
            </a:avLst>
          </a:prstGeom>
          <a:solidFill>
            <a:srgbClr val="F6F2E6"/>
          </a:solidFill>
          <a:ln w="15875">
            <a:solidFill>
              <a:srgbClr val="F6F2E6"/>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400" b="0">
                <a:solidFill>
                  <a:srgbClr val="4A4842"/>
                </a:solidFill>
                <a:latin typeface="Readex Pro"/>
                <a:cs typeface="Readex Pro"/>
                <a:ea typeface="Readex Pro"/>
              </a:rPr>
              <a:t>many targets are summaries</a:t>
            </a:r>
          </a:p>
        </p:txBody>
      </p:sp>
      <p:sp>
        <p:nvSpPr>
          <p:cNvPr id="17" name="Rounded Rectangle 16"/>
          <p:cNvSpPr/>
          <p:nvPr/>
        </p:nvSpPr>
        <p:spPr>
          <a:xfrm>
            <a:off x="-4398240" y="4122300"/>
            <a:ext cx="23157006" cy="499348"/>
          </a:xfrm>
          <a:prstGeom prst="roundRect">
            <a:avLst>
              <a:gd name="adj" fmla="val 34334"/>
            </a:avLst>
          </a:prstGeom>
          <a:solidFill>
            <a:srgbClr val="F6F2E6"/>
          </a:solidFill>
          <a:ln w="15875">
            <a:solidFill>
              <a:srgbClr val="F6F2E6"/>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400" b="0">
                <a:solidFill>
                  <a:srgbClr val="4A4842"/>
                </a:solidFill>
                <a:latin typeface="Readex Pro"/>
                <a:cs typeface="Readex Pro"/>
                <a:ea typeface="Readex Pro"/>
              </a:rPr>
              <a:t>they drop facts, delete options</a:t>
            </a:r>
          </a:p>
        </p:txBody>
      </p:sp>
      <p:sp>
        <p:nvSpPr>
          <p:cNvPr id="18" name="Rounded Rectangle 17"/>
          <p:cNvSpPr/>
          <p:nvPr/>
        </p:nvSpPr>
        <p:spPr>
          <a:xfrm>
            <a:off x="-5853526" y="4593788"/>
            <a:ext cx="26067578" cy="499348"/>
          </a:xfrm>
          <a:prstGeom prst="roundRect">
            <a:avLst>
              <a:gd name="adj" fmla="val 34334"/>
            </a:avLst>
          </a:prstGeom>
          <a:solidFill>
            <a:srgbClr val="F6F2E6"/>
          </a:solidFill>
          <a:ln w="15875">
            <a:solidFill>
              <a:srgbClr val="F6F2E6"/>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400" b="0">
                <a:solidFill>
                  <a:srgbClr val="4A4842"/>
                </a:solidFill>
                <a:latin typeface="Readex Pro"/>
                <a:cs typeface="Readex Pro"/>
                <a:ea typeface="Readex Pro"/>
              </a:rPr>
              <a:t>after a meaning filter: 6,888 pairs</a:t>
            </a:r>
          </a:p>
        </p:txBody>
      </p:sp>
      <p:sp>
        <p:nvSpPr>
          <p:cNvPr id="19" name="Rounded Rectangle 18"/>
          <p:cNvSpPr/>
          <p:nvPr/>
        </p:nvSpPr>
        <p:spPr>
          <a:xfrm>
            <a:off x="-5752997" y="1850588"/>
            <a:ext cx="16608219" cy="499348"/>
          </a:xfrm>
          <a:prstGeom prst="roundRect">
            <a:avLst>
              <a:gd name="adj" fmla="val 34334"/>
            </a:avLst>
          </a:prstGeom>
          <a:solidFill>
            <a:srgbClr val="EFE9D9"/>
          </a:solidFill>
          <a:ln w="15875">
            <a:solidFill>
              <a:srgbClr val="EFE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400" b="0">
                <a:solidFill>
                  <a:srgbClr val="4A4842"/>
                </a:solidFill>
                <a:latin typeface="Readex Pro"/>
                <a:cs typeface="Readex Pro"/>
                <a:ea typeface="Readex Pro"/>
              </a:rPr>
              <a:t>DeepSeek: 5 candidates</a:t>
            </a:r>
          </a:p>
          <a:p>
            <a:pPr algn="ctr"/>
            <a:r>
              <a:rPr sz="1400" b="0">
                <a:solidFill>
                  <a:srgbClr val="4A4842"/>
                </a:solidFill>
                <a:latin typeface="Readex Pro"/>
                <a:cs typeface="Readex Pro"/>
                <a:ea typeface="Readex Pro"/>
              </a:rPr>
              <a:t>per source</a:t>
            </a:r>
          </a:p>
        </p:txBody>
      </p:sp>
      <p:sp>
        <p:nvSpPr>
          <p:cNvPr id="20" name="Rounded Rectangle 19"/>
          <p:cNvSpPr/>
          <p:nvPr/>
        </p:nvSpPr>
        <p:spPr>
          <a:xfrm>
            <a:off x="-805947" y="1850588"/>
            <a:ext cx="11514719" cy="499348"/>
          </a:xfrm>
          <a:prstGeom prst="roundRect">
            <a:avLst>
              <a:gd name="adj" fmla="val 34334"/>
            </a:avLst>
          </a:prstGeom>
          <a:solidFill>
            <a:srgbClr val="EFE9D9"/>
          </a:solidFill>
          <a:ln w="15875">
            <a:solidFill>
              <a:srgbClr val="EFE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400" b="0">
                <a:solidFill>
                  <a:srgbClr val="4A4842"/>
                </a:solidFill>
                <a:latin typeface="Readex Pro"/>
                <a:cs typeface="Readex Pro"/>
                <a:ea typeface="Readex Pro"/>
              </a:rPr>
              <a:t>LLM equivalence</a:t>
            </a:r>
          </a:p>
          <a:p>
            <a:pPr algn="ctr"/>
            <a:r>
              <a:rPr sz="1400" b="0">
                <a:solidFill>
                  <a:srgbClr val="4A4842"/>
                </a:solidFill>
                <a:latin typeface="Readex Pro"/>
                <a:cs typeface="Readex Pro"/>
                <a:ea typeface="Readex Pro"/>
              </a:rPr>
              <a:t>validator</a:t>
            </a:r>
          </a:p>
        </p:txBody>
      </p:sp>
      <p:cxnSp>
        <p:nvCxnSpPr>
          <p:cNvPr id="21" name="Connector 20"/>
          <p:cNvCxnSpPr/>
          <p:nvPr/>
        </p:nvCxnSpPr>
        <p:spPr>
          <a:xfrm>
            <a:off x="3665537" y="2100262"/>
            <a:ext cx="171450" cy="0"/>
          </a:xfrm>
          <a:prstGeom prst="line">
            <a:avLst/>
          </a:prstGeom>
          <a:ln w="31750">
            <a:solidFill>
              <a:srgbClr val="C6986B"/>
            </a:solidFill>
            <a:tailEnd type="triangle"/>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866709" y="1850588"/>
            <a:ext cx="12970005" cy="499348"/>
          </a:xfrm>
          <a:prstGeom prst="roundRect">
            <a:avLst>
              <a:gd name="adj" fmla="val 34334"/>
            </a:avLst>
          </a:prstGeom>
          <a:solidFill>
            <a:srgbClr val="EFE9D9"/>
          </a:solidFill>
          <a:ln w="15875">
            <a:solidFill>
              <a:srgbClr val="EFE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400" b="0">
                <a:solidFill>
                  <a:srgbClr val="4A4842"/>
                </a:solidFill>
                <a:latin typeface="Readex Pro"/>
                <a:cs typeface="Readex Pro"/>
                <a:ea typeface="Readex Pro"/>
              </a:rPr>
              <a:t>CAMeL readability</a:t>
            </a:r>
          </a:p>
          <a:p>
            <a:pPr algn="ctr"/>
            <a:r>
              <a:rPr sz="1400" b="0">
                <a:solidFill>
                  <a:srgbClr val="4A4842"/>
                </a:solidFill>
                <a:latin typeface="Readex Pro"/>
                <a:cs typeface="Readex Pro"/>
                <a:ea typeface="Readex Pro"/>
              </a:rPr>
              <a:t>gate</a:t>
            </a:r>
          </a:p>
        </p:txBody>
      </p:sp>
      <p:cxnSp>
        <p:nvCxnSpPr>
          <p:cNvPr id="23" name="Connector 22"/>
          <p:cNvCxnSpPr/>
          <p:nvPr/>
        </p:nvCxnSpPr>
        <p:spPr>
          <a:xfrm>
            <a:off x="6065837" y="2100262"/>
            <a:ext cx="171450" cy="0"/>
          </a:xfrm>
          <a:prstGeom prst="line">
            <a:avLst/>
          </a:prstGeom>
          <a:ln w="31750">
            <a:solidFill>
              <a:srgbClr val="C6986B"/>
            </a:solidFill>
            <a:tailEnd type="triangle"/>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0" y="1500187"/>
            <a:ext cx="9902952" cy="257175"/>
          </a:xfrm>
          <a:prstGeom prst="rect">
            <a:avLst/>
          </a:prstGeom>
          <a:noFill/>
        </p:spPr>
        <p:txBody>
          <a:bodyPr wrap="square" lIns="0" rIns="0" tIns="0" bIns="0" anchor="ctr">
            <a:spAutoFit/>
          </a:bodyPr>
          <a:lstStyle/>
          <a:p>
            <a:pPr algn="ctr"/>
            <a:r>
              <a:rPr sz="1400" b="0">
                <a:solidFill>
                  <a:srgbClr val="6F6B5E"/>
                </a:solidFill>
                <a:latin typeface="Readex Pro"/>
                <a:cs typeface="Readex Pro"/>
                <a:ea typeface="Readex Pro"/>
              </a:rPr>
              <a:t>corpus v0, our first synthetic data</a:t>
            </a:r>
          </a:p>
        </p:txBody>
      </p:sp>
      <p:sp>
        <p:nvSpPr>
          <p:cNvPr id="25" name="TextBox 24"/>
          <p:cNvSpPr txBox="1"/>
          <p:nvPr/>
        </p:nvSpPr>
        <p:spPr>
          <a:xfrm>
            <a:off x="600075" y="2786062"/>
            <a:ext cx="4286250" cy="342900"/>
          </a:xfrm>
          <a:prstGeom prst="rect">
            <a:avLst/>
          </a:prstGeom>
          <a:noFill/>
        </p:spPr>
        <p:txBody>
          <a:bodyPr wrap="square" lIns="0" rIns="0" tIns="0" bIns="0" anchor="ctr">
            <a:spAutoFit/>
          </a:bodyPr>
          <a:lstStyle/>
          <a:p>
            <a:pPr algn="l"/>
            <a:r>
              <a:rPr sz="1800" b="1">
                <a:solidFill>
                  <a:srgbClr val="282824"/>
                </a:solidFill>
                <a:latin typeface="Readex Pro"/>
                <a:cs typeface="Readex Pro"/>
                <a:ea typeface="Readex Pro"/>
              </a:rPr>
              <a:t>What the audit found</a:t>
            </a:r>
          </a:p>
        </p:txBody>
      </p:sp>
      <p:sp>
        <p:nvSpPr>
          <p:cNvPr id="26" name="Rounded Rectangle 25"/>
          <p:cNvSpPr/>
          <p:nvPr/>
        </p:nvSpPr>
        <p:spPr>
          <a:xfrm>
            <a:off x="600075" y="3128426"/>
            <a:ext cx="19310893" cy="515421"/>
          </a:xfrm>
          <a:prstGeom prst="roundRect">
            <a:avLst>
              <a:gd name="adj" fmla="val 33264"/>
            </a:avLst>
          </a:prstGeom>
          <a:solidFill>
            <a:srgbClr val="F3E2DA"/>
          </a:solidFill>
          <a:ln w="15875">
            <a:solidFill>
              <a:srgbClr val="F3E2DA"/>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500" b="1">
                <a:solidFill>
                  <a:srgbClr val="B5533C"/>
                </a:solidFill>
                <a:latin typeface="Readex Pro"/>
                <a:cs typeface="Readex Pro"/>
                <a:ea typeface="Readex Pro"/>
              </a:rPr>
              <a:t>57% of rows had tashkeel</a:t>
            </a:r>
          </a:p>
        </p:txBody>
      </p:sp>
      <p:sp>
        <p:nvSpPr>
          <p:cNvPr id="27" name="Rounded Rectangle 26"/>
          <p:cNvSpPr/>
          <p:nvPr/>
        </p:nvSpPr>
        <p:spPr>
          <a:xfrm>
            <a:off x="600075" y="3557051"/>
            <a:ext cx="34903242" cy="515421"/>
          </a:xfrm>
          <a:prstGeom prst="roundRect">
            <a:avLst>
              <a:gd name="adj" fmla="val 33264"/>
            </a:avLst>
          </a:prstGeom>
          <a:solidFill>
            <a:srgbClr val="F3E2DA"/>
          </a:solidFill>
          <a:ln w="15875">
            <a:solidFill>
              <a:srgbClr val="F3E2DA"/>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500" b="1">
                <a:solidFill>
                  <a:srgbClr val="B5533C"/>
                </a:solidFill>
                <a:latin typeface="Readex Pro"/>
                <a:cs typeface="Readex Pro"/>
                <a:ea typeface="Readex Pro"/>
              </a:rPr>
              <a:t>63% of cut-off sources were simply completed</a:t>
            </a:r>
          </a:p>
        </p:txBody>
      </p:sp>
      <p:sp>
        <p:nvSpPr>
          <p:cNvPr id="28" name="Rounded Rectangle 27"/>
          <p:cNvSpPr/>
          <p:nvPr/>
        </p:nvSpPr>
        <p:spPr>
          <a:xfrm>
            <a:off x="600075" y="3985676"/>
            <a:ext cx="31005155" cy="515421"/>
          </a:xfrm>
          <a:prstGeom prst="roundRect">
            <a:avLst>
              <a:gd name="adj" fmla="val 33264"/>
            </a:avLst>
          </a:prstGeom>
          <a:solidFill>
            <a:srgbClr val="F3E2DA"/>
          </a:solidFill>
          <a:ln w="15875">
            <a:solidFill>
              <a:srgbClr val="F3E2DA"/>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500" b="1">
                <a:solidFill>
                  <a:srgbClr val="B5533C"/>
                </a:solidFill>
                <a:latin typeface="Readex Pro"/>
                <a:cs typeface="Readex Pro"/>
                <a:ea typeface="Readex Pro"/>
              </a:rPr>
              <a:t>only 43% of pairs were 2+ levels easier</a:t>
            </a:r>
          </a:p>
        </p:txBody>
      </p:sp>
      <p:sp>
        <p:nvSpPr>
          <p:cNvPr id="29" name="Rounded Rectangle 28"/>
          <p:cNvSpPr/>
          <p:nvPr/>
        </p:nvSpPr>
        <p:spPr>
          <a:xfrm>
            <a:off x="-24454342" y="5236725"/>
            <a:ext cx="58811510" cy="499348"/>
          </a:xfrm>
          <a:prstGeom prst="roundRect">
            <a:avLst>
              <a:gd name="adj" fmla="val 34334"/>
            </a:avLst>
          </a:prstGeom>
          <a:solidFill>
            <a:srgbClr val="EFE9D9"/>
          </a:solidFill>
          <a:ln w="15875">
            <a:solidFill>
              <a:srgbClr val="EFE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400" b="0">
                <a:solidFill>
                  <a:srgbClr val="4A4842"/>
                </a:solidFill>
                <a:latin typeface="Readex Pro"/>
                <a:cs typeface="Readex Pro"/>
                <a:ea typeface="Readex Pro"/>
              </a:rPr>
              <a:t>the validator accepted 34% of planted added sentences · we trained nothing on v0</a:t>
            </a:r>
          </a:p>
        </p:txBody>
      </p:sp>
      <p:sp>
        <p:nvSpPr>
          <p:cNvPr id="30" name="TextBox 29"/>
          <p:cNvSpPr txBox="1"/>
          <p:nvPr/>
        </p:nvSpPr>
        <p:spPr>
          <a:xfrm>
            <a:off x="879475" y="1843087"/>
            <a:ext cx="3857625" cy="240030"/>
          </a:xfrm>
          <a:prstGeom prst="rect">
            <a:avLst/>
          </a:prstGeom>
          <a:noFill/>
        </p:spPr>
        <p:txBody>
          <a:bodyPr wrap="square" lIns="0" rIns="0" tIns="0" bIns="0" anchor="ctr">
            <a:spAutoFit/>
          </a:bodyPr>
          <a:lstStyle/>
          <a:p>
            <a:pPr algn="ctr"/>
            <a:r>
              <a:rPr sz="1300" b="1">
                <a:solidFill>
                  <a:srgbClr val="C6986B"/>
                </a:solidFill>
                <a:latin typeface="Readex Pro"/>
                <a:cs typeface="Readex Pro"/>
                <a:ea typeface="Readex Pro"/>
              </a:rPr>
              <a:t>V1 · FROM THE SOURCE</a:t>
            </a:r>
          </a:p>
        </p:txBody>
      </p:sp>
      <p:sp>
        <p:nvSpPr>
          <p:cNvPr id="31" name="Rounded Rectangle 30"/>
          <p:cNvSpPr/>
          <p:nvPr/>
        </p:nvSpPr>
        <p:spPr>
          <a:xfrm>
            <a:off x="879475" y="2263140"/>
            <a:ext cx="3857625" cy="702944"/>
          </a:xfrm>
          <a:prstGeom prst="roundRect">
            <a:avLst>
              <a:gd name="adj" fmla="val 20813"/>
            </a:avLst>
          </a:prstGeom>
          <a:solidFill>
            <a:srgbClr val="EFE9D9"/>
          </a:solidFill>
          <a:ln w="15875">
            <a:solidFill>
              <a:srgbClr val="E6DF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008062" y="2331720"/>
            <a:ext cx="3600450" cy="274320"/>
          </a:xfrm>
          <a:prstGeom prst="rect">
            <a:avLst/>
          </a:prstGeom>
          <a:noFill/>
        </p:spPr>
        <p:txBody>
          <a:bodyPr wrap="square" lIns="0" rIns="0" tIns="0" bIns="0" anchor="ctr">
            <a:spAutoFit/>
          </a:bodyPr>
          <a:lstStyle/>
          <a:p>
            <a:pPr algn="ctr"/>
            <a:r>
              <a:rPr sz="1700" b="1">
                <a:solidFill>
                  <a:srgbClr val="282824"/>
                </a:solidFill>
                <a:latin typeface="Readex Pro"/>
                <a:cs typeface="Readex Pro"/>
                <a:ea typeface="Readex Pro"/>
              </a:rPr>
              <a:t>BAREC train + dev</a:t>
            </a:r>
          </a:p>
        </p:txBody>
      </p:sp>
      <p:sp>
        <p:nvSpPr>
          <p:cNvPr id="33" name="TextBox 32"/>
          <p:cNvSpPr txBox="1"/>
          <p:nvPr/>
        </p:nvSpPr>
        <p:spPr>
          <a:xfrm>
            <a:off x="1008062" y="2623185"/>
            <a:ext cx="3600450" cy="240030"/>
          </a:xfrm>
          <a:prstGeom prst="rect">
            <a:avLst/>
          </a:prstGeom>
          <a:noFill/>
        </p:spPr>
        <p:txBody>
          <a:bodyPr wrap="square" lIns="0" rIns="0" tIns="0" bIns="0" anchor="ctr">
            <a:spAutoFit/>
          </a:bodyPr>
          <a:lstStyle/>
          <a:p>
            <a:pPr algn="ctr"/>
            <a:r>
              <a:rPr sz="1200" b="0">
                <a:solidFill>
                  <a:srgbClr val="6F6B5E"/>
                </a:solidFill>
                <a:latin typeface="Readex Pro"/>
                <a:cs typeface="Readex Pro"/>
                <a:ea typeface="Readex Pro"/>
              </a:rPr>
              <a:t>test never enters</a:t>
            </a:r>
          </a:p>
        </p:txBody>
      </p:sp>
      <p:sp>
        <p:nvSpPr>
          <p:cNvPr id="34" name="Rounded Rectangle 33"/>
          <p:cNvSpPr/>
          <p:nvPr/>
        </p:nvSpPr>
        <p:spPr>
          <a:xfrm>
            <a:off x="879475" y="3206115"/>
            <a:ext cx="3857625" cy="702944"/>
          </a:xfrm>
          <a:prstGeom prst="roundRect">
            <a:avLst>
              <a:gd name="adj" fmla="val 20813"/>
            </a:avLst>
          </a:prstGeom>
          <a:solidFill>
            <a:srgbClr val="EFE9D9"/>
          </a:solidFill>
          <a:ln w="15875">
            <a:solidFill>
              <a:srgbClr val="E6DF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008062" y="3274695"/>
            <a:ext cx="3600450" cy="274320"/>
          </a:xfrm>
          <a:prstGeom prst="rect">
            <a:avLst/>
          </a:prstGeom>
          <a:noFill/>
        </p:spPr>
        <p:txBody>
          <a:bodyPr wrap="square" lIns="0" rIns="0" tIns="0" bIns="0" anchor="ctr">
            <a:spAutoFit/>
          </a:bodyPr>
          <a:lstStyle/>
          <a:p>
            <a:pPr algn="ctr"/>
            <a:r>
              <a:rPr sz="1700" b="1">
                <a:solidFill>
                  <a:srgbClr val="282824"/>
                </a:solidFill>
                <a:latin typeface="Readex Pro"/>
                <a:cs typeface="Readex Pro"/>
                <a:ea typeface="Readex Pro"/>
              </a:rPr>
              <a:t>strip tashkeel and tatweel</a:t>
            </a:r>
          </a:p>
        </p:txBody>
      </p:sp>
      <p:sp>
        <p:nvSpPr>
          <p:cNvPr id="36" name="TextBox 35"/>
          <p:cNvSpPr txBox="1"/>
          <p:nvPr/>
        </p:nvSpPr>
        <p:spPr>
          <a:xfrm>
            <a:off x="1008062" y="3566160"/>
            <a:ext cx="3600450" cy="240030"/>
          </a:xfrm>
          <a:prstGeom prst="rect">
            <a:avLst/>
          </a:prstGeom>
          <a:noFill/>
        </p:spPr>
        <p:txBody>
          <a:bodyPr wrap="square" lIns="0" rIns="0" tIns="0" bIns="0" anchor="ctr">
            <a:spAutoFit/>
          </a:bodyPr>
          <a:lstStyle/>
          <a:p>
            <a:pPr algn="ctr"/>
            <a:r>
              <a:rPr sz="1200" b="0">
                <a:solidFill>
                  <a:srgbClr val="6F6B5E"/>
                </a:solidFill>
                <a:latin typeface="Readex Pro"/>
                <a:cs typeface="Readex Pro"/>
                <a:ea typeface="Readex Pro"/>
              </a:rPr>
              <a:t>every text</a:t>
            </a:r>
          </a:p>
        </p:txBody>
      </p:sp>
      <p:cxnSp>
        <p:nvCxnSpPr>
          <p:cNvPr id="37" name="Connector 36"/>
          <p:cNvCxnSpPr/>
          <p:nvPr/>
        </p:nvCxnSpPr>
        <p:spPr>
          <a:xfrm>
            <a:off x="2808287" y="2966085"/>
            <a:ext cx="0" cy="240030"/>
          </a:xfrm>
          <a:prstGeom prst="line">
            <a:avLst/>
          </a:prstGeom>
          <a:ln w="25400">
            <a:solidFill>
              <a:srgbClr val="C6986B"/>
            </a:solidFill>
            <a:tailEnd type="triangle"/>
          </a:ln>
        </p:spPr>
        <p:style>
          <a:lnRef idx="2">
            <a:schemeClr val="accent1"/>
          </a:lnRef>
          <a:fillRef idx="0">
            <a:schemeClr val="accent1"/>
          </a:fillRef>
          <a:effectRef idx="1">
            <a:schemeClr val="accent1"/>
          </a:effectRef>
          <a:fontRef idx="minor">
            <a:schemeClr val="tx1"/>
          </a:fontRef>
        </p:style>
      </p:cxnSp>
      <p:sp>
        <p:nvSpPr>
          <p:cNvPr id="38" name="Rounded Rectangle 37"/>
          <p:cNvSpPr/>
          <p:nvPr/>
        </p:nvSpPr>
        <p:spPr>
          <a:xfrm>
            <a:off x="879475" y="4149089"/>
            <a:ext cx="3857625" cy="702944"/>
          </a:xfrm>
          <a:prstGeom prst="roundRect">
            <a:avLst>
              <a:gd name="adj" fmla="val 20813"/>
            </a:avLst>
          </a:prstGeom>
          <a:solidFill>
            <a:srgbClr val="EFE9D9"/>
          </a:solidFill>
          <a:ln w="15875">
            <a:solidFill>
              <a:srgbClr val="E6DF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008062" y="4217670"/>
            <a:ext cx="3600450" cy="274320"/>
          </a:xfrm>
          <a:prstGeom prst="rect">
            <a:avLst/>
          </a:prstGeom>
          <a:noFill/>
        </p:spPr>
        <p:txBody>
          <a:bodyPr wrap="square" lIns="0" rIns="0" tIns="0" bIns="0" anchor="ctr">
            <a:spAutoFit/>
          </a:bodyPr>
          <a:lstStyle/>
          <a:p>
            <a:pPr algn="ctr"/>
            <a:r>
              <a:rPr sz="1700" b="1">
                <a:solidFill>
                  <a:srgbClr val="282824"/>
                </a:solidFill>
                <a:latin typeface="Readex Pro"/>
                <a:cs typeface="Readex Pro"/>
                <a:ea typeface="Readex Pro"/>
              </a:rPr>
              <a:t>route each source</a:t>
            </a:r>
          </a:p>
        </p:txBody>
      </p:sp>
      <p:sp>
        <p:nvSpPr>
          <p:cNvPr id="40" name="TextBox 39"/>
          <p:cNvSpPr txBox="1"/>
          <p:nvPr/>
        </p:nvSpPr>
        <p:spPr>
          <a:xfrm>
            <a:off x="1008062" y="4509134"/>
            <a:ext cx="3600450" cy="240030"/>
          </a:xfrm>
          <a:prstGeom prst="rect">
            <a:avLst/>
          </a:prstGeom>
          <a:noFill/>
        </p:spPr>
        <p:txBody>
          <a:bodyPr wrap="square" lIns="0" rIns="0" tIns="0" bIns="0" anchor="ctr">
            <a:spAutoFit/>
          </a:bodyPr>
          <a:lstStyle/>
          <a:p>
            <a:pPr algn="ctr"/>
            <a:r>
              <a:rPr sz="1200" b="0">
                <a:solidFill>
                  <a:srgbClr val="6F6B5E"/>
                </a:solidFill>
                <a:latin typeface="Readex Pro"/>
                <a:cs typeface="Readex Pro"/>
                <a:ea typeface="Readex Pro"/>
              </a:rPr>
              <a:t>protected · short · hard  →  23,221 hard</a:t>
            </a:r>
          </a:p>
        </p:txBody>
      </p:sp>
      <p:cxnSp>
        <p:nvCxnSpPr>
          <p:cNvPr id="41" name="Connector 40"/>
          <p:cNvCxnSpPr/>
          <p:nvPr/>
        </p:nvCxnSpPr>
        <p:spPr>
          <a:xfrm>
            <a:off x="2808287" y="3909060"/>
            <a:ext cx="0" cy="240029"/>
          </a:xfrm>
          <a:prstGeom prst="line">
            <a:avLst/>
          </a:prstGeom>
          <a:ln w="25400">
            <a:solidFill>
              <a:srgbClr val="C6986B"/>
            </a:solidFill>
            <a:tailEnd type="triangle"/>
          </a:ln>
        </p:spPr>
        <p:style>
          <a:lnRef idx="2">
            <a:schemeClr val="accent1"/>
          </a:lnRef>
          <a:fillRef idx="0">
            <a:schemeClr val="accent1"/>
          </a:fillRef>
          <a:effectRef idx="1">
            <a:schemeClr val="accent1"/>
          </a:effectRef>
          <a:fontRef idx="minor">
            <a:schemeClr val="tx1"/>
          </a:fontRef>
        </p:style>
      </p:cxnSp>
      <p:sp>
        <p:nvSpPr>
          <p:cNvPr id="42" name="TextBox 41"/>
          <p:cNvSpPr txBox="1"/>
          <p:nvPr/>
        </p:nvSpPr>
        <p:spPr>
          <a:xfrm>
            <a:off x="5165725" y="1843087"/>
            <a:ext cx="3857625" cy="240030"/>
          </a:xfrm>
          <a:prstGeom prst="rect">
            <a:avLst/>
          </a:prstGeom>
          <a:noFill/>
        </p:spPr>
        <p:txBody>
          <a:bodyPr wrap="square" lIns="0" rIns="0" tIns="0" bIns="0" anchor="ctr">
            <a:spAutoFit/>
          </a:bodyPr>
          <a:lstStyle/>
          <a:p>
            <a:pPr algn="ctr"/>
            <a:r>
              <a:rPr sz="1300" b="1">
                <a:solidFill>
                  <a:srgbClr val="C6986B"/>
                </a:solidFill>
                <a:latin typeface="Readex Pro"/>
                <a:cs typeface="Readex Pro"/>
                <a:ea typeface="Readex Pro"/>
              </a:rPr>
              <a:t>V1 · INTO THE CORPUS</a:t>
            </a:r>
          </a:p>
        </p:txBody>
      </p:sp>
      <p:sp>
        <p:nvSpPr>
          <p:cNvPr id="43" name="Rounded Rectangle 42"/>
          <p:cNvSpPr/>
          <p:nvPr/>
        </p:nvSpPr>
        <p:spPr>
          <a:xfrm>
            <a:off x="5165725" y="2263140"/>
            <a:ext cx="3857625" cy="702944"/>
          </a:xfrm>
          <a:prstGeom prst="roundRect">
            <a:avLst>
              <a:gd name="adj" fmla="val 20813"/>
            </a:avLst>
          </a:prstGeom>
          <a:solidFill>
            <a:srgbClr val="EFE9D9"/>
          </a:solidFill>
          <a:ln w="15875">
            <a:solidFill>
              <a:srgbClr val="E6DF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5294312" y="2331720"/>
            <a:ext cx="3600450" cy="274320"/>
          </a:xfrm>
          <a:prstGeom prst="rect">
            <a:avLst/>
          </a:prstGeom>
          <a:noFill/>
        </p:spPr>
        <p:txBody>
          <a:bodyPr wrap="square" lIns="0" rIns="0" tIns="0" bIns="0" anchor="ctr">
            <a:spAutoFit/>
          </a:bodyPr>
          <a:lstStyle/>
          <a:p>
            <a:pPr algn="ctr"/>
            <a:r>
              <a:rPr sz="1700" b="1">
                <a:solidFill>
                  <a:srgbClr val="282824"/>
                </a:solidFill>
                <a:latin typeface="Readex Pro"/>
                <a:cs typeface="Readex Pro"/>
                <a:ea typeface="Readex Pro"/>
              </a:rPr>
              <a:t>Gemma 4 31B writes candidates</a:t>
            </a:r>
          </a:p>
        </p:txBody>
      </p:sp>
      <p:sp>
        <p:nvSpPr>
          <p:cNvPr id="45" name="TextBox 44"/>
          <p:cNvSpPr txBox="1"/>
          <p:nvPr/>
        </p:nvSpPr>
        <p:spPr>
          <a:xfrm>
            <a:off x="5294312" y="2623185"/>
            <a:ext cx="3600450" cy="240030"/>
          </a:xfrm>
          <a:prstGeom prst="rect">
            <a:avLst/>
          </a:prstGeom>
          <a:noFill/>
        </p:spPr>
        <p:txBody>
          <a:bodyPr wrap="square" lIns="0" rIns="0" tIns="0" bIns="0" anchor="ctr">
            <a:spAutoFit/>
          </a:bodyPr>
          <a:lstStyle/>
          <a:p>
            <a:pPr algn="ctr"/>
            <a:r>
              <a:rPr sz="1200" b="0">
                <a:solidFill>
                  <a:srgbClr val="6F6B5E"/>
                </a:solidFill>
                <a:latin typeface="Readex Pro"/>
                <a:cs typeface="Readex Pro"/>
                <a:ea typeface="Readex Pro"/>
              </a:rPr>
              <a:t>hard band only  →  23,205 responses</a:t>
            </a:r>
          </a:p>
        </p:txBody>
      </p:sp>
      <p:sp>
        <p:nvSpPr>
          <p:cNvPr id="46" name="Rounded Rectangle 45"/>
          <p:cNvSpPr/>
          <p:nvPr/>
        </p:nvSpPr>
        <p:spPr>
          <a:xfrm>
            <a:off x="5165725" y="3206115"/>
            <a:ext cx="3857625" cy="702944"/>
          </a:xfrm>
          <a:prstGeom prst="roundRect">
            <a:avLst>
              <a:gd name="adj" fmla="val 20813"/>
            </a:avLst>
          </a:prstGeom>
          <a:solidFill>
            <a:srgbClr val="EFE9D9"/>
          </a:solidFill>
          <a:ln w="15875">
            <a:solidFill>
              <a:srgbClr val="E6DF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5294312" y="3274695"/>
            <a:ext cx="3600450" cy="274320"/>
          </a:xfrm>
          <a:prstGeom prst="rect">
            <a:avLst/>
          </a:prstGeom>
          <a:noFill/>
        </p:spPr>
        <p:txBody>
          <a:bodyPr wrap="square" lIns="0" rIns="0" tIns="0" bIns="0" anchor="ctr">
            <a:spAutoFit/>
          </a:bodyPr>
          <a:lstStyle/>
          <a:p>
            <a:pPr algn="ctr"/>
            <a:r>
              <a:rPr sz="1700" b="1">
                <a:solidFill>
                  <a:srgbClr val="282824"/>
                </a:solidFill>
                <a:latin typeface="Readex Pro"/>
                <a:cs typeface="Readex Pro"/>
                <a:ea typeface="Readex Pro"/>
              </a:rPr>
              <a:t>code gates</a:t>
            </a:r>
          </a:p>
        </p:txBody>
      </p:sp>
      <p:sp>
        <p:nvSpPr>
          <p:cNvPr id="48" name="TextBox 47"/>
          <p:cNvSpPr txBox="1"/>
          <p:nvPr/>
        </p:nvSpPr>
        <p:spPr>
          <a:xfrm>
            <a:off x="5294312" y="3566160"/>
            <a:ext cx="3600450" cy="240030"/>
          </a:xfrm>
          <a:prstGeom prst="rect">
            <a:avLst/>
          </a:prstGeom>
          <a:noFill/>
        </p:spPr>
        <p:txBody>
          <a:bodyPr wrap="square" lIns="0" rIns="0" tIns="0" bIns="0" anchor="ctr">
            <a:spAutoFit/>
          </a:bodyPr>
          <a:lstStyle/>
          <a:p>
            <a:pPr algn="ctr"/>
            <a:r>
              <a:rPr sz="1200" b="0">
                <a:solidFill>
                  <a:srgbClr val="6F6B5E"/>
                </a:solidFill>
                <a:latin typeface="Readex Pro"/>
                <a:cs typeface="Readex Pro"/>
                <a:ea typeface="Readex Pro"/>
              </a:rPr>
              <a:t>numbers · quotes · options</a:t>
            </a:r>
          </a:p>
        </p:txBody>
      </p:sp>
      <p:cxnSp>
        <p:nvCxnSpPr>
          <p:cNvPr id="49" name="Connector 48"/>
          <p:cNvCxnSpPr/>
          <p:nvPr/>
        </p:nvCxnSpPr>
        <p:spPr>
          <a:xfrm>
            <a:off x="7094537" y="2966085"/>
            <a:ext cx="0" cy="240030"/>
          </a:xfrm>
          <a:prstGeom prst="line">
            <a:avLst/>
          </a:prstGeom>
          <a:ln w="25400">
            <a:solidFill>
              <a:srgbClr val="C6986B"/>
            </a:solidFill>
            <a:tailEnd type="triangle"/>
          </a:ln>
        </p:spPr>
        <p:style>
          <a:lnRef idx="2">
            <a:schemeClr val="accent1"/>
          </a:lnRef>
          <a:fillRef idx="0">
            <a:schemeClr val="accent1"/>
          </a:fillRef>
          <a:effectRef idx="1">
            <a:schemeClr val="accent1"/>
          </a:effectRef>
          <a:fontRef idx="minor">
            <a:schemeClr val="tx1"/>
          </a:fontRef>
        </p:style>
      </p:cxnSp>
      <p:sp>
        <p:nvSpPr>
          <p:cNvPr id="50" name="Rounded Rectangle 49"/>
          <p:cNvSpPr/>
          <p:nvPr/>
        </p:nvSpPr>
        <p:spPr>
          <a:xfrm>
            <a:off x="5165725" y="4149089"/>
            <a:ext cx="3857625" cy="702944"/>
          </a:xfrm>
          <a:prstGeom prst="roundRect">
            <a:avLst>
              <a:gd name="adj" fmla="val 20813"/>
            </a:avLst>
          </a:prstGeom>
          <a:solidFill>
            <a:srgbClr val="EFE9D9"/>
          </a:solidFill>
          <a:ln w="15875">
            <a:solidFill>
              <a:srgbClr val="E6DF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5294312" y="4217670"/>
            <a:ext cx="3600450" cy="274320"/>
          </a:xfrm>
          <a:prstGeom prst="rect">
            <a:avLst/>
          </a:prstGeom>
          <a:noFill/>
        </p:spPr>
        <p:txBody>
          <a:bodyPr wrap="square" lIns="0" rIns="0" tIns="0" bIns="0" anchor="ctr">
            <a:spAutoFit/>
          </a:bodyPr>
          <a:lstStyle/>
          <a:p>
            <a:pPr algn="ctr"/>
            <a:r>
              <a:rPr sz="1700" b="1">
                <a:solidFill>
                  <a:srgbClr val="282824"/>
                </a:solidFill>
                <a:latin typeface="Readex Pro"/>
                <a:cs typeface="Readex Pro"/>
                <a:ea typeface="Readex Pro"/>
              </a:rPr>
              <a:t>readability + meaning gates</a:t>
            </a:r>
          </a:p>
        </p:txBody>
      </p:sp>
      <p:sp>
        <p:nvSpPr>
          <p:cNvPr id="52" name="TextBox 51"/>
          <p:cNvSpPr txBox="1"/>
          <p:nvPr/>
        </p:nvSpPr>
        <p:spPr>
          <a:xfrm>
            <a:off x="5294312" y="4509134"/>
            <a:ext cx="3600450" cy="240030"/>
          </a:xfrm>
          <a:prstGeom prst="rect">
            <a:avLst/>
          </a:prstGeom>
          <a:noFill/>
        </p:spPr>
        <p:txBody>
          <a:bodyPr wrap="square" lIns="0" rIns="0" tIns="0" bIns="0" anchor="ctr">
            <a:spAutoFit/>
          </a:bodyPr>
          <a:lstStyle/>
          <a:p>
            <a:pPr algn="ctr"/>
            <a:r>
              <a:rPr sz="1200" b="0">
                <a:solidFill>
                  <a:srgbClr val="6F6B5E"/>
                </a:solidFill>
                <a:latin typeface="Readex Pro"/>
                <a:cs typeface="Readex Pro"/>
                <a:ea typeface="Readex Pro"/>
              </a:rPr>
              <a:t>≥ 2 levels · meaning gate  →  10,693 accepted</a:t>
            </a:r>
          </a:p>
        </p:txBody>
      </p:sp>
      <p:cxnSp>
        <p:nvCxnSpPr>
          <p:cNvPr id="53" name="Connector 52"/>
          <p:cNvCxnSpPr/>
          <p:nvPr/>
        </p:nvCxnSpPr>
        <p:spPr>
          <a:xfrm>
            <a:off x="7094537" y="3909060"/>
            <a:ext cx="0" cy="240029"/>
          </a:xfrm>
          <a:prstGeom prst="line">
            <a:avLst/>
          </a:prstGeom>
          <a:ln w="25400">
            <a:solidFill>
              <a:srgbClr val="C6986B"/>
            </a:solidFill>
            <a:tailEnd type="triangle"/>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a:off x="4737100" y="1843087"/>
            <a:ext cx="428625" cy="0"/>
          </a:xfrm>
          <a:prstGeom prst="line">
            <a:avLst/>
          </a:prstGeom>
          <a:ln w="38100">
            <a:solidFill>
              <a:srgbClr val="C6986B"/>
            </a:solidFill>
            <a:tailEnd type="triangle"/>
          </a:ln>
        </p:spPr>
        <p:style>
          <a:lnRef idx="2">
            <a:schemeClr val="accent1"/>
          </a:lnRef>
          <a:fillRef idx="0">
            <a:schemeClr val="accent1"/>
          </a:fillRef>
          <a:effectRef idx="1">
            <a:schemeClr val="accent1"/>
          </a:effectRef>
          <a:fontRef idx="minor">
            <a:schemeClr val="tx1"/>
          </a:fontRef>
        </p:style>
      </p:cxnSp>
      <p:sp>
        <p:nvSpPr>
          <p:cNvPr id="55" name="Rounded Rectangle 54"/>
          <p:cNvSpPr/>
          <p:nvPr/>
        </p:nvSpPr>
        <p:spPr>
          <a:xfrm>
            <a:off x="922337" y="4993481"/>
            <a:ext cx="3771900" cy="814387"/>
          </a:xfrm>
          <a:prstGeom prst="roundRect">
            <a:avLst>
              <a:gd name="adj" fmla="val 17964"/>
            </a:avLst>
          </a:prstGeom>
          <a:solidFill>
            <a:srgbClr val="EEDDC7"/>
          </a:solidFill>
          <a:ln w="15875">
            <a:solidFill>
              <a:srgbClr val="C6986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922337" y="5096351"/>
            <a:ext cx="3771900" cy="342900"/>
          </a:xfrm>
          <a:prstGeom prst="rect">
            <a:avLst/>
          </a:prstGeom>
          <a:noFill/>
        </p:spPr>
        <p:txBody>
          <a:bodyPr wrap="square" lIns="0" rIns="0" tIns="0" bIns="0" anchor="ctr">
            <a:spAutoFit/>
          </a:bodyPr>
          <a:lstStyle/>
          <a:p>
            <a:pPr algn="ctr"/>
            <a:r>
              <a:rPr sz="2800" b="1">
                <a:solidFill>
                  <a:srgbClr val="8A5E35"/>
                </a:solidFill>
                <a:latin typeface="Readex Pro"/>
                <a:cs typeface="Readex Pro"/>
                <a:ea typeface="Readex Pro"/>
              </a:rPr>
              <a:t>14,975 rows</a:t>
            </a:r>
          </a:p>
        </p:txBody>
      </p:sp>
      <p:sp>
        <p:nvSpPr>
          <p:cNvPr id="57" name="TextBox 56"/>
          <p:cNvSpPr txBox="1"/>
          <p:nvPr/>
        </p:nvSpPr>
        <p:spPr>
          <a:xfrm>
            <a:off x="922337" y="5464968"/>
            <a:ext cx="3771900" cy="240030"/>
          </a:xfrm>
          <a:prstGeom prst="rect">
            <a:avLst/>
          </a:prstGeom>
          <a:noFill/>
        </p:spPr>
        <p:txBody>
          <a:bodyPr wrap="square" lIns="0" rIns="0" tIns="0" bIns="0" anchor="ctr">
            <a:spAutoFit/>
          </a:bodyPr>
          <a:lstStyle/>
          <a:p>
            <a:pPr algn="ctr"/>
            <a:r>
              <a:rPr sz="1300" b="0">
                <a:solidFill>
                  <a:srgbClr val="4A4842"/>
                </a:solidFill>
                <a:latin typeface="Readex Pro"/>
                <a:cs typeface="Readex Pro"/>
                <a:ea typeface="Readex Pro"/>
              </a:rPr>
              <a:t>0 rule violations · 0 leakage vs BAREC test</a:t>
            </a:r>
          </a:p>
        </p:txBody>
      </p:sp>
      <p:sp>
        <p:nvSpPr>
          <p:cNvPr id="58" name="Rounded Rectangle 57"/>
          <p:cNvSpPr/>
          <p:nvPr/>
        </p:nvSpPr>
        <p:spPr>
          <a:xfrm>
            <a:off x="5337175" y="5142964"/>
            <a:ext cx="38021712" cy="515421"/>
          </a:xfrm>
          <a:prstGeom prst="roundRect">
            <a:avLst>
              <a:gd name="adj" fmla="val 33264"/>
            </a:avLst>
          </a:prstGeom>
          <a:solidFill>
            <a:srgbClr val="EFE9D9"/>
          </a:solidFill>
          <a:ln w="15875">
            <a:solidFill>
              <a:srgbClr val="EFE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500" b="0">
                <a:solidFill>
                  <a:srgbClr val="4A4842"/>
                </a:solidFill>
                <a:latin typeface="Readex Pro"/>
                <a:cs typeface="Readex Pro"/>
                <a:ea typeface="Readex Pro"/>
              </a:rPr>
              <a:t>blind audit of 1,039 pairs: 1.7% meaning changed</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7" presetID="10" presetClass="entr" presetSubtype="0" fill="hold" grpId="0" nodeType="afterEffect">
                                  <p:stCondLst>
                                    <p:cond delay="0"/>
                                  </p:stCondLst>
                                  <p:childTnLst>
                                    <p:set>
                                      <p:cBhvr>
                                        <p:cTn id="5" dur="1" fill="hold">
                                          <p:stCondLst>
                                            <p:cond delay="0"/>
                                          </p:stCondLst>
                                        </p:cTn>
                                        <p:tgtEl>
                                          <p:spTgt spid="9"/>
                                        </p:tgtEl>
                                        <p:attrNameLst>
                                          <p:attrName>style.visibility</p:attrName>
                                        </p:attrNameLst>
                                      </p:cBhvr>
                                      <p:to>
                                        <p:strVal val="visible"/>
                                      </p:to>
                                    </p:set>
                                    <p:animEffect transition="in" filter="fade">
                                      <p:cBhvr>
                                        <p:cTn id="6" dur="500"/>
                                        <p:tgtEl>
                                          <p:spTgt spid="9"/>
                                        </p:tgtEl>
                                      </p:cBhvr>
                                    </p:animEffect>
                                  </p:childTnLst>
                                </p:cTn>
                              </p:par>
                              <p:par>
                                <p:cTn id="10" presetID="10" presetClass="entr" presetSubtype="0" fill="hold" grpId="0" nodeType="withEffect">
                                  <p:stCondLst>
                                    <p:cond delay="200"/>
                                  </p:stCondLst>
                                  <p:childTnLst>
                                    <p:set>
                                      <p:cBhvr>
                                        <p:cTn id="8" dur="1" fill="hold">
                                          <p:stCondLst>
                                            <p:cond delay="0"/>
                                          </p:stCondLst>
                                        </p:cTn>
                                        <p:tgtEl>
                                          <p:spTgt spid="10"/>
                                        </p:tgtEl>
                                        <p:attrNameLst>
                                          <p:attrName>style.visibility</p:attrName>
                                        </p:attrNameLst>
                                      </p:cBhvr>
                                      <p:to>
                                        <p:strVal val="visible"/>
                                      </p:to>
                                    </p:set>
                                    <p:animEffect transition="in" filter="fade">
                                      <p:cBhvr>
                                        <p:cTn id="9" dur="500"/>
                                        <p:tgtEl>
                                          <p:spTgt spid="10"/>
                                        </p:tgtEl>
                                      </p:cBhvr>
                                    </p:animEffect>
                                  </p:childTnLst>
                                </p:cTn>
                              </p:par>
                              <p:par>
                                <p:cTn id="13" presetID="10" presetClass="entr" presetSubtype="0" fill="hold" grpId="0" nodeType="withEffect">
                                  <p:stCondLst>
                                    <p:cond delay="500"/>
                                  </p:stCondLst>
                                  <p:childTnLst>
                                    <p:set>
                                      <p:cBhvr>
                                        <p:cTn id="11" dur="1" fill="hold">
                                          <p:stCondLst>
                                            <p:cond delay="0"/>
                                          </p:stCondLst>
                                        </p:cTn>
                                        <p:tgtEl>
                                          <p:spTgt spid="11"/>
                                        </p:tgtEl>
                                        <p:attrNameLst>
                                          <p:attrName>style.visibility</p:attrName>
                                        </p:attrNameLst>
                                      </p:cBhvr>
                                      <p:to>
                                        <p:strVal val="visible"/>
                                      </p:to>
                                    </p:set>
                                    <p:animEffect transition="in" filter="fade">
                                      <p:cBhvr>
                                        <p:cTn id="12" dur="500"/>
                                        <p:tgtEl>
                                          <p:spTgt spid="11"/>
                                        </p:tgtEl>
                                      </p:cBhvr>
                                    </p:animEffect>
                                  </p:childTnLst>
                                </p:cTn>
                              </p:par>
                              <p:par>
                                <p:cTn id="16" presetID="10" presetClass="entr" presetSubtype="0" fill="hold" grpId="0" nodeType="withEffect">
                                  <p:stCondLst>
                                    <p:cond delay="750"/>
                                  </p:stCondLst>
                                  <p:childTnLst>
                                    <p:set>
                                      <p:cBhvr>
                                        <p:cTn id="14" dur="1" fill="hold">
                                          <p:stCondLst>
                                            <p:cond delay="0"/>
                                          </p:stCondLst>
                                        </p:cTn>
                                        <p:tgtEl>
                                          <p:spTgt spid="12"/>
                                        </p:tgtEl>
                                        <p:attrNameLst>
                                          <p:attrName>style.visibility</p:attrName>
                                        </p:attrNameLst>
                                      </p:cBhvr>
                                      <p:to>
                                        <p:strVal val="visible"/>
                                      </p:to>
                                    </p:set>
                                    <p:animEffect transition="in" filter="fade">
                                      <p:cBhvr>
                                        <p:cTn id="15" dur="500"/>
                                        <p:tgtEl>
                                          <p:spTgt spid="12"/>
                                        </p:tgtEl>
                                      </p:cBhvr>
                                    </p:animEffect>
                                  </p:childTnLst>
                                </p:cTn>
                              </p:par>
                              <p:par>
                                <p:cTn id="19" presetID="10" presetClass="entr" presetSubtype="0" fill="hold" grpId="0" nodeType="withEffect">
                                  <p:stCondLst>
                                    <p:cond delay="1000"/>
                                  </p:stCondLst>
                                  <p:childTnLst>
                                    <p:set>
                                      <p:cBhvr>
                                        <p:cTn id="17" dur="1" fill="hold">
                                          <p:stCondLst>
                                            <p:cond delay="0"/>
                                          </p:stCondLst>
                                        </p:cTn>
                                        <p:tgtEl>
                                          <p:spTgt spid="13"/>
                                        </p:tgtEl>
                                        <p:attrNameLst>
                                          <p:attrName>style.visibility</p:attrName>
                                        </p:attrNameLst>
                                      </p:cBhvr>
                                      <p:to>
                                        <p:strVal val="visible"/>
                                      </p:to>
                                    </p:set>
                                    <p:animEffect transition="in" filter="fade">
                                      <p:cBhvr>
                                        <p:cTn id="18" dur="500"/>
                                        <p:tgtEl>
                                          <p:spTgt spid="13"/>
                                        </p:tgtEl>
                                      </p:cBhvr>
                                    </p:animEffect>
                                  </p:childTnLst>
                                </p:cTn>
                              </p:par>
                              <p:par>
                                <p:cTn id="22" presetID="10" presetClass="entr" presetSubtype="0" fill="hold" grpId="0" nodeType="withEffect">
                                  <p:stCondLst>
                                    <p:cond delay="1400"/>
                                  </p:stCondLst>
                                  <p:childTnLst>
                                    <p:set>
                                      <p:cBhvr>
                                        <p:cTn id="20" dur="1" fill="hold">
                                          <p:stCondLst>
                                            <p:cond delay="0"/>
                                          </p:stCondLst>
                                        </p:cTn>
                                        <p:tgtEl>
                                          <p:spTgt spid="14"/>
                                        </p:tgtEl>
                                        <p:attrNameLst>
                                          <p:attrName>style.visibility</p:attrName>
                                        </p:attrNameLst>
                                      </p:cBhvr>
                                      <p:to>
                                        <p:strVal val="visible"/>
                                      </p:to>
                                    </p:set>
                                    <p:animEffect transition="in" filter="fade">
                                      <p:cBhvr>
                                        <p:cTn id="21" dur="500"/>
                                        <p:tgtEl>
                                          <p:spTgt spid="14"/>
                                        </p:tgtEl>
                                      </p:cBhvr>
                                    </p:animEffect>
                                  </p:childTnLst>
                                </p:cTn>
                              </p:par>
                              <p:par>
                                <p:cTn id="25" presetID="10" presetClass="entr" presetSubtype="0" fill="hold" grpId="0" nodeType="withEffect">
                                  <p:stCondLst>
                                    <p:cond delay="1600"/>
                                  </p:stCondLst>
                                  <p:childTnLst>
                                    <p:set>
                                      <p:cBhvr>
                                        <p:cTn id="23" dur="1" fill="hold">
                                          <p:stCondLst>
                                            <p:cond delay="0"/>
                                          </p:stCondLst>
                                        </p:cTn>
                                        <p:tgtEl>
                                          <p:spTgt spid="15"/>
                                        </p:tgtEl>
                                        <p:attrNameLst>
                                          <p:attrName>style.visibility</p:attrName>
                                        </p:attrNameLst>
                                      </p:cBhvr>
                                      <p:to>
                                        <p:strVal val="visible"/>
                                      </p:to>
                                    </p:set>
                                    <p:animEffect transition="in" filter="fade">
                                      <p:cBhvr>
                                        <p:cTn id="24" dur="500"/>
                                        <p:tgtEl>
                                          <p:spTgt spid="15"/>
                                        </p:tgtEl>
                                      </p:cBhvr>
                                    </p:animEffect>
                                  </p:childTnLst>
                                </p:cTn>
                              </p:par>
                              <p:par>
                                <p:cTn id="28" presetID="10" presetClass="entr" presetSubtype="0" fill="hold" grpId="0" nodeType="withEffect">
                                  <p:stCondLst>
                                    <p:cond delay="1900"/>
                                  </p:stCondLst>
                                  <p:childTnLst>
                                    <p:set>
                                      <p:cBhvr>
                                        <p:cTn id="26" dur="1" fill="hold">
                                          <p:stCondLst>
                                            <p:cond delay="0"/>
                                          </p:stCondLst>
                                        </p:cTn>
                                        <p:tgtEl>
                                          <p:spTgt spid="16"/>
                                        </p:tgtEl>
                                        <p:attrNameLst>
                                          <p:attrName>style.visibility</p:attrName>
                                        </p:attrNameLst>
                                      </p:cBhvr>
                                      <p:to>
                                        <p:strVal val="visible"/>
                                      </p:to>
                                    </p:set>
                                    <p:animEffect transition="in" filter="fade">
                                      <p:cBhvr>
                                        <p:cTn id="27" dur="500"/>
                                        <p:tgtEl>
                                          <p:spTgt spid="16"/>
                                        </p:tgtEl>
                                      </p:cBhvr>
                                    </p:animEffect>
                                  </p:childTnLst>
                                </p:cTn>
                              </p:par>
                              <p:par>
                                <p:cTn id="31" presetID="10" presetClass="entr" presetSubtype="0" fill="hold" grpId="0" nodeType="withEffect">
                                  <p:stCondLst>
                                    <p:cond delay="2150"/>
                                  </p:stCondLst>
                                  <p:childTnLst>
                                    <p:set>
                                      <p:cBhvr>
                                        <p:cTn id="29" dur="1" fill="hold">
                                          <p:stCondLst>
                                            <p:cond delay="0"/>
                                          </p:stCondLst>
                                        </p:cTn>
                                        <p:tgtEl>
                                          <p:spTgt spid="17"/>
                                        </p:tgtEl>
                                        <p:attrNameLst>
                                          <p:attrName>style.visibility</p:attrName>
                                        </p:attrNameLst>
                                      </p:cBhvr>
                                      <p:to>
                                        <p:strVal val="visible"/>
                                      </p:to>
                                    </p:set>
                                    <p:animEffect transition="in" filter="fade">
                                      <p:cBhvr>
                                        <p:cTn id="30" dur="500"/>
                                        <p:tgtEl>
                                          <p:spTgt spid="17"/>
                                        </p:tgtEl>
                                      </p:cBhvr>
                                    </p:animEffect>
                                  </p:childTnLst>
                                </p:cTn>
                              </p:par>
                              <p:par>
                                <p:cTn id="34" presetID="10" presetClass="entr" presetSubtype="0" fill="hold" grpId="0" nodeType="withEffect">
                                  <p:stCondLst>
                                    <p:cond delay="2400"/>
                                  </p:stCondLst>
                                  <p:childTnLst>
                                    <p:set>
                                      <p:cBhvr>
                                        <p:cTn id="32" dur="1" fill="hold">
                                          <p:stCondLst>
                                            <p:cond delay="0"/>
                                          </p:stCondLst>
                                        </p:cTn>
                                        <p:tgtEl>
                                          <p:spTgt spid="18"/>
                                        </p:tgtEl>
                                        <p:attrNameLst>
                                          <p:attrName>style.visibility</p:attrName>
                                        </p:attrNameLst>
                                      </p:cBhvr>
                                      <p:to>
                                        <p:strVal val="visible"/>
                                      </p:to>
                                    </p:set>
                                    <p:animEffect transition="in" filter="fade">
                                      <p:cBhvr>
                                        <p:cTn id="33" dur="500"/>
                                        <p:tgtEl>
                                          <p:spTgt spid="18"/>
                                        </p:tgtEl>
                                      </p:cBhvr>
                                    </p:animEffect>
                                  </p:childTnLst>
                                </p:cTn>
                              </p:par>
                            </p:childTnLst>
                          </p:cTn>
                        </p:par>
                      </p:childTnLst>
                    </p:cTn>
                  </p:par>
                  <p:par>
                    <p:cTn id="35" fill="hold">
                      <p:stCondLst>
                        <p:cond delay="indefinite"/>
                      </p:stCondLst>
                      <p:childTnLst>
                        <p:par>
                          <p:cTn id="36" fill="hold">
                            <p:stCondLst>
                              <p:cond delay="0"/>
                            </p:stCondLst>
                            <p:childTnLst>
                              <p:par>
                                <p:cTn id="39" presetID="10" presetClass="exit" presetSubtype="0" fill="hold" grpId="0" nodeType="clickEffect">
                                  <p:stCondLst>
                                    <p:cond delay="0"/>
                                  </p:stCondLst>
                                  <p:childTnLst>
                                    <p:set>
                                      <p:cBhvr>
                                        <p:cTn id="37" dur="1" fill="hold">
                                          <p:stCondLst>
                                            <p:cond delay="400"/>
                                          </p:stCondLst>
                                        </p:cTn>
                                        <p:tgtEl>
                                          <p:spTgt spid="9"/>
                                        </p:tgtEl>
                                        <p:attrNameLst>
                                          <p:attrName>style.visibility</p:attrName>
                                        </p:attrNameLst>
                                      </p:cBhvr>
                                      <p:to>
                                        <p:strVal val="hidden"/>
                                      </p:to>
                                    </p:set>
                                    <p:animEffect transition="out" filter="fade">
                                      <p:cBhvr>
                                        <p:cTn id="38" dur="400"/>
                                        <p:tgtEl>
                                          <p:spTgt spid="9"/>
                                        </p:tgtEl>
                                      </p:cBhvr>
                                    </p:animEffect>
                                  </p:childTnLst>
                                </p:cTn>
                              </p:par>
                              <p:par>
                                <p:cTn id="42" presetID="10" presetClass="exit" presetSubtype="0" fill="hold" grpId="0" nodeType="withEffect">
                                  <p:stCondLst>
                                    <p:cond delay="0"/>
                                  </p:stCondLst>
                                  <p:childTnLst>
                                    <p:set>
                                      <p:cBhvr>
                                        <p:cTn id="40" dur="1" fill="hold">
                                          <p:stCondLst>
                                            <p:cond delay="400"/>
                                          </p:stCondLst>
                                        </p:cTn>
                                        <p:tgtEl>
                                          <p:spTgt spid="10"/>
                                        </p:tgtEl>
                                        <p:attrNameLst>
                                          <p:attrName>style.visibility</p:attrName>
                                        </p:attrNameLst>
                                      </p:cBhvr>
                                      <p:to>
                                        <p:strVal val="hidden"/>
                                      </p:to>
                                    </p:set>
                                    <p:animEffect transition="out" filter="fade">
                                      <p:cBhvr>
                                        <p:cTn id="41" dur="400"/>
                                        <p:tgtEl>
                                          <p:spTgt spid="10"/>
                                        </p:tgtEl>
                                      </p:cBhvr>
                                    </p:animEffect>
                                  </p:childTnLst>
                                </p:cTn>
                              </p:par>
                              <p:par>
                                <p:cTn id="45" presetID="10" presetClass="exit" presetSubtype="0" fill="hold" grpId="0" nodeType="withEffect">
                                  <p:stCondLst>
                                    <p:cond delay="0"/>
                                  </p:stCondLst>
                                  <p:childTnLst>
                                    <p:set>
                                      <p:cBhvr>
                                        <p:cTn id="43" dur="1" fill="hold">
                                          <p:stCondLst>
                                            <p:cond delay="400"/>
                                          </p:stCondLst>
                                        </p:cTn>
                                        <p:tgtEl>
                                          <p:spTgt spid="11"/>
                                        </p:tgtEl>
                                        <p:attrNameLst>
                                          <p:attrName>style.visibility</p:attrName>
                                        </p:attrNameLst>
                                      </p:cBhvr>
                                      <p:to>
                                        <p:strVal val="hidden"/>
                                      </p:to>
                                    </p:set>
                                    <p:animEffect transition="out" filter="fade">
                                      <p:cBhvr>
                                        <p:cTn id="44" dur="400"/>
                                        <p:tgtEl>
                                          <p:spTgt spid="11"/>
                                        </p:tgtEl>
                                      </p:cBhvr>
                                    </p:animEffect>
                                  </p:childTnLst>
                                </p:cTn>
                              </p:par>
                              <p:par>
                                <p:cTn id="48" presetID="10" presetClass="exit" presetSubtype="0" fill="hold" grpId="0" nodeType="withEffect">
                                  <p:stCondLst>
                                    <p:cond delay="0"/>
                                  </p:stCondLst>
                                  <p:childTnLst>
                                    <p:set>
                                      <p:cBhvr>
                                        <p:cTn id="46" dur="1" fill="hold">
                                          <p:stCondLst>
                                            <p:cond delay="400"/>
                                          </p:stCondLst>
                                        </p:cTn>
                                        <p:tgtEl>
                                          <p:spTgt spid="12"/>
                                        </p:tgtEl>
                                        <p:attrNameLst>
                                          <p:attrName>style.visibility</p:attrName>
                                        </p:attrNameLst>
                                      </p:cBhvr>
                                      <p:to>
                                        <p:strVal val="hidden"/>
                                      </p:to>
                                    </p:set>
                                    <p:animEffect transition="out" filter="fade">
                                      <p:cBhvr>
                                        <p:cTn id="47" dur="400"/>
                                        <p:tgtEl>
                                          <p:spTgt spid="12"/>
                                        </p:tgtEl>
                                      </p:cBhvr>
                                    </p:animEffect>
                                  </p:childTnLst>
                                </p:cTn>
                              </p:par>
                              <p:par>
                                <p:cTn id="51" presetID="10" presetClass="exit" presetSubtype="0" fill="hold" grpId="0" nodeType="withEffect">
                                  <p:stCondLst>
                                    <p:cond delay="0"/>
                                  </p:stCondLst>
                                  <p:childTnLst>
                                    <p:set>
                                      <p:cBhvr>
                                        <p:cTn id="49" dur="1" fill="hold">
                                          <p:stCondLst>
                                            <p:cond delay="400"/>
                                          </p:stCondLst>
                                        </p:cTn>
                                        <p:tgtEl>
                                          <p:spTgt spid="13"/>
                                        </p:tgtEl>
                                        <p:attrNameLst>
                                          <p:attrName>style.visibility</p:attrName>
                                        </p:attrNameLst>
                                      </p:cBhvr>
                                      <p:to>
                                        <p:strVal val="hidden"/>
                                      </p:to>
                                    </p:set>
                                    <p:animEffect transition="out" filter="fade">
                                      <p:cBhvr>
                                        <p:cTn id="50" dur="400"/>
                                        <p:tgtEl>
                                          <p:spTgt spid="13"/>
                                        </p:tgtEl>
                                      </p:cBhvr>
                                    </p:animEffect>
                                  </p:childTnLst>
                                </p:cTn>
                              </p:par>
                              <p:par>
                                <p:cTn id="54" presetID="10" presetClass="exit" presetSubtype="0" fill="hold" grpId="0" nodeType="withEffect">
                                  <p:stCondLst>
                                    <p:cond delay="0"/>
                                  </p:stCondLst>
                                  <p:childTnLst>
                                    <p:set>
                                      <p:cBhvr>
                                        <p:cTn id="52" dur="1" fill="hold">
                                          <p:stCondLst>
                                            <p:cond delay="400"/>
                                          </p:stCondLst>
                                        </p:cTn>
                                        <p:tgtEl>
                                          <p:spTgt spid="14"/>
                                        </p:tgtEl>
                                        <p:attrNameLst>
                                          <p:attrName>style.visibility</p:attrName>
                                        </p:attrNameLst>
                                      </p:cBhvr>
                                      <p:to>
                                        <p:strVal val="hidden"/>
                                      </p:to>
                                    </p:set>
                                    <p:animEffect transition="out" filter="fade">
                                      <p:cBhvr>
                                        <p:cTn id="53" dur="400"/>
                                        <p:tgtEl>
                                          <p:spTgt spid="14"/>
                                        </p:tgtEl>
                                      </p:cBhvr>
                                    </p:animEffect>
                                  </p:childTnLst>
                                </p:cTn>
                              </p:par>
                              <p:par>
                                <p:cTn id="57" presetID="10" presetClass="exit" presetSubtype="0" fill="hold" grpId="0" nodeType="withEffect">
                                  <p:stCondLst>
                                    <p:cond delay="0"/>
                                  </p:stCondLst>
                                  <p:childTnLst>
                                    <p:set>
                                      <p:cBhvr>
                                        <p:cTn id="55" dur="1" fill="hold">
                                          <p:stCondLst>
                                            <p:cond delay="400"/>
                                          </p:stCondLst>
                                        </p:cTn>
                                        <p:tgtEl>
                                          <p:spTgt spid="15"/>
                                        </p:tgtEl>
                                        <p:attrNameLst>
                                          <p:attrName>style.visibility</p:attrName>
                                        </p:attrNameLst>
                                      </p:cBhvr>
                                      <p:to>
                                        <p:strVal val="hidden"/>
                                      </p:to>
                                    </p:set>
                                    <p:animEffect transition="out" filter="fade">
                                      <p:cBhvr>
                                        <p:cTn id="56" dur="400"/>
                                        <p:tgtEl>
                                          <p:spTgt spid="15"/>
                                        </p:tgtEl>
                                      </p:cBhvr>
                                    </p:animEffect>
                                  </p:childTnLst>
                                </p:cTn>
                              </p:par>
                              <p:par>
                                <p:cTn id="60" presetID="10" presetClass="exit" presetSubtype="0" fill="hold" grpId="0" nodeType="withEffect">
                                  <p:stCondLst>
                                    <p:cond delay="0"/>
                                  </p:stCondLst>
                                  <p:childTnLst>
                                    <p:set>
                                      <p:cBhvr>
                                        <p:cTn id="58" dur="1" fill="hold">
                                          <p:stCondLst>
                                            <p:cond delay="400"/>
                                          </p:stCondLst>
                                        </p:cTn>
                                        <p:tgtEl>
                                          <p:spTgt spid="16"/>
                                        </p:tgtEl>
                                        <p:attrNameLst>
                                          <p:attrName>style.visibility</p:attrName>
                                        </p:attrNameLst>
                                      </p:cBhvr>
                                      <p:to>
                                        <p:strVal val="hidden"/>
                                      </p:to>
                                    </p:set>
                                    <p:animEffect transition="out" filter="fade">
                                      <p:cBhvr>
                                        <p:cTn id="59" dur="400"/>
                                        <p:tgtEl>
                                          <p:spTgt spid="16"/>
                                        </p:tgtEl>
                                      </p:cBhvr>
                                    </p:animEffect>
                                  </p:childTnLst>
                                </p:cTn>
                              </p:par>
                              <p:par>
                                <p:cTn id="63" presetID="10" presetClass="exit" presetSubtype="0" fill="hold" grpId="0" nodeType="withEffect">
                                  <p:stCondLst>
                                    <p:cond delay="0"/>
                                  </p:stCondLst>
                                  <p:childTnLst>
                                    <p:set>
                                      <p:cBhvr>
                                        <p:cTn id="61" dur="1" fill="hold">
                                          <p:stCondLst>
                                            <p:cond delay="400"/>
                                          </p:stCondLst>
                                        </p:cTn>
                                        <p:tgtEl>
                                          <p:spTgt spid="17"/>
                                        </p:tgtEl>
                                        <p:attrNameLst>
                                          <p:attrName>style.visibility</p:attrName>
                                        </p:attrNameLst>
                                      </p:cBhvr>
                                      <p:to>
                                        <p:strVal val="hidden"/>
                                      </p:to>
                                    </p:set>
                                    <p:animEffect transition="out" filter="fade">
                                      <p:cBhvr>
                                        <p:cTn id="62" dur="400"/>
                                        <p:tgtEl>
                                          <p:spTgt spid="17"/>
                                        </p:tgtEl>
                                      </p:cBhvr>
                                    </p:animEffect>
                                  </p:childTnLst>
                                </p:cTn>
                              </p:par>
                              <p:par>
                                <p:cTn id="66" presetID="10" presetClass="exit" presetSubtype="0" fill="hold" grpId="0" nodeType="withEffect">
                                  <p:stCondLst>
                                    <p:cond delay="0"/>
                                  </p:stCondLst>
                                  <p:childTnLst>
                                    <p:set>
                                      <p:cBhvr>
                                        <p:cTn id="64" dur="1" fill="hold">
                                          <p:stCondLst>
                                            <p:cond delay="400"/>
                                          </p:stCondLst>
                                        </p:cTn>
                                        <p:tgtEl>
                                          <p:spTgt spid="18"/>
                                        </p:tgtEl>
                                        <p:attrNameLst>
                                          <p:attrName>style.visibility</p:attrName>
                                        </p:attrNameLst>
                                      </p:cBhvr>
                                      <p:to>
                                        <p:strVal val="hidden"/>
                                      </p:to>
                                    </p:set>
                                    <p:animEffect transition="out" filter="fade">
                                      <p:cBhvr>
                                        <p:cTn id="65" dur="400"/>
                                        <p:tgtEl>
                                          <p:spTgt spid="18"/>
                                        </p:tgtEl>
                                      </p:cBhvr>
                                    </p:animEffect>
                                  </p:childTnLst>
                                </p:cTn>
                              </p:par>
                              <p:par>
                                <p:cTn id="69" presetID="10" presetClass="entr" presetSubtype="0" fill="hold" grpId="0" nodeType="withEffect">
                                  <p:stCondLst>
                                    <p:cond delay="400"/>
                                  </p:stCondLst>
                                  <p:childTnLst>
                                    <p:set>
                                      <p:cBhvr>
                                        <p:cTn id="67" dur="1" fill="hold">
                                          <p:stCondLst>
                                            <p:cond delay="0"/>
                                          </p:stCondLst>
                                        </p:cTn>
                                        <p:tgtEl>
                                          <p:spTgt spid="24"/>
                                        </p:tgtEl>
                                        <p:attrNameLst>
                                          <p:attrName>style.visibility</p:attrName>
                                        </p:attrNameLst>
                                      </p:cBhvr>
                                      <p:to>
                                        <p:strVal val="visible"/>
                                      </p:to>
                                    </p:set>
                                    <p:animEffect transition="in" filter="fade">
                                      <p:cBhvr>
                                        <p:cTn id="68" dur="500"/>
                                        <p:tgtEl>
                                          <p:spTgt spid="24"/>
                                        </p:tgtEl>
                                      </p:cBhvr>
                                    </p:animEffect>
                                  </p:childTnLst>
                                </p:cTn>
                              </p:par>
                              <p:par>
                                <p:cTn id="72" presetID="10" presetClass="entr" presetSubtype="0" fill="hold" grpId="0" nodeType="withEffect">
                                  <p:stCondLst>
                                    <p:cond delay="500"/>
                                  </p:stCondLst>
                                  <p:childTnLst>
                                    <p:set>
                                      <p:cBhvr>
                                        <p:cTn id="70" dur="1" fill="hold">
                                          <p:stCondLst>
                                            <p:cond delay="0"/>
                                          </p:stCondLst>
                                        </p:cTn>
                                        <p:tgtEl>
                                          <p:spTgt spid="19"/>
                                        </p:tgtEl>
                                        <p:attrNameLst>
                                          <p:attrName>style.visibility</p:attrName>
                                        </p:attrNameLst>
                                      </p:cBhvr>
                                      <p:to>
                                        <p:strVal val="visible"/>
                                      </p:to>
                                    </p:set>
                                    <p:animEffect transition="in" filter="fade">
                                      <p:cBhvr>
                                        <p:cTn id="71" dur="500"/>
                                        <p:tgtEl>
                                          <p:spTgt spid="19"/>
                                        </p:tgtEl>
                                      </p:cBhvr>
                                    </p:animEffect>
                                  </p:childTnLst>
                                </p:cTn>
                              </p:par>
                              <p:par>
                                <p:cTn id="75" presetID="10" presetClass="entr" presetSubtype="0" fill="hold" grpId="0" nodeType="withEffect">
                                  <p:stCondLst>
                                    <p:cond delay="700"/>
                                  </p:stCondLst>
                                  <p:childTnLst>
                                    <p:set>
                                      <p:cBhvr>
                                        <p:cTn id="73" dur="1" fill="hold">
                                          <p:stCondLst>
                                            <p:cond delay="0"/>
                                          </p:stCondLst>
                                        </p:cTn>
                                        <p:tgtEl>
                                          <p:spTgt spid="21"/>
                                        </p:tgtEl>
                                        <p:attrNameLst>
                                          <p:attrName>style.visibility</p:attrName>
                                        </p:attrNameLst>
                                      </p:cBhvr>
                                      <p:to>
                                        <p:strVal val="visible"/>
                                      </p:to>
                                    </p:set>
                                    <p:animEffect transition="in" filter="fade">
                                      <p:cBhvr>
                                        <p:cTn id="74" dur="500"/>
                                        <p:tgtEl>
                                          <p:spTgt spid="21"/>
                                        </p:tgtEl>
                                      </p:cBhvr>
                                    </p:animEffect>
                                  </p:childTnLst>
                                </p:cTn>
                              </p:par>
                              <p:par>
                                <p:cTn id="78" presetID="10" presetClass="entr" presetSubtype="0" fill="hold" grpId="0" nodeType="withEffect">
                                  <p:stCondLst>
                                    <p:cond delay="800"/>
                                  </p:stCondLst>
                                  <p:childTnLst>
                                    <p:set>
                                      <p:cBhvr>
                                        <p:cTn id="76" dur="1" fill="hold">
                                          <p:stCondLst>
                                            <p:cond delay="0"/>
                                          </p:stCondLst>
                                        </p:cTn>
                                        <p:tgtEl>
                                          <p:spTgt spid="20"/>
                                        </p:tgtEl>
                                        <p:attrNameLst>
                                          <p:attrName>style.visibility</p:attrName>
                                        </p:attrNameLst>
                                      </p:cBhvr>
                                      <p:to>
                                        <p:strVal val="visible"/>
                                      </p:to>
                                    </p:set>
                                    <p:animEffect transition="in" filter="fade">
                                      <p:cBhvr>
                                        <p:cTn id="77" dur="500"/>
                                        <p:tgtEl>
                                          <p:spTgt spid="20"/>
                                        </p:tgtEl>
                                      </p:cBhvr>
                                    </p:animEffect>
                                  </p:childTnLst>
                                </p:cTn>
                              </p:par>
                              <p:par>
                                <p:cTn id="81" presetID="10" presetClass="entr" presetSubtype="0" fill="hold" grpId="0" nodeType="withEffect">
                                  <p:stCondLst>
                                    <p:cond delay="900"/>
                                  </p:stCondLst>
                                  <p:childTnLst>
                                    <p:set>
                                      <p:cBhvr>
                                        <p:cTn id="79" dur="1" fill="hold">
                                          <p:stCondLst>
                                            <p:cond delay="0"/>
                                          </p:stCondLst>
                                        </p:cTn>
                                        <p:tgtEl>
                                          <p:spTgt spid="23"/>
                                        </p:tgtEl>
                                        <p:attrNameLst>
                                          <p:attrName>style.visibility</p:attrName>
                                        </p:attrNameLst>
                                      </p:cBhvr>
                                      <p:to>
                                        <p:strVal val="visible"/>
                                      </p:to>
                                    </p:set>
                                    <p:animEffect transition="in" filter="fade">
                                      <p:cBhvr>
                                        <p:cTn id="80" dur="500"/>
                                        <p:tgtEl>
                                          <p:spTgt spid="23"/>
                                        </p:tgtEl>
                                      </p:cBhvr>
                                    </p:animEffect>
                                  </p:childTnLst>
                                </p:cTn>
                              </p:par>
                              <p:par>
                                <p:cTn id="84" presetID="10" presetClass="entr" presetSubtype="0" fill="hold" grpId="0" nodeType="withEffect">
                                  <p:stCondLst>
                                    <p:cond delay="1000"/>
                                  </p:stCondLst>
                                  <p:childTnLst>
                                    <p:set>
                                      <p:cBhvr>
                                        <p:cTn id="82" dur="1" fill="hold">
                                          <p:stCondLst>
                                            <p:cond delay="0"/>
                                          </p:stCondLst>
                                        </p:cTn>
                                        <p:tgtEl>
                                          <p:spTgt spid="22"/>
                                        </p:tgtEl>
                                        <p:attrNameLst>
                                          <p:attrName>style.visibility</p:attrName>
                                        </p:attrNameLst>
                                      </p:cBhvr>
                                      <p:to>
                                        <p:strVal val="visible"/>
                                      </p:to>
                                    </p:set>
                                    <p:animEffect transition="in" filter="fade">
                                      <p:cBhvr>
                                        <p:cTn id="83" dur="500"/>
                                        <p:tgtEl>
                                          <p:spTgt spid="22"/>
                                        </p:tgtEl>
                                      </p:cBhvr>
                                    </p:animEffect>
                                  </p:childTnLst>
                                </p:cTn>
                              </p:par>
                              <p:par>
                                <p:cTn id="87" presetID="10" presetClass="entr" presetSubtype="0" fill="hold" grpId="0" nodeType="withEffect">
                                  <p:stCondLst>
                                    <p:cond delay="1200"/>
                                  </p:stCondLst>
                                  <p:childTnLst>
                                    <p:set>
                                      <p:cBhvr>
                                        <p:cTn id="85" dur="1" fill="hold">
                                          <p:stCondLst>
                                            <p:cond delay="0"/>
                                          </p:stCondLst>
                                        </p:cTn>
                                        <p:tgtEl>
                                          <p:spTgt spid="25"/>
                                        </p:tgtEl>
                                        <p:attrNameLst>
                                          <p:attrName>style.visibility</p:attrName>
                                        </p:attrNameLst>
                                      </p:cBhvr>
                                      <p:to>
                                        <p:strVal val="visible"/>
                                      </p:to>
                                    </p:set>
                                    <p:animEffect transition="in" filter="fade">
                                      <p:cBhvr>
                                        <p:cTn id="86" dur="500"/>
                                        <p:tgtEl>
                                          <p:spTgt spid="25"/>
                                        </p:tgtEl>
                                      </p:cBhvr>
                                    </p:animEffect>
                                  </p:childTnLst>
                                </p:cTn>
                              </p:par>
                              <p:par>
                                <p:cTn id="90" presetID="10" presetClass="entr" presetSubtype="0" fill="hold" grpId="0" nodeType="withEffect">
                                  <p:stCondLst>
                                    <p:cond delay="1400"/>
                                  </p:stCondLst>
                                  <p:childTnLst>
                                    <p:set>
                                      <p:cBhvr>
                                        <p:cTn id="88" dur="1" fill="hold">
                                          <p:stCondLst>
                                            <p:cond delay="0"/>
                                          </p:stCondLst>
                                        </p:cTn>
                                        <p:tgtEl>
                                          <p:spTgt spid="26"/>
                                        </p:tgtEl>
                                        <p:attrNameLst>
                                          <p:attrName>style.visibility</p:attrName>
                                        </p:attrNameLst>
                                      </p:cBhvr>
                                      <p:to>
                                        <p:strVal val="visible"/>
                                      </p:to>
                                    </p:set>
                                    <p:animEffect transition="in" filter="fade">
                                      <p:cBhvr>
                                        <p:cTn id="89" dur="500"/>
                                        <p:tgtEl>
                                          <p:spTgt spid="26"/>
                                        </p:tgtEl>
                                      </p:cBhvr>
                                    </p:animEffect>
                                  </p:childTnLst>
                                </p:cTn>
                              </p:par>
                              <p:par>
                                <p:cTn id="93" presetID="10" presetClass="entr" presetSubtype="0" fill="hold" grpId="0" nodeType="withEffect">
                                  <p:stCondLst>
                                    <p:cond delay="1650"/>
                                  </p:stCondLst>
                                  <p:childTnLst>
                                    <p:set>
                                      <p:cBhvr>
                                        <p:cTn id="91" dur="1" fill="hold">
                                          <p:stCondLst>
                                            <p:cond delay="0"/>
                                          </p:stCondLst>
                                        </p:cTn>
                                        <p:tgtEl>
                                          <p:spTgt spid="27"/>
                                        </p:tgtEl>
                                        <p:attrNameLst>
                                          <p:attrName>style.visibility</p:attrName>
                                        </p:attrNameLst>
                                      </p:cBhvr>
                                      <p:to>
                                        <p:strVal val="visible"/>
                                      </p:to>
                                    </p:set>
                                    <p:animEffect transition="in" filter="fade">
                                      <p:cBhvr>
                                        <p:cTn id="92" dur="500"/>
                                        <p:tgtEl>
                                          <p:spTgt spid="27"/>
                                        </p:tgtEl>
                                      </p:cBhvr>
                                    </p:animEffect>
                                  </p:childTnLst>
                                </p:cTn>
                              </p:par>
                              <p:par>
                                <p:cTn id="96" presetID="10" presetClass="entr" presetSubtype="0" fill="hold" grpId="0" nodeType="withEffect">
                                  <p:stCondLst>
                                    <p:cond delay="1900"/>
                                  </p:stCondLst>
                                  <p:childTnLst>
                                    <p:set>
                                      <p:cBhvr>
                                        <p:cTn id="94" dur="1" fill="hold">
                                          <p:stCondLst>
                                            <p:cond delay="0"/>
                                          </p:stCondLst>
                                        </p:cTn>
                                        <p:tgtEl>
                                          <p:spTgt spid="28"/>
                                        </p:tgtEl>
                                        <p:attrNameLst>
                                          <p:attrName>style.visibility</p:attrName>
                                        </p:attrNameLst>
                                      </p:cBhvr>
                                      <p:to>
                                        <p:strVal val="visible"/>
                                      </p:to>
                                    </p:set>
                                    <p:animEffect transition="in" filter="fade">
                                      <p:cBhvr>
                                        <p:cTn id="95" dur="500"/>
                                        <p:tgtEl>
                                          <p:spTgt spid="28"/>
                                        </p:tgtEl>
                                      </p:cBhvr>
                                    </p:animEffect>
                                  </p:childTnLst>
                                </p:cTn>
                              </p:par>
                              <p:par>
                                <p:cTn id="99" presetID="10" presetClass="entr" presetSubtype="0" fill="hold" grpId="0" nodeType="withEffect">
                                  <p:stCondLst>
                                    <p:cond delay="2200"/>
                                  </p:stCondLst>
                                  <p:childTnLst>
                                    <p:set>
                                      <p:cBhvr>
                                        <p:cTn id="97" dur="1" fill="hold">
                                          <p:stCondLst>
                                            <p:cond delay="0"/>
                                          </p:stCondLst>
                                        </p:cTn>
                                        <p:tgtEl>
                                          <p:spTgt spid="29"/>
                                        </p:tgtEl>
                                        <p:attrNameLst>
                                          <p:attrName>style.visibility</p:attrName>
                                        </p:attrNameLst>
                                      </p:cBhvr>
                                      <p:to>
                                        <p:strVal val="visible"/>
                                      </p:to>
                                    </p:set>
                                    <p:animEffect transition="in" filter="fade">
                                      <p:cBhvr>
                                        <p:cTn id="98" dur="500"/>
                                        <p:tgtEl>
                                          <p:spTgt spid="29"/>
                                        </p:tgtEl>
                                      </p:cBhvr>
                                    </p:animEffect>
                                  </p:childTnLst>
                                </p:cTn>
                              </p:par>
                            </p:childTnLst>
                          </p:cTn>
                        </p:par>
                      </p:childTnLst>
                    </p:cTn>
                  </p:par>
                  <p:par>
                    <p:cTn id="100" fill="hold">
                      <p:stCondLst>
                        <p:cond delay="indefinite"/>
                      </p:stCondLst>
                      <p:childTnLst>
                        <p:par>
                          <p:cTn id="101" fill="hold">
                            <p:stCondLst>
                              <p:cond delay="0"/>
                            </p:stCondLst>
                            <p:childTnLst>
                              <p:par>
                                <p:cTn id="104" presetID="10" presetClass="exit" presetSubtype="0" fill="hold" grpId="0" nodeType="afterEffect">
                                  <p:stCondLst>
                                    <p:cond delay="0"/>
                                  </p:stCondLst>
                                  <p:childTnLst>
                                    <p:set>
                                      <p:cBhvr>
                                        <p:cTn id="102" dur="1" fill="hold">
                                          <p:stCondLst>
                                            <p:cond delay="400"/>
                                          </p:stCondLst>
                                        </p:cTn>
                                        <p:tgtEl>
                                          <p:spTgt spid="24"/>
                                        </p:tgtEl>
                                        <p:attrNameLst>
                                          <p:attrName>style.visibility</p:attrName>
                                        </p:attrNameLst>
                                      </p:cBhvr>
                                      <p:to>
                                        <p:strVal val="hidden"/>
                                      </p:to>
                                    </p:set>
                                    <p:animEffect transition="out" filter="fade">
                                      <p:cBhvr>
                                        <p:cTn id="103" dur="400"/>
                                        <p:tgtEl>
                                          <p:spTgt spid="24"/>
                                        </p:tgtEl>
                                      </p:cBhvr>
                                    </p:animEffect>
                                  </p:childTnLst>
                                </p:cTn>
                              </p:par>
                              <p:par>
                                <p:cTn id="107" presetID="10" presetClass="exit" presetSubtype="0" fill="hold" grpId="0" nodeType="withEffect">
                                  <p:stCondLst>
                                    <p:cond delay="0"/>
                                  </p:stCondLst>
                                  <p:childTnLst>
                                    <p:set>
                                      <p:cBhvr>
                                        <p:cTn id="105" dur="1" fill="hold">
                                          <p:stCondLst>
                                            <p:cond delay="400"/>
                                          </p:stCondLst>
                                        </p:cTn>
                                        <p:tgtEl>
                                          <p:spTgt spid="19"/>
                                        </p:tgtEl>
                                        <p:attrNameLst>
                                          <p:attrName>style.visibility</p:attrName>
                                        </p:attrNameLst>
                                      </p:cBhvr>
                                      <p:to>
                                        <p:strVal val="hidden"/>
                                      </p:to>
                                    </p:set>
                                    <p:animEffect transition="out" filter="fade">
                                      <p:cBhvr>
                                        <p:cTn id="106" dur="400"/>
                                        <p:tgtEl>
                                          <p:spTgt spid="19"/>
                                        </p:tgtEl>
                                      </p:cBhvr>
                                    </p:animEffect>
                                  </p:childTnLst>
                                </p:cTn>
                              </p:par>
                              <p:par>
                                <p:cTn id="110" presetID="10" presetClass="exit" presetSubtype="0" fill="hold" grpId="0" nodeType="withEffect">
                                  <p:stCondLst>
                                    <p:cond delay="0"/>
                                  </p:stCondLst>
                                  <p:childTnLst>
                                    <p:set>
                                      <p:cBhvr>
                                        <p:cTn id="108" dur="1" fill="hold">
                                          <p:stCondLst>
                                            <p:cond delay="400"/>
                                          </p:stCondLst>
                                        </p:cTn>
                                        <p:tgtEl>
                                          <p:spTgt spid="20"/>
                                        </p:tgtEl>
                                        <p:attrNameLst>
                                          <p:attrName>style.visibility</p:attrName>
                                        </p:attrNameLst>
                                      </p:cBhvr>
                                      <p:to>
                                        <p:strVal val="hidden"/>
                                      </p:to>
                                    </p:set>
                                    <p:animEffect transition="out" filter="fade">
                                      <p:cBhvr>
                                        <p:cTn id="109" dur="400"/>
                                        <p:tgtEl>
                                          <p:spTgt spid="20"/>
                                        </p:tgtEl>
                                      </p:cBhvr>
                                    </p:animEffect>
                                  </p:childTnLst>
                                </p:cTn>
                              </p:par>
                              <p:par>
                                <p:cTn id="113" presetID="10" presetClass="exit" presetSubtype="0" fill="hold" grpId="0" nodeType="withEffect">
                                  <p:stCondLst>
                                    <p:cond delay="0"/>
                                  </p:stCondLst>
                                  <p:childTnLst>
                                    <p:set>
                                      <p:cBhvr>
                                        <p:cTn id="111" dur="1" fill="hold">
                                          <p:stCondLst>
                                            <p:cond delay="400"/>
                                          </p:stCondLst>
                                        </p:cTn>
                                        <p:tgtEl>
                                          <p:spTgt spid="22"/>
                                        </p:tgtEl>
                                        <p:attrNameLst>
                                          <p:attrName>style.visibility</p:attrName>
                                        </p:attrNameLst>
                                      </p:cBhvr>
                                      <p:to>
                                        <p:strVal val="hidden"/>
                                      </p:to>
                                    </p:set>
                                    <p:animEffect transition="out" filter="fade">
                                      <p:cBhvr>
                                        <p:cTn id="112" dur="400"/>
                                        <p:tgtEl>
                                          <p:spTgt spid="22"/>
                                        </p:tgtEl>
                                      </p:cBhvr>
                                    </p:animEffect>
                                  </p:childTnLst>
                                </p:cTn>
                              </p:par>
                              <p:par>
                                <p:cTn id="116" presetID="10" presetClass="exit" presetSubtype="0" fill="hold" grpId="0" nodeType="withEffect">
                                  <p:stCondLst>
                                    <p:cond delay="0"/>
                                  </p:stCondLst>
                                  <p:childTnLst>
                                    <p:set>
                                      <p:cBhvr>
                                        <p:cTn id="114" dur="1" fill="hold">
                                          <p:stCondLst>
                                            <p:cond delay="400"/>
                                          </p:stCondLst>
                                        </p:cTn>
                                        <p:tgtEl>
                                          <p:spTgt spid="21"/>
                                        </p:tgtEl>
                                        <p:attrNameLst>
                                          <p:attrName>style.visibility</p:attrName>
                                        </p:attrNameLst>
                                      </p:cBhvr>
                                      <p:to>
                                        <p:strVal val="hidden"/>
                                      </p:to>
                                    </p:set>
                                    <p:animEffect transition="out" filter="fade">
                                      <p:cBhvr>
                                        <p:cTn id="115" dur="400"/>
                                        <p:tgtEl>
                                          <p:spTgt spid="21"/>
                                        </p:tgtEl>
                                      </p:cBhvr>
                                    </p:animEffect>
                                  </p:childTnLst>
                                </p:cTn>
                              </p:par>
                              <p:par>
                                <p:cTn id="119" presetID="10" presetClass="exit" presetSubtype="0" fill="hold" grpId="0" nodeType="withEffect">
                                  <p:stCondLst>
                                    <p:cond delay="0"/>
                                  </p:stCondLst>
                                  <p:childTnLst>
                                    <p:set>
                                      <p:cBhvr>
                                        <p:cTn id="117" dur="1" fill="hold">
                                          <p:stCondLst>
                                            <p:cond delay="400"/>
                                          </p:stCondLst>
                                        </p:cTn>
                                        <p:tgtEl>
                                          <p:spTgt spid="23"/>
                                        </p:tgtEl>
                                        <p:attrNameLst>
                                          <p:attrName>style.visibility</p:attrName>
                                        </p:attrNameLst>
                                      </p:cBhvr>
                                      <p:to>
                                        <p:strVal val="hidden"/>
                                      </p:to>
                                    </p:set>
                                    <p:animEffect transition="out" filter="fade">
                                      <p:cBhvr>
                                        <p:cTn id="118" dur="400"/>
                                        <p:tgtEl>
                                          <p:spTgt spid="23"/>
                                        </p:tgtEl>
                                      </p:cBhvr>
                                    </p:animEffect>
                                  </p:childTnLst>
                                </p:cTn>
                              </p:par>
                              <p:par>
                                <p:cTn id="122" presetID="10" presetClass="exit" presetSubtype="0" fill="hold" grpId="0" nodeType="withEffect">
                                  <p:stCondLst>
                                    <p:cond delay="0"/>
                                  </p:stCondLst>
                                  <p:childTnLst>
                                    <p:set>
                                      <p:cBhvr>
                                        <p:cTn id="120" dur="1" fill="hold">
                                          <p:stCondLst>
                                            <p:cond delay="400"/>
                                          </p:stCondLst>
                                        </p:cTn>
                                        <p:tgtEl>
                                          <p:spTgt spid="25"/>
                                        </p:tgtEl>
                                        <p:attrNameLst>
                                          <p:attrName>style.visibility</p:attrName>
                                        </p:attrNameLst>
                                      </p:cBhvr>
                                      <p:to>
                                        <p:strVal val="hidden"/>
                                      </p:to>
                                    </p:set>
                                    <p:animEffect transition="out" filter="fade">
                                      <p:cBhvr>
                                        <p:cTn id="121" dur="400"/>
                                        <p:tgtEl>
                                          <p:spTgt spid="25"/>
                                        </p:tgtEl>
                                      </p:cBhvr>
                                    </p:animEffect>
                                  </p:childTnLst>
                                </p:cTn>
                              </p:par>
                              <p:par>
                                <p:cTn id="125" presetID="10" presetClass="exit" presetSubtype="0" fill="hold" grpId="0" nodeType="withEffect">
                                  <p:stCondLst>
                                    <p:cond delay="0"/>
                                  </p:stCondLst>
                                  <p:childTnLst>
                                    <p:set>
                                      <p:cBhvr>
                                        <p:cTn id="123" dur="1" fill="hold">
                                          <p:stCondLst>
                                            <p:cond delay="400"/>
                                          </p:stCondLst>
                                        </p:cTn>
                                        <p:tgtEl>
                                          <p:spTgt spid="26"/>
                                        </p:tgtEl>
                                        <p:attrNameLst>
                                          <p:attrName>style.visibility</p:attrName>
                                        </p:attrNameLst>
                                      </p:cBhvr>
                                      <p:to>
                                        <p:strVal val="hidden"/>
                                      </p:to>
                                    </p:set>
                                    <p:animEffect transition="out" filter="fade">
                                      <p:cBhvr>
                                        <p:cTn id="124" dur="400"/>
                                        <p:tgtEl>
                                          <p:spTgt spid="26"/>
                                        </p:tgtEl>
                                      </p:cBhvr>
                                    </p:animEffect>
                                  </p:childTnLst>
                                </p:cTn>
                              </p:par>
                              <p:par>
                                <p:cTn id="128" presetID="10" presetClass="exit" presetSubtype="0" fill="hold" grpId="0" nodeType="withEffect">
                                  <p:stCondLst>
                                    <p:cond delay="0"/>
                                  </p:stCondLst>
                                  <p:childTnLst>
                                    <p:set>
                                      <p:cBhvr>
                                        <p:cTn id="126" dur="1" fill="hold">
                                          <p:stCondLst>
                                            <p:cond delay="400"/>
                                          </p:stCondLst>
                                        </p:cTn>
                                        <p:tgtEl>
                                          <p:spTgt spid="27"/>
                                        </p:tgtEl>
                                        <p:attrNameLst>
                                          <p:attrName>style.visibility</p:attrName>
                                        </p:attrNameLst>
                                      </p:cBhvr>
                                      <p:to>
                                        <p:strVal val="hidden"/>
                                      </p:to>
                                    </p:set>
                                    <p:animEffect transition="out" filter="fade">
                                      <p:cBhvr>
                                        <p:cTn id="127" dur="400"/>
                                        <p:tgtEl>
                                          <p:spTgt spid="27"/>
                                        </p:tgtEl>
                                      </p:cBhvr>
                                    </p:animEffect>
                                  </p:childTnLst>
                                </p:cTn>
                              </p:par>
                              <p:par>
                                <p:cTn id="131" presetID="10" presetClass="exit" presetSubtype="0" fill="hold" grpId="0" nodeType="withEffect">
                                  <p:stCondLst>
                                    <p:cond delay="0"/>
                                  </p:stCondLst>
                                  <p:childTnLst>
                                    <p:set>
                                      <p:cBhvr>
                                        <p:cTn id="129" dur="1" fill="hold">
                                          <p:stCondLst>
                                            <p:cond delay="400"/>
                                          </p:stCondLst>
                                        </p:cTn>
                                        <p:tgtEl>
                                          <p:spTgt spid="28"/>
                                        </p:tgtEl>
                                        <p:attrNameLst>
                                          <p:attrName>style.visibility</p:attrName>
                                        </p:attrNameLst>
                                      </p:cBhvr>
                                      <p:to>
                                        <p:strVal val="hidden"/>
                                      </p:to>
                                    </p:set>
                                    <p:animEffect transition="out" filter="fade">
                                      <p:cBhvr>
                                        <p:cTn id="130" dur="400"/>
                                        <p:tgtEl>
                                          <p:spTgt spid="28"/>
                                        </p:tgtEl>
                                      </p:cBhvr>
                                    </p:animEffect>
                                  </p:childTnLst>
                                </p:cTn>
                              </p:par>
                              <p:par>
                                <p:cTn id="134" presetID="10" presetClass="exit" presetSubtype="0" fill="hold" grpId="0" nodeType="withEffect">
                                  <p:stCondLst>
                                    <p:cond delay="0"/>
                                  </p:stCondLst>
                                  <p:childTnLst>
                                    <p:set>
                                      <p:cBhvr>
                                        <p:cTn id="132" dur="1" fill="hold">
                                          <p:stCondLst>
                                            <p:cond delay="400"/>
                                          </p:stCondLst>
                                        </p:cTn>
                                        <p:tgtEl>
                                          <p:spTgt spid="29"/>
                                        </p:tgtEl>
                                        <p:attrNameLst>
                                          <p:attrName>style.visibility</p:attrName>
                                        </p:attrNameLst>
                                      </p:cBhvr>
                                      <p:to>
                                        <p:strVal val="hidden"/>
                                      </p:to>
                                    </p:set>
                                    <p:animEffect transition="out" filter="fade">
                                      <p:cBhvr>
                                        <p:cTn id="133" dur="400"/>
                                        <p:tgtEl>
                                          <p:spTgt spid="29"/>
                                        </p:tgtEl>
                                      </p:cBhvr>
                                    </p:animEffect>
                                  </p:childTnLst>
                                </p:cTn>
                              </p:par>
                            </p:childTnLst>
                          </p:cTn>
                        </p:par>
                      </p:childTnLst>
                    </p:cTn>
                  </p:par>
                  <p:par>
                    <p:cTn id="135" fill="hold">
                      <p:stCondLst>
                        <p:cond delay="indefinite"/>
                      </p:stCondLst>
                      <p:childTnLst>
                        <p:par>
                          <p:cTn id="136" fill="hold">
                            <p:stCondLst>
                              <p:cond delay="0"/>
                            </p:stCondLst>
                            <p:childTnLst>
                              <p:par>
                                <p:cTn id="139" presetID="10" presetClass="entr" presetSubtype="0" fill="hold" grpId="0" nodeType="clickEffect">
                                  <p:stCondLst>
                                    <p:cond delay="0"/>
                                  </p:stCondLst>
                                  <p:childTnLst>
                                    <p:set>
                                      <p:cBhvr>
                                        <p:cTn id="137" dur="1" fill="hold">
                                          <p:stCondLst>
                                            <p:cond delay="0"/>
                                          </p:stCondLst>
                                        </p:cTn>
                                        <p:tgtEl>
                                          <p:spTgt spid="30"/>
                                        </p:tgtEl>
                                        <p:attrNameLst>
                                          <p:attrName>style.visibility</p:attrName>
                                        </p:attrNameLst>
                                      </p:cBhvr>
                                      <p:to>
                                        <p:strVal val="visible"/>
                                      </p:to>
                                    </p:set>
                                    <p:animEffect transition="in" filter="fade">
                                      <p:cBhvr>
                                        <p:cTn id="138" dur="500"/>
                                        <p:tgtEl>
                                          <p:spTgt spid="30"/>
                                        </p:tgtEl>
                                      </p:cBhvr>
                                    </p:animEffect>
                                  </p:childTnLst>
                                </p:cTn>
                              </p:par>
                              <p:par>
                                <p:cTn id="142" presetID="10" presetClass="entr" presetSubtype="0" fill="hold" grpId="0" nodeType="withEffect">
                                  <p:stCondLst>
                                    <p:cond delay="300"/>
                                  </p:stCondLst>
                                  <p:childTnLst>
                                    <p:set>
                                      <p:cBhvr>
                                        <p:cTn id="140" dur="1" fill="hold">
                                          <p:stCondLst>
                                            <p:cond delay="0"/>
                                          </p:stCondLst>
                                        </p:cTn>
                                        <p:tgtEl>
                                          <p:spTgt spid="31"/>
                                        </p:tgtEl>
                                        <p:attrNameLst>
                                          <p:attrName>style.visibility</p:attrName>
                                        </p:attrNameLst>
                                      </p:cBhvr>
                                      <p:to>
                                        <p:strVal val="visible"/>
                                      </p:to>
                                    </p:set>
                                    <p:animEffect transition="in" filter="fade">
                                      <p:cBhvr>
                                        <p:cTn id="141" dur="500"/>
                                        <p:tgtEl>
                                          <p:spTgt spid="31"/>
                                        </p:tgtEl>
                                      </p:cBhvr>
                                    </p:animEffect>
                                  </p:childTnLst>
                                </p:cTn>
                              </p:par>
                              <p:par>
                                <p:cTn id="145" presetID="10" presetClass="entr" presetSubtype="0" fill="hold" grpId="0" nodeType="withEffect">
                                  <p:stCondLst>
                                    <p:cond delay="600"/>
                                  </p:stCondLst>
                                  <p:childTnLst>
                                    <p:set>
                                      <p:cBhvr>
                                        <p:cTn id="143" dur="1" fill="hold">
                                          <p:stCondLst>
                                            <p:cond delay="0"/>
                                          </p:stCondLst>
                                        </p:cTn>
                                        <p:tgtEl>
                                          <p:spTgt spid="32"/>
                                        </p:tgtEl>
                                        <p:attrNameLst>
                                          <p:attrName>style.visibility</p:attrName>
                                        </p:attrNameLst>
                                      </p:cBhvr>
                                      <p:to>
                                        <p:strVal val="visible"/>
                                      </p:to>
                                    </p:set>
                                    <p:animEffect transition="in" filter="fade">
                                      <p:cBhvr>
                                        <p:cTn id="144" dur="500"/>
                                        <p:tgtEl>
                                          <p:spTgt spid="32"/>
                                        </p:tgtEl>
                                      </p:cBhvr>
                                    </p:animEffect>
                                  </p:childTnLst>
                                </p:cTn>
                              </p:par>
                              <p:par>
                                <p:cTn id="148" presetID="10" presetClass="entr" presetSubtype="0" fill="hold" grpId="0" nodeType="withEffect">
                                  <p:stCondLst>
                                    <p:cond delay="850"/>
                                  </p:stCondLst>
                                  <p:childTnLst>
                                    <p:set>
                                      <p:cBhvr>
                                        <p:cTn id="146" dur="1" fill="hold">
                                          <p:stCondLst>
                                            <p:cond delay="0"/>
                                          </p:stCondLst>
                                        </p:cTn>
                                        <p:tgtEl>
                                          <p:spTgt spid="33"/>
                                        </p:tgtEl>
                                        <p:attrNameLst>
                                          <p:attrName>style.visibility</p:attrName>
                                        </p:attrNameLst>
                                      </p:cBhvr>
                                      <p:to>
                                        <p:strVal val="visible"/>
                                      </p:to>
                                    </p:set>
                                    <p:animEffect transition="in" filter="fade">
                                      <p:cBhvr>
                                        <p:cTn id="147" dur="500"/>
                                        <p:tgtEl>
                                          <p:spTgt spid="33"/>
                                        </p:tgtEl>
                                      </p:cBhvr>
                                    </p:animEffect>
                                  </p:childTnLst>
                                </p:cTn>
                              </p:par>
                              <p:par>
                                <p:cTn id="151" presetID="10" presetClass="entr" presetSubtype="0" fill="hold" grpId="0" nodeType="withEffect">
                                  <p:stCondLst>
                                    <p:cond delay="1100"/>
                                  </p:stCondLst>
                                  <p:childTnLst>
                                    <p:set>
                                      <p:cBhvr>
                                        <p:cTn id="149" dur="1" fill="hold">
                                          <p:stCondLst>
                                            <p:cond delay="0"/>
                                          </p:stCondLst>
                                        </p:cTn>
                                        <p:tgtEl>
                                          <p:spTgt spid="34"/>
                                        </p:tgtEl>
                                        <p:attrNameLst>
                                          <p:attrName>style.visibility</p:attrName>
                                        </p:attrNameLst>
                                      </p:cBhvr>
                                      <p:to>
                                        <p:strVal val="visible"/>
                                      </p:to>
                                    </p:set>
                                    <p:animEffect transition="in" filter="fade">
                                      <p:cBhvr>
                                        <p:cTn id="150" dur="500"/>
                                        <p:tgtEl>
                                          <p:spTgt spid="34"/>
                                        </p:tgtEl>
                                      </p:cBhvr>
                                    </p:animEffect>
                                  </p:childTnLst>
                                </p:cTn>
                              </p:par>
                              <p:par>
                                <p:cTn id="154" presetID="10" presetClass="entr" presetSubtype="0" fill="hold" grpId="0" nodeType="withEffect">
                                  <p:stCondLst>
                                    <p:cond delay="1350"/>
                                  </p:stCondLst>
                                  <p:childTnLst>
                                    <p:set>
                                      <p:cBhvr>
                                        <p:cTn id="152" dur="1" fill="hold">
                                          <p:stCondLst>
                                            <p:cond delay="0"/>
                                          </p:stCondLst>
                                        </p:cTn>
                                        <p:tgtEl>
                                          <p:spTgt spid="35"/>
                                        </p:tgtEl>
                                        <p:attrNameLst>
                                          <p:attrName>style.visibility</p:attrName>
                                        </p:attrNameLst>
                                      </p:cBhvr>
                                      <p:to>
                                        <p:strVal val="visible"/>
                                      </p:to>
                                    </p:set>
                                    <p:animEffect transition="in" filter="fade">
                                      <p:cBhvr>
                                        <p:cTn id="153" dur="500"/>
                                        <p:tgtEl>
                                          <p:spTgt spid="35"/>
                                        </p:tgtEl>
                                      </p:cBhvr>
                                    </p:animEffect>
                                  </p:childTnLst>
                                </p:cTn>
                              </p:par>
                              <p:par>
                                <p:cTn id="157" presetID="10" presetClass="entr" presetSubtype="0" fill="hold" grpId="0" nodeType="withEffect">
                                  <p:stCondLst>
                                    <p:cond delay="1600"/>
                                  </p:stCondLst>
                                  <p:childTnLst>
                                    <p:set>
                                      <p:cBhvr>
                                        <p:cTn id="155" dur="1" fill="hold">
                                          <p:stCondLst>
                                            <p:cond delay="0"/>
                                          </p:stCondLst>
                                        </p:cTn>
                                        <p:tgtEl>
                                          <p:spTgt spid="36"/>
                                        </p:tgtEl>
                                        <p:attrNameLst>
                                          <p:attrName>style.visibility</p:attrName>
                                        </p:attrNameLst>
                                      </p:cBhvr>
                                      <p:to>
                                        <p:strVal val="visible"/>
                                      </p:to>
                                    </p:set>
                                    <p:animEffect transition="in" filter="fade">
                                      <p:cBhvr>
                                        <p:cTn id="156" dur="500"/>
                                        <p:tgtEl>
                                          <p:spTgt spid="36"/>
                                        </p:tgtEl>
                                      </p:cBhvr>
                                    </p:animEffect>
                                  </p:childTnLst>
                                </p:cTn>
                              </p:par>
                              <p:par>
                                <p:cTn id="160" presetID="10" presetClass="entr" presetSubtype="0" fill="hold" grpId="0" nodeType="withEffect">
                                  <p:stCondLst>
                                    <p:cond delay="1850"/>
                                  </p:stCondLst>
                                  <p:childTnLst>
                                    <p:set>
                                      <p:cBhvr>
                                        <p:cTn id="158" dur="1" fill="hold">
                                          <p:stCondLst>
                                            <p:cond delay="0"/>
                                          </p:stCondLst>
                                        </p:cTn>
                                        <p:tgtEl>
                                          <p:spTgt spid="37"/>
                                        </p:tgtEl>
                                        <p:attrNameLst>
                                          <p:attrName>style.visibility</p:attrName>
                                        </p:attrNameLst>
                                      </p:cBhvr>
                                      <p:to>
                                        <p:strVal val="visible"/>
                                      </p:to>
                                    </p:set>
                                    <p:animEffect transition="in" filter="fade">
                                      <p:cBhvr>
                                        <p:cTn id="159" dur="500"/>
                                        <p:tgtEl>
                                          <p:spTgt spid="37"/>
                                        </p:tgtEl>
                                      </p:cBhvr>
                                    </p:animEffect>
                                  </p:childTnLst>
                                </p:cTn>
                              </p:par>
                              <p:par>
                                <p:cTn id="163" presetID="10" presetClass="entr" presetSubtype="0" fill="hold" grpId="0" nodeType="withEffect">
                                  <p:stCondLst>
                                    <p:cond delay="2100"/>
                                  </p:stCondLst>
                                  <p:childTnLst>
                                    <p:set>
                                      <p:cBhvr>
                                        <p:cTn id="161" dur="1" fill="hold">
                                          <p:stCondLst>
                                            <p:cond delay="0"/>
                                          </p:stCondLst>
                                        </p:cTn>
                                        <p:tgtEl>
                                          <p:spTgt spid="38"/>
                                        </p:tgtEl>
                                        <p:attrNameLst>
                                          <p:attrName>style.visibility</p:attrName>
                                        </p:attrNameLst>
                                      </p:cBhvr>
                                      <p:to>
                                        <p:strVal val="visible"/>
                                      </p:to>
                                    </p:set>
                                    <p:animEffect transition="in" filter="fade">
                                      <p:cBhvr>
                                        <p:cTn id="162" dur="500"/>
                                        <p:tgtEl>
                                          <p:spTgt spid="38"/>
                                        </p:tgtEl>
                                      </p:cBhvr>
                                    </p:animEffect>
                                  </p:childTnLst>
                                </p:cTn>
                              </p:par>
                              <p:par>
                                <p:cTn id="166" presetID="10" presetClass="entr" presetSubtype="0" fill="hold" grpId="0" nodeType="withEffect">
                                  <p:stCondLst>
                                    <p:cond delay="2350"/>
                                  </p:stCondLst>
                                  <p:childTnLst>
                                    <p:set>
                                      <p:cBhvr>
                                        <p:cTn id="164" dur="1" fill="hold">
                                          <p:stCondLst>
                                            <p:cond delay="0"/>
                                          </p:stCondLst>
                                        </p:cTn>
                                        <p:tgtEl>
                                          <p:spTgt spid="39"/>
                                        </p:tgtEl>
                                        <p:attrNameLst>
                                          <p:attrName>style.visibility</p:attrName>
                                        </p:attrNameLst>
                                      </p:cBhvr>
                                      <p:to>
                                        <p:strVal val="visible"/>
                                      </p:to>
                                    </p:set>
                                    <p:animEffect transition="in" filter="fade">
                                      <p:cBhvr>
                                        <p:cTn id="165" dur="500"/>
                                        <p:tgtEl>
                                          <p:spTgt spid="39"/>
                                        </p:tgtEl>
                                      </p:cBhvr>
                                    </p:animEffect>
                                  </p:childTnLst>
                                </p:cTn>
                              </p:par>
                              <p:par>
                                <p:cTn id="169" presetID="10" presetClass="entr" presetSubtype="0" fill="hold" grpId="0" nodeType="withEffect">
                                  <p:stCondLst>
                                    <p:cond delay="2600"/>
                                  </p:stCondLst>
                                  <p:childTnLst>
                                    <p:set>
                                      <p:cBhvr>
                                        <p:cTn id="167" dur="1" fill="hold">
                                          <p:stCondLst>
                                            <p:cond delay="0"/>
                                          </p:stCondLst>
                                        </p:cTn>
                                        <p:tgtEl>
                                          <p:spTgt spid="40"/>
                                        </p:tgtEl>
                                        <p:attrNameLst>
                                          <p:attrName>style.visibility</p:attrName>
                                        </p:attrNameLst>
                                      </p:cBhvr>
                                      <p:to>
                                        <p:strVal val="visible"/>
                                      </p:to>
                                    </p:set>
                                    <p:animEffect transition="in" filter="fade">
                                      <p:cBhvr>
                                        <p:cTn id="168" dur="500"/>
                                        <p:tgtEl>
                                          <p:spTgt spid="40"/>
                                        </p:tgtEl>
                                      </p:cBhvr>
                                    </p:animEffect>
                                  </p:childTnLst>
                                </p:cTn>
                              </p:par>
                              <p:par>
                                <p:cTn id="172" presetID="10" presetClass="entr" presetSubtype="0" fill="hold" grpId="0" nodeType="withEffect">
                                  <p:stCondLst>
                                    <p:cond delay="2850"/>
                                  </p:stCondLst>
                                  <p:childTnLst>
                                    <p:set>
                                      <p:cBhvr>
                                        <p:cTn id="170" dur="1" fill="hold">
                                          <p:stCondLst>
                                            <p:cond delay="0"/>
                                          </p:stCondLst>
                                        </p:cTn>
                                        <p:tgtEl>
                                          <p:spTgt spid="41"/>
                                        </p:tgtEl>
                                        <p:attrNameLst>
                                          <p:attrName>style.visibility</p:attrName>
                                        </p:attrNameLst>
                                      </p:cBhvr>
                                      <p:to>
                                        <p:strVal val="visible"/>
                                      </p:to>
                                    </p:set>
                                    <p:animEffect transition="in" filter="fade">
                                      <p:cBhvr>
                                        <p:cTn id="171" dur="500"/>
                                        <p:tgtEl>
                                          <p:spTgt spid="41"/>
                                        </p:tgtEl>
                                      </p:cBhvr>
                                    </p:animEffect>
                                  </p:childTnLst>
                                </p:cTn>
                              </p:par>
                              <p:par>
                                <p:cTn id="175" presetID="10" presetClass="entr" presetSubtype="0" fill="hold" grpId="0" nodeType="withEffect">
                                  <p:stCondLst>
                                    <p:cond delay="1600"/>
                                  </p:stCondLst>
                                  <p:childTnLst>
                                    <p:set>
                                      <p:cBhvr>
                                        <p:cTn id="173" dur="1" fill="hold">
                                          <p:stCondLst>
                                            <p:cond delay="0"/>
                                          </p:stCondLst>
                                        </p:cTn>
                                        <p:tgtEl>
                                          <p:spTgt spid="42"/>
                                        </p:tgtEl>
                                        <p:attrNameLst>
                                          <p:attrName>style.visibility</p:attrName>
                                        </p:attrNameLst>
                                      </p:cBhvr>
                                      <p:to>
                                        <p:strVal val="visible"/>
                                      </p:to>
                                    </p:set>
                                    <p:animEffect transition="in" filter="fade">
                                      <p:cBhvr>
                                        <p:cTn id="174" dur="500"/>
                                        <p:tgtEl>
                                          <p:spTgt spid="42"/>
                                        </p:tgtEl>
                                      </p:cBhvr>
                                    </p:animEffect>
                                  </p:childTnLst>
                                </p:cTn>
                              </p:par>
                              <p:par>
                                <p:cTn id="178" presetID="10" presetClass="entr" presetSubtype="0" fill="hold" grpId="0" nodeType="withEffect">
                                  <p:stCondLst>
                                    <p:cond delay="1900"/>
                                  </p:stCondLst>
                                  <p:childTnLst>
                                    <p:set>
                                      <p:cBhvr>
                                        <p:cTn id="176" dur="1" fill="hold">
                                          <p:stCondLst>
                                            <p:cond delay="0"/>
                                          </p:stCondLst>
                                        </p:cTn>
                                        <p:tgtEl>
                                          <p:spTgt spid="43"/>
                                        </p:tgtEl>
                                        <p:attrNameLst>
                                          <p:attrName>style.visibility</p:attrName>
                                        </p:attrNameLst>
                                      </p:cBhvr>
                                      <p:to>
                                        <p:strVal val="visible"/>
                                      </p:to>
                                    </p:set>
                                    <p:animEffect transition="in" filter="fade">
                                      <p:cBhvr>
                                        <p:cTn id="177" dur="500"/>
                                        <p:tgtEl>
                                          <p:spTgt spid="43"/>
                                        </p:tgtEl>
                                      </p:cBhvr>
                                    </p:animEffect>
                                  </p:childTnLst>
                                </p:cTn>
                              </p:par>
                              <p:par>
                                <p:cTn id="181" presetID="10" presetClass="entr" presetSubtype="0" fill="hold" grpId="0" nodeType="withEffect">
                                  <p:stCondLst>
                                    <p:cond delay="2200"/>
                                  </p:stCondLst>
                                  <p:childTnLst>
                                    <p:set>
                                      <p:cBhvr>
                                        <p:cTn id="179" dur="1" fill="hold">
                                          <p:stCondLst>
                                            <p:cond delay="0"/>
                                          </p:stCondLst>
                                        </p:cTn>
                                        <p:tgtEl>
                                          <p:spTgt spid="44"/>
                                        </p:tgtEl>
                                        <p:attrNameLst>
                                          <p:attrName>style.visibility</p:attrName>
                                        </p:attrNameLst>
                                      </p:cBhvr>
                                      <p:to>
                                        <p:strVal val="visible"/>
                                      </p:to>
                                    </p:set>
                                    <p:animEffect transition="in" filter="fade">
                                      <p:cBhvr>
                                        <p:cTn id="180" dur="500"/>
                                        <p:tgtEl>
                                          <p:spTgt spid="44"/>
                                        </p:tgtEl>
                                      </p:cBhvr>
                                    </p:animEffect>
                                  </p:childTnLst>
                                </p:cTn>
                              </p:par>
                              <p:par>
                                <p:cTn id="184" presetID="10" presetClass="entr" presetSubtype="0" fill="hold" grpId="0" nodeType="withEffect">
                                  <p:stCondLst>
                                    <p:cond delay="2450"/>
                                  </p:stCondLst>
                                  <p:childTnLst>
                                    <p:set>
                                      <p:cBhvr>
                                        <p:cTn id="182" dur="1" fill="hold">
                                          <p:stCondLst>
                                            <p:cond delay="0"/>
                                          </p:stCondLst>
                                        </p:cTn>
                                        <p:tgtEl>
                                          <p:spTgt spid="45"/>
                                        </p:tgtEl>
                                        <p:attrNameLst>
                                          <p:attrName>style.visibility</p:attrName>
                                        </p:attrNameLst>
                                      </p:cBhvr>
                                      <p:to>
                                        <p:strVal val="visible"/>
                                      </p:to>
                                    </p:set>
                                    <p:animEffect transition="in" filter="fade">
                                      <p:cBhvr>
                                        <p:cTn id="183" dur="500"/>
                                        <p:tgtEl>
                                          <p:spTgt spid="45"/>
                                        </p:tgtEl>
                                      </p:cBhvr>
                                    </p:animEffect>
                                  </p:childTnLst>
                                </p:cTn>
                              </p:par>
                              <p:par>
                                <p:cTn id="187" presetID="10" presetClass="entr" presetSubtype="0" fill="hold" grpId="0" nodeType="withEffect">
                                  <p:stCondLst>
                                    <p:cond delay="2700"/>
                                  </p:stCondLst>
                                  <p:childTnLst>
                                    <p:set>
                                      <p:cBhvr>
                                        <p:cTn id="185" dur="1" fill="hold">
                                          <p:stCondLst>
                                            <p:cond delay="0"/>
                                          </p:stCondLst>
                                        </p:cTn>
                                        <p:tgtEl>
                                          <p:spTgt spid="46"/>
                                        </p:tgtEl>
                                        <p:attrNameLst>
                                          <p:attrName>style.visibility</p:attrName>
                                        </p:attrNameLst>
                                      </p:cBhvr>
                                      <p:to>
                                        <p:strVal val="visible"/>
                                      </p:to>
                                    </p:set>
                                    <p:animEffect transition="in" filter="fade">
                                      <p:cBhvr>
                                        <p:cTn id="186" dur="500"/>
                                        <p:tgtEl>
                                          <p:spTgt spid="46"/>
                                        </p:tgtEl>
                                      </p:cBhvr>
                                    </p:animEffect>
                                  </p:childTnLst>
                                </p:cTn>
                              </p:par>
                              <p:par>
                                <p:cTn id="190" presetID="10" presetClass="entr" presetSubtype="0" fill="hold" grpId="0" nodeType="withEffect">
                                  <p:stCondLst>
                                    <p:cond delay="2950"/>
                                  </p:stCondLst>
                                  <p:childTnLst>
                                    <p:set>
                                      <p:cBhvr>
                                        <p:cTn id="188" dur="1" fill="hold">
                                          <p:stCondLst>
                                            <p:cond delay="0"/>
                                          </p:stCondLst>
                                        </p:cTn>
                                        <p:tgtEl>
                                          <p:spTgt spid="47"/>
                                        </p:tgtEl>
                                        <p:attrNameLst>
                                          <p:attrName>style.visibility</p:attrName>
                                        </p:attrNameLst>
                                      </p:cBhvr>
                                      <p:to>
                                        <p:strVal val="visible"/>
                                      </p:to>
                                    </p:set>
                                    <p:animEffect transition="in" filter="fade">
                                      <p:cBhvr>
                                        <p:cTn id="189" dur="500"/>
                                        <p:tgtEl>
                                          <p:spTgt spid="47"/>
                                        </p:tgtEl>
                                      </p:cBhvr>
                                    </p:animEffect>
                                  </p:childTnLst>
                                </p:cTn>
                              </p:par>
                              <p:par>
                                <p:cTn id="193" presetID="10" presetClass="entr" presetSubtype="0" fill="hold" grpId="0" nodeType="withEffect">
                                  <p:stCondLst>
                                    <p:cond delay="3200"/>
                                  </p:stCondLst>
                                  <p:childTnLst>
                                    <p:set>
                                      <p:cBhvr>
                                        <p:cTn id="191" dur="1" fill="hold">
                                          <p:stCondLst>
                                            <p:cond delay="0"/>
                                          </p:stCondLst>
                                        </p:cTn>
                                        <p:tgtEl>
                                          <p:spTgt spid="48"/>
                                        </p:tgtEl>
                                        <p:attrNameLst>
                                          <p:attrName>style.visibility</p:attrName>
                                        </p:attrNameLst>
                                      </p:cBhvr>
                                      <p:to>
                                        <p:strVal val="visible"/>
                                      </p:to>
                                    </p:set>
                                    <p:animEffect transition="in" filter="fade">
                                      <p:cBhvr>
                                        <p:cTn id="192" dur="500"/>
                                        <p:tgtEl>
                                          <p:spTgt spid="48"/>
                                        </p:tgtEl>
                                      </p:cBhvr>
                                    </p:animEffect>
                                  </p:childTnLst>
                                </p:cTn>
                              </p:par>
                              <p:par>
                                <p:cTn id="196" presetID="10" presetClass="entr" presetSubtype="0" fill="hold" grpId="0" nodeType="withEffect">
                                  <p:stCondLst>
                                    <p:cond delay="3450"/>
                                  </p:stCondLst>
                                  <p:childTnLst>
                                    <p:set>
                                      <p:cBhvr>
                                        <p:cTn id="194" dur="1" fill="hold">
                                          <p:stCondLst>
                                            <p:cond delay="0"/>
                                          </p:stCondLst>
                                        </p:cTn>
                                        <p:tgtEl>
                                          <p:spTgt spid="49"/>
                                        </p:tgtEl>
                                        <p:attrNameLst>
                                          <p:attrName>style.visibility</p:attrName>
                                        </p:attrNameLst>
                                      </p:cBhvr>
                                      <p:to>
                                        <p:strVal val="visible"/>
                                      </p:to>
                                    </p:set>
                                    <p:animEffect transition="in" filter="fade">
                                      <p:cBhvr>
                                        <p:cTn id="195" dur="500"/>
                                        <p:tgtEl>
                                          <p:spTgt spid="49"/>
                                        </p:tgtEl>
                                      </p:cBhvr>
                                    </p:animEffect>
                                  </p:childTnLst>
                                </p:cTn>
                              </p:par>
                              <p:par>
                                <p:cTn id="199" presetID="10" presetClass="entr" presetSubtype="0" fill="hold" grpId="0" nodeType="withEffect">
                                  <p:stCondLst>
                                    <p:cond delay="3700"/>
                                  </p:stCondLst>
                                  <p:childTnLst>
                                    <p:set>
                                      <p:cBhvr>
                                        <p:cTn id="197" dur="1" fill="hold">
                                          <p:stCondLst>
                                            <p:cond delay="0"/>
                                          </p:stCondLst>
                                        </p:cTn>
                                        <p:tgtEl>
                                          <p:spTgt spid="50"/>
                                        </p:tgtEl>
                                        <p:attrNameLst>
                                          <p:attrName>style.visibility</p:attrName>
                                        </p:attrNameLst>
                                      </p:cBhvr>
                                      <p:to>
                                        <p:strVal val="visible"/>
                                      </p:to>
                                    </p:set>
                                    <p:animEffect transition="in" filter="fade">
                                      <p:cBhvr>
                                        <p:cTn id="198" dur="500"/>
                                        <p:tgtEl>
                                          <p:spTgt spid="50"/>
                                        </p:tgtEl>
                                      </p:cBhvr>
                                    </p:animEffect>
                                  </p:childTnLst>
                                </p:cTn>
                              </p:par>
                              <p:par>
                                <p:cTn id="202" presetID="10" presetClass="entr" presetSubtype="0" fill="hold" grpId="0" nodeType="withEffect">
                                  <p:stCondLst>
                                    <p:cond delay="3950"/>
                                  </p:stCondLst>
                                  <p:childTnLst>
                                    <p:set>
                                      <p:cBhvr>
                                        <p:cTn id="200" dur="1" fill="hold">
                                          <p:stCondLst>
                                            <p:cond delay="0"/>
                                          </p:stCondLst>
                                        </p:cTn>
                                        <p:tgtEl>
                                          <p:spTgt spid="51"/>
                                        </p:tgtEl>
                                        <p:attrNameLst>
                                          <p:attrName>style.visibility</p:attrName>
                                        </p:attrNameLst>
                                      </p:cBhvr>
                                      <p:to>
                                        <p:strVal val="visible"/>
                                      </p:to>
                                    </p:set>
                                    <p:animEffect transition="in" filter="fade">
                                      <p:cBhvr>
                                        <p:cTn id="201" dur="500"/>
                                        <p:tgtEl>
                                          <p:spTgt spid="51"/>
                                        </p:tgtEl>
                                      </p:cBhvr>
                                    </p:animEffect>
                                  </p:childTnLst>
                                </p:cTn>
                              </p:par>
                              <p:par>
                                <p:cTn id="205" presetID="10" presetClass="entr" presetSubtype="0" fill="hold" grpId="0" nodeType="withEffect">
                                  <p:stCondLst>
                                    <p:cond delay="4200"/>
                                  </p:stCondLst>
                                  <p:childTnLst>
                                    <p:set>
                                      <p:cBhvr>
                                        <p:cTn id="203" dur="1" fill="hold">
                                          <p:stCondLst>
                                            <p:cond delay="0"/>
                                          </p:stCondLst>
                                        </p:cTn>
                                        <p:tgtEl>
                                          <p:spTgt spid="52"/>
                                        </p:tgtEl>
                                        <p:attrNameLst>
                                          <p:attrName>style.visibility</p:attrName>
                                        </p:attrNameLst>
                                      </p:cBhvr>
                                      <p:to>
                                        <p:strVal val="visible"/>
                                      </p:to>
                                    </p:set>
                                    <p:animEffect transition="in" filter="fade">
                                      <p:cBhvr>
                                        <p:cTn id="204" dur="500"/>
                                        <p:tgtEl>
                                          <p:spTgt spid="52"/>
                                        </p:tgtEl>
                                      </p:cBhvr>
                                    </p:animEffect>
                                  </p:childTnLst>
                                </p:cTn>
                              </p:par>
                              <p:par>
                                <p:cTn id="208" presetID="10" presetClass="entr" presetSubtype="0" fill="hold" grpId="0" nodeType="withEffect">
                                  <p:stCondLst>
                                    <p:cond delay="4450"/>
                                  </p:stCondLst>
                                  <p:childTnLst>
                                    <p:set>
                                      <p:cBhvr>
                                        <p:cTn id="206" dur="1" fill="hold">
                                          <p:stCondLst>
                                            <p:cond delay="0"/>
                                          </p:stCondLst>
                                        </p:cTn>
                                        <p:tgtEl>
                                          <p:spTgt spid="53"/>
                                        </p:tgtEl>
                                        <p:attrNameLst>
                                          <p:attrName>style.visibility</p:attrName>
                                        </p:attrNameLst>
                                      </p:cBhvr>
                                      <p:to>
                                        <p:strVal val="visible"/>
                                      </p:to>
                                    </p:set>
                                    <p:animEffect transition="in" filter="fade">
                                      <p:cBhvr>
                                        <p:cTn id="207" dur="500"/>
                                        <p:tgtEl>
                                          <p:spTgt spid="53"/>
                                        </p:tgtEl>
                                      </p:cBhvr>
                                    </p:animEffect>
                                  </p:childTnLst>
                                </p:cTn>
                              </p:par>
                            </p:childTnLst>
                          </p:cTn>
                        </p:par>
                      </p:childTnLst>
                    </p:cTn>
                  </p:par>
                  <p:par>
                    <p:cTn id="209" fill="hold">
                      <p:stCondLst>
                        <p:cond delay="indefinite"/>
                      </p:stCondLst>
                      <p:childTnLst>
                        <p:par>
                          <p:cTn id="210" fill="hold">
                            <p:stCondLst>
                              <p:cond delay="0"/>
                            </p:stCondLst>
                            <p:childTnLst>
                              <p:par>
                                <p:cTn id="213" presetID="10" presetClass="entr" presetSubtype="0" fill="hold" grpId="0" nodeType="clickEffect">
                                  <p:stCondLst>
                                    <p:cond delay="0"/>
                                  </p:stCondLst>
                                  <p:childTnLst>
                                    <p:set>
                                      <p:cBhvr>
                                        <p:cTn id="211" dur="1" fill="hold">
                                          <p:stCondLst>
                                            <p:cond delay="0"/>
                                          </p:stCondLst>
                                        </p:cTn>
                                        <p:tgtEl>
                                          <p:spTgt spid="54"/>
                                        </p:tgtEl>
                                        <p:attrNameLst>
                                          <p:attrName>style.visibility</p:attrName>
                                        </p:attrNameLst>
                                      </p:cBhvr>
                                      <p:to>
                                        <p:strVal val="visible"/>
                                      </p:to>
                                    </p:set>
                                    <p:animEffect transition="in" filter="fade">
                                      <p:cBhvr>
                                        <p:cTn id="212" dur="500"/>
                                        <p:tgtEl>
                                          <p:spTgt spid="54"/>
                                        </p:tgtEl>
                                      </p:cBhvr>
                                    </p:animEffect>
                                  </p:childTnLst>
                                </p:cTn>
                              </p:par>
                              <p:par>
                                <p:cTn id="216" presetID="10" presetClass="entr" presetSubtype="0" fill="hold" grpId="0" nodeType="withEffect">
                                  <p:stCondLst>
                                    <p:cond delay="300"/>
                                  </p:stCondLst>
                                  <p:childTnLst>
                                    <p:set>
                                      <p:cBhvr>
                                        <p:cTn id="214" dur="1" fill="hold">
                                          <p:stCondLst>
                                            <p:cond delay="0"/>
                                          </p:stCondLst>
                                        </p:cTn>
                                        <p:tgtEl>
                                          <p:spTgt spid="55"/>
                                        </p:tgtEl>
                                        <p:attrNameLst>
                                          <p:attrName>style.visibility</p:attrName>
                                        </p:attrNameLst>
                                      </p:cBhvr>
                                      <p:to>
                                        <p:strVal val="visible"/>
                                      </p:to>
                                    </p:set>
                                    <p:animEffect transition="in" filter="fade">
                                      <p:cBhvr>
                                        <p:cTn id="215" dur="500"/>
                                        <p:tgtEl>
                                          <p:spTgt spid="55"/>
                                        </p:tgtEl>
                                      </p:cBhvr>
                                    </p:animEffect>
                                  </p:childTnLst>
                                </p:cTn>
                              </p:par>
                              <p:par>
                                <p:cTn id="219" presetID="10" presetClass="entr" presetSubtype="0" fill="hold" grpId="0" nodeType="withEffect">
                                  <p:stCondLst>
                                    <p:cond delay="450"/>
                                  </p:stCondLst>
                                  <p:childTnLst>
                                    <p:set>
                                      <p:cBhvr>
                                        <p:cTn id="217" dur="1" fill="hold">
                                          <p:stCondLst>
                                            <p:cond delay="0"/>
                                          </p:stCondLst>
                                        </p:cTn>
                                        <p:tgtEl>
                                          <p:spTgt spid="56"/>
                                        </p:tgtEl>
                                        <p:attrNameLst>
                                          <p:attrName>style.visibility</p:attrName>
                                        </p:attrNameLst>
                                      </p:cBhvr>
                                      <p:to>
                                        <p:strVal val="visible"/>
                                      </p:to>
                                    </p:set>
                                    <p:animEffect transition="in" filter="fade">
                                      <p:cBhvr>
                                        <p:cTn id="218" dur="500"/>
                                        <p:tgtEl>
                                          <p:spTgt spid="56"/>
                                        </p:tgtEl>
                                      </p:cBhvr>
                                    </p:animEffect>
                                  </p:childTnLst>
                                </p:cTn>
                              </p:par>
                              <p:par>
                                <p:cTn id="222" presetID="10" presetClass="entr" presetSubtype="0" fill="hold" grpId="0" nodeType="withEffect">
                                  <p:stCondLst>
                                    <p:cond delay="600"/>
                                  </p:stCondLst>
                                  <p:childTnLst>
                                    <p:set>
                                      <p:cBhvr>
                                        <p:cTn id="220" dur="1" fill="hold">
                                          <p:stCondLst>
                                            <p:cond delay="0"/>
                                          </p:stCondLst>
                                        </p:cTn>
                                        <p:tgtEl>
                                          <p:spTgt spid="57"/>
                                        </p:tgtEl>
                                        <p:attrNameLst>
                                          <p:attrName>style.visibility</p:attrName>
                                        </p:attrNameLst>
                                      </p:cBhvr>
                                      <p:to>
                                        <p:strVal val="visible"/>
                                      </p:to>
                                    </p:set>
                                    <p:animEffect transition="in" filter="fade">
                                      <p:cBhvr>
                                        <p:cTn id="221" dur="500"/>
                                        <p:tgtEl>
                                          <p:spTgt spid="57"/>
                                        </p:tgtEl>
                                      </p:cBhvr>
                                    </p:animEffect>
                                  </p:childTnLst>
                                </p:cTn>
                              </p:par>
                              <p:par>
                                <p:cTn id="225" presetID="10" presetClass="entr" presetSubtype="0" fill="hold" grpId="0" nodeType="withEffect">
                                  <p:stCondLst>
                                    <p:cond delay="900"/>
                                  </p:stCondLst>
                                  <p:childTnLst>
                                    <p:set>
                                      <p:cBhvr>
                                        <p:cTn id="223" dur="1" fill="hold">
                                          <p:stCondLst>
                                            <p:cond delay="0"/>
                                          </p:stCondLst>
                                        </p:cTn>
                                        <p:tgtEl>
                                          <p:spTgt spid="58"/>
                                        </p:tgtEl>
                                        <p:attrNameLst>
                                          <p:attrName>style.visibility</p:attrName>
                                        </p:attrNameLst>
                                      </p:cBhvr>
                                      <p:to>
                                        <p:strVal val="visible"/>
                                      </p:to>
                                    </p:set>
                                    <p:animEffect transition="in" filter="fade">
                                      <p:cBhvr>
                                        <p:cTn id="224" dur="500"/>
                                        <p:tgtEl>
                                          <p:spTgt spid="5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24" grpId="0" animBg="1"/>
      <p:bldP spid="19" grpId="0" animBg="1"/>
      <p:bldP spid="20" grpId="0" animBg="1"/>
      <p:bldP spid="22"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8" grpId="0" animBg="1"/>
      <p:bldP spid="39" grpId="0" animBg="1"/>
      <p:bldP spid="40" grpId="0" animBg="1"/>
      <p:bldP spid="42" grpId="0" animBg="1"/>
      <p:bldP spid="43" grpId="0" animBg="1"/>
      <p:bldP spid="44" grpId="0" animBg="1"/>
      <p:bldP spid="45" grpId="0" animBg="1"/>
      <p:bldP spid="46" grpId="0" animBg="1"/>
      <p:bldP spid="47" grpId="0" animBg="1"/>
      <p:bldP spid="48" grpId="0" animBg="1"/>
      <p:bldP spid="50" grpId="0" animBg="1"/>
      <p:bldP spid="51" grpId="0" animBg="1"/>
      <p:bldP spid="52" grpId="0" animBg="1"/>
      <p:bldP spid="55" grpId="0" animBg="1"/>
      <p:bldP spid="56" grpId="0" animBg="1"/>
      <p:bldP spid="57" grpId="0" animBg="1"/>
      <p:bldP spid="58" grpId="0" animBg="1"/>
    </p:bldLst>
  </p:timing>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9902952" cy="6858000"/>
          </a:xfrm>
          <a:prstGeom prst="rect">
            <a:avLst/>
          </a:prstGeom>
          <a:solidFill>
            <a:srgbClr val="F6F2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0075" y="642937"/>
            <a:ext cx="5143500" cy="291465"/>
          </a:xfrm>
          <a:prstGeom prst="rect">
            <a:avLst/>
          </a:prstGeom>
          <a:noFill/>
        </p:spPr>
        <p:txBody>
          <a:bodyPr wrap="square" lIns="0" rIns="0" tIns="0" bIns="0" anchor="ctr">
            <a:spAutoFit/>
          </a:bodyPr>
          <a:lstStyle/>
          <a:p>
            <a:pPr algn="l"/>
            <a:r>
              <a:rPr sz="1800" b="1">
                <a:solidFill>
                  <a:srgbClr val="C6986B"/>
                </a:solidFill>
                <a:latin typeface="Readex Pro"/>
                <a:cs typeface="Readex Pro"/>
                <a:ea typeface="Readex Pro"/>
              </a:rPr>
              <a:t>03 · BAYANSIMPLIFY MODELS</a:t>
            </a:r>
          </a:p>
        </p:txBody>
      </p:sp>
      <p:sp>
        <p:nvSpPr>
          <p:cNvPr id="4" name="Rectangle 3"/>
          <p:cNvSpPr/>
          <p:nvPr/>
        </p:nvSpPr>
        <p:spPr>
          <a:xfrm>
            <a:off x="360045" y="591502"/>
            <a:ext cx="68580" cy="394335"/>
          </a:xfrm>
          <a:prstGeom prst="rect">
            <a:avLst/>
          </a:prstGeom>
          <a:solidFill>
            <a:srgbClr val="C69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00075" y="1174432"/>
            <a:ext cx="8702675" cy="600075"/>
          </a:xfrm>
          <a:prstGeom prst="rect">
            <a:avLst/>
          </a:prstGeom>
          <a:noFill/>
        </p:spPr>
        <p:txBody>
          <a:bodyPr wrap="square" lIns="0" rIns="0" tIns="0" bIns="0" anchor="ctr">
            <a:spAutoFit/>
          </a:bodyPr>
          <a:lstStyle/>
          <a:p>
            <a:pPr algn="l"/>
            <a:r>
              <a:rPr sz="4000" b="1">
                <a:solidFill>
                  <a:srgbClr val="282824"/>
                </a:solidFill>
                <a:latin typeface="Readex Pro"/>
                <a:cs typeface="Readex Pro"/>
                <a:ea typeface="Readex Pro"/>
              </a:rPr>
              <a:t>Each version answered the last failure</a:t>
            </a:r>
          </a:p>
        </p:txBody>
      </p:sp>
      <p:pic>
        <p:nvPicPr>
          <p:cNvPr id="6" name="Samsung logo" descr="Samsung"/>
          <p:cNvPicPr>
            <a:picLocks noChangeAspect="1"/>
          </p:cNvPicPr>
          <p:nvPr/>
        </p:nvPicPr>
        <p:blipFill>
          <a:blip r:embed="rId2"/>
          <a:stretch>
            <a:fillRect/>
          </a:stretch>
        </p:blipFill>
        <p:spPr>
          <a:xfrm>
            <a:off x="600075" y="6429375"/>
            <a:ext cx="1071562" cy="164753"/>
          </a:xfrm>
          <a:prstGeom prst="rect">
            <a:avLst/>
          </a:prstGeom>
        </p:spPr>
      </p:pic>
      <p:sp>
        <p:nvSpPr>
          <p:cNvPr id="7" name="TextBox 6"/>
          <p:cNvSpPr txBox="1"/>
          <p:nvPr/>
        </p:nvSpPr>
        <p:spPr>
          <a:xfrm>
            <a:off x="1928812" y="6429375"/>
            <a:ext cx="3857625" cy="240030"/>
          </a:xfrm>
          <a:prstGeom prst="rect">
            <a:avLst/>
          </a:prstGeom>
          <a:noFill/>
        </p:spPr>
        <p:txBody>
          <a:bodyPr wrap="square" lIns="0" rIns="0" tIns="0" bIns="0" anchor="ctr">
            <a:spAutoFit/>
          </a:bodyPr>
          <a:lstStyle/>
          <a:p>
            <a:pPr algn="l"/>
            <a:r>
              <a:rPr sz="1300" b="0">
                <a:solidFill>
                  <a:srgbClr val="6F6B5E"/>
                </a:solidFill>
                <a:latin typeface="Readex Pro"/>
                <a:cs typeface="Readex Pro"/>
                <a:ea typeface="Readex Pro"/>
              </a:rPr>
              <a:t>Samsung Innovation Campus  ·  AI Course</a:t>
            </a:r>
          </a:p>
        </p:txBody>
      </p:sp>
      <p:sp>
        <p:nvSpPr>
          <p:cNvPr id="8" name="TextBox 7"/>
          <p:cNvSpPr txBox="1"/>
          <p:nvPr/>
        </p:nvSpPr>
        <p:spPr>
          <a:xfrm>
            <a:off x="8445500" y="6429375"/>
            <a:ext cx="857250" cy="240030"/>
          </a:xfrm>
          <a:prstGeom prst="rect">
            <a:avLst/>
          </a:prstGeom>
          <a:noFill/>
        </p:spPr>
        <p:txBody>
          <a:bodyPr wrap="square" lIns="0" rIns="0" tIns="0" bIns="0" anchor="ctr">
            <a:spAutoFit/>
          </a:bodyPr>
          <a:lstStyle/>
          <a:p>
            <a:pPr algn="r"/>
            <a:r>
              <a:rPr sz="1300" b="0">
                <a:solidFill>
                  <a:srgbClr val="6F6B5E"/>
                </a:solidFill>
                <a:latin typeface="Readex Pro"/>
                <a:cs typeface="Readex Pro"/>
                <a:ea typeface="Readex Pro"/>
              </a:rPr>
              <a:t>4 / 8</a:t>
            </a:r>
          </a:p>
        </p:txBody>
      </p:sp>
      <p:sp>
        <p:nvSpPr>
          <p:cNvPr id="9" name="TextBox 8"/>
          <p:cNvSpPr txBox="1"/>
          <p:nvPr/>
        </p:nvSpPr>
        <p:spPr>
          <a:xfrm>
            <a:off x="772318" y="2100262"/>
            <a:ext cx="2528887" cy="471487"/>
          </a:xfrm>
          <a:prstGeom prst="rect">
            <a:avLst/>
          </a:prstGeom>
          <a:noFill/>
        </p:spPr>
        <p:txBody>
          <a:bodyPr wrap="square" lIns="0" rIns="0" tIns="0" bIns="0" anchor="ctr">
            <a:spAutoFit/>
          </a:bodyPr>
          <a:lstStyle/>
          <a:p>
            <a:pPr algn="ctr"/>
            <a:r>
              <a:rPr sz="1300" b="0">
                <a:solidFill>
                  <a:srgbClr val="6F6B5E"/>
                </a:solidFill>
                <a:latin typeface="Readex Pro"/>
                <a:cs typeface="Readex Pro"/>
                <a:ea typeface="Readex Pro"/>
              </a:rPr>
              <a:t>AraT5v2 on SAMER</a:t>
            </a:r>
          </a:p>
        </p:txBody>
      </p:sp>
      <p:sp>
        <p:nvSpPr>
          <p:cNvPr id="10" name="Rounded Rectangle 9"/>
          <p:cNvSpPr/>
          <p:nvPr/>
        </p:nvSpPr>
        <p:spPr>
          <a:xfrm>
            <a:off x="772318" y="2357437"/>
            <a:ext cx="2528887" cy="514350"/>
          </a:xfrm>
          <a:prstGeom prst="roundRect">
            <a:avLst>
              <a:gd name="adj" fmla="val 21333"/>
            </a:avLst>
          </a:prstGeom>
          <a:solidFill>
            <a:srgbClr val="E6DFCC"/>
          </a:solidFill>
          <a:ln w="15875">
            <a:solidFill>
              <a:srgbClr val="E6DF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2318" y="2357437"/>
            <a:ext cx="2528887" cy="514350"/>
          </a:xfrm>
          <a:prstGeom prst="rect">
            <a:avLst/>
          </a:prstGeom>
          <a:noFill/>
        </p:spPr>
        <p:txBody>
          <a:bodyPr wrap="square" lIns="0" rIns="0" tIns="0" bIns="0" anchor="ctr">
            <a:spAutoFit/>
          </a:bodyPr>
          <a:lstStyle/>
          <a:p>
            <a:pPr algn="ctr"/>
            <a:r>
              <a:rPr sz="2000" b="1">
                <a:solidFill>
                  <a:srgbClr val="282824"/>
                </a:solidFill>
                <a:latin typeface="Readex Pro"/>
                <a:cs typeface="Readex Pro"/>
                <a:ea typeface="Readex Pro"/>
              </a:rPr>
              <a:t>v0.1</a:t>
            </a:r>
          </a:p>
        </p:txBody>
      </p:sp>
      <p:sp>
        <p:nvSpPr>
          <p:cNvPr id="12" name="Rounded Rectangle 11"/>
          <p:cNvSpPr/>
          <p:nvPr/>
        </p:nvSpPr>
        <p:spPr>
          <a:xfrm>
            <a:off x="772318" y="2850356"/>
            <a:ext cx="2528887" cy="900112"/>
          </a:xfrm>
          <a:prstGeom prst="roundRect">
            <a:avLst>
              <a:gd name="adj" fmla="val 16253"/>
            </a:avLst>
          </a:prstGeom>
          <a:solidFill>
            <a:srgbClr val="EFE9D9"/>
          </a:solidFill>
          <a:ln w="15875">
            <a:solidFill>
              <a:srgbClr val="E6DF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8043" y="2918936"/>
            <a:ext cx="2357437" cy="762952"/>
          </a:xfrm>
          <a:prstGeom prst="rect">
            <a:avLst/>
          </a:prstGeom>
          <a:noFill/>
        </p:spPr>
        <p:txBody>
          <a:bodyPr wrap="square" lIns="0" rIns="0" tIns="0" bIns="0" anchor="ctr">
            <a:spAutoFit/>
          </a:bodyPr>
          <a:lstStyle/>
          <a:p>
            <a:pPr algn="ctr">
              <a:lnSpc>
                <a:spcPct val="95000"/>
              </a:lnSpc>
            </a:pPr>
            <a:r>
              <a:rPr sz="1400" b="0">
                <a:solidFill>
                  <a:srgbClr val="4A4842"/>
                </a:solidFill>
                <a:latin typeface="Readex Pro"/>
                <a:cs typeface="Readex Pro"/>
                <a:ea typeface="Readex Pro"/>
              </a:rPr>
              <a:t>SAMER level 5 → 3,</a:t>
            </a:r>
          </a:p>
          <a:p>
            <a:pPr algn="ctr">
              <a:lnSpc>
                <a:spcPct val="95000"/>
              </a:lnSpc>
            </a:pPr>
            <a:r>
              <a:rPr sz="1400" b="0">
                <a:solidFill>
                  <a:srgbClr val="4A4842"/>
                </a:solidFill>
                <a:latin typeface="Readex Pro"/>
                <a:cs typeface="Readex Pro"/>
                <a:ea typeface="Readex Pro"/>
              </a:rPr>
              <a:t>14,343 pairs</a:t>
            </a:r>
          </a:p>
        </p:txBody>
      </p:sp>
      <p:sp>
        <p:nvSpPr>
          <p:cNvPr id="14" name="Rounded Rectangle 13"/>
          <p:cNvSpPr/>
          <p:nvPr/>
        </p:nvSpPr>
        <p:spPr>
          <a:xfrm>
            <a:off x="772318" y="3857625"/>
            <a:ext cx="2528887" cy="1114425"/>
          </a:xfrm>
          <a:prstGeom prst="roundRect">
            <a:avLst>
              <a:gd name="adj" fmla="val 9846"/>
            </a:avLst>
          </a:prstGeom>
          <a:solidFill>
            <a:srgbClr val="F3E2DA"/>
          </a:solidFill>
          <a:ln w="15875">
            <a:solidFill>
              <a:srgbClr val="F3E2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8043" y="3926205"/>
            <a:ext cx="2357437" cy="977265"/>
          </a:xfrm>
          <a:prstGeom prst="rect">
            <a:avLst/>
          </a:prstGeom>
          <a:noFill/>
        </p:spPr>
        <p:txBody>
          <a:bodyPr wrap="square" lIns="0" rIns="0" tIns="0" bIns="0" anchor="ctr">
            <a:spAutoFit/>
          </a:bodyPr>
          <a:lstStyle/>
          <a:p>
            <a:pPr algn="ctr">
              <a:lnSpc>
                <a:spcPct val="95000"/>
              </a:lnSpc>
            </a:pPr>
            <a:r>
              <a:rPr sz="1300" b="0">
                <a:solidFill>
                  <a:srgbClr val="B5533C"/>
                </a:solidFill>
                <a:latin typeface="Readex Pro"/>
                <a:cs typeface="Readex Pro"/>
                <a:ea typeface="Readex Pro"/>
              </a:rPr>
              <a:t>Returned 65% of rows</a:t>
            </a:r>
          </a:p>
          <a:p>
            <a:pPr algn="ctr">
              <a:lnSpc>
                <a:spcPct val="95000"/>
              </a:lnSpc>
            </a:pPr>
            <a:r>
              <a:rPr sz="1300" b="0">
                <a:solidFill>
                  <a:srgbClr val="B5533C"/>
                </a:solidFill>
                <a:latin typeface="Readex Pro"/>
                <a:cs typeface="Readex Pro"/>
                <a:ea typeface="Readex Pro"/>
              </a:rPr>
              <a:t>unchanged (editors: 49%).</a:t>
            </a:r>
          </a:p>
          <a:p>
            <a:pPr algn="ctr">
              <a:lnSpc>
                <a:spcPct val="95000"/>
              </a:lnSpc>
            </a:pPr>
            <a:r>
              <a:rPr sz="1300" b="0">
                <a:solidFill>
                  <a:srgbClr val="B5533C"/>
                </a:solidFill>
                <a:latin typeface="Readex Pro"/>
                <a:cs typeface="Readex Pro"/>
                <a:ea typeface="Readex Pro"/>
              </a:rPr>
              <a:t>Swapped words, never</a:t>
            </a:r>
          </a:p>
          <a:p>
            <a:pPr algn="ctr">
              <a:lnSpc>
                <a:spcPct val="95000"/>
              </a:lnSpc>
            </a:pPr>
            <a:r>
              <a:rPr sz="1300" b="0">
                <a:solidFill>
                  <a:srgbClr val="B5533C"/>
                </a:solidFill>
                <a:latin typeface="Readex Pro"/>
                <a:cs typeface="Readex Pro"/>
                <a:ea typeface="Readex Pro"/>
              </a:rPr>
              <a:t>restructured.</a:t>
            </a:r>
          </a:p>
        </p:txBody>
      </p:sp>
      <p:sp>
        <p:nvSpPr>
          <p:cNvPr id="16" name="TextBox 15"/>
          <p:cNvSpPr txBox="1"/>
          <p:nvPr/>
        </p:nvSpPr>
        <p:spPr>
          <a:xfrm>
            <a:off x="3686968" y="2100262"/>
            <a:ext cx="2528887" cy="471487"/>
          </a:xfrm>
          <a:prstGeom prst="rect">
            <a:avLst/>
          </a:prstGeom>
          <a:noFill/>
        </p:spPr>
        <p:txBody>
          <a:bodyPr wrap="square" lIns="0" rIns="0" tIns="0" bIns="0" anchor="ctr">
            <a:spAutoFit/>
          </a:bodyPr>
          <a:lstStyle/>
          <a:p>
            <a:pPr algn="ctr"/>
            <a:r>
              <a:rPr sz="1400" b="1">
                <a:solidFill>
                  <a:srgbClr val="8A5E35"/>
                </a:solidFill>
                <a:latin typeface="Readex Pro"/>
                <a:cs typeface="Readex Pro"/>
                <a:ea typeface="Readex Pro"/>
              </a:rPr>
              <a:t>AraT5v2 (v0.2) and AraBART (v0.2-Fast)</a:t>
            </a:r>
          </a:p>
        </p:txBody>
      </p:sp>
      <p:sp>
        <p:nvSpPr>
          <p:cNvPr id="17" name="Rounded Rectangle 16"/>
          <p:cNvSpPr/>
          <p:nvPr/>
        </p:nvSpPr>
        <p:spPr>
          <a:xfrm>
            <a:off x="3686968" y="2357437"/>
            <a:ext cx="2528887" cy="514350"/>
          </a:xfrm>
          <a:prstGeom prst="roundRect">
            <a:avLst>
              <a:gd name="adj" fmla="val 21333"/>
            </a:avLst>
          </a:prstGeom>
          <a:solidFill>
            <a:srgbClr val="E6DFCC"/>
          </a:solidFill>
          <a:ln w="15875">
            <a:solidFill>
              <a:srgbClr val="E6DF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86968" y="2357437"/>
            <a:ext cx="2528887" cy="514350"/>
          </a:xfrm>
          <a:prstGeom prst="rect">
            <a:avLst/>
          </a:prstGeom>
          <a:noFill/>
        </p:spPr>
        <p:txBody>
          <a:bodyPr wrap="square" lIns="0" rIns="0" tIns="0" bIns="0" anchor="ctr">
            <a:spAutoFit/>
          </a:bodyPr>
          <a:lstStyle/>
          <a:p>
            <a:pPr algn="ctr"/>
            <a:r>
              <a:rPr sz="2000" b="1">
                <a:solidFill>
                  <a:srgbClr val="282824"/>
                </a:solidFill>
                <a:latin typeface="Readex Pro"/>
                <a:cs typeface="Readex Pro"/>
                <a:ea typeface="Readex Pro"/>
              </a:rPr>
              <a:t>v0.2</a:t>
            </a:r>
          </a:p>
        </p:txBody>
      </p:sp>
      <p:sp>
        <p:nvSpPr>
          <p:cNvPr id="19" name="Rounded Rectangle 18"/>
          <p:cNvSpPr/>
          <p:nvPr/>
        </p:nvSpPr>
        <p:spPr>
          <a:xfrm>
            <a:off x="3686968" y="2850356"/>
            <a:ext cx="2528887" cy="900112"/>
          </a:xfrm>
          <a:prstGeom prst="roundRect">
            <a:avLst>
              <a:gd name="adj" fmla="val 16253"/>
            </a:avLst>
          </a:prstGeom>
          <a:solidFill>
            <a:srgbClr val="EFE9D9"/>
          </a:solidFill>
          <a:ln w="15875">
            <a:solidFill>
              <a:srgbClr val="E6DF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772693" y="2918936"/>
            <a:ext cx="2357437" cy="762952"/>
          </a:xfrm>
          <a:prstGeom prst="rect">
            <a:avLst/>
          </a:prstGeom>
          <a:noFill/>
        </p:spPr>
        <p:txBody>
          <a:bodyPr wrap="square" lIns="0" rIns="0" tIns="0" bIns="0" anchor="ctr">
            <a:spAutoFit/>
          </a:bodyPr>
          <a:lstStyle/>
          <a:p>
            <a:pPr algn="ctr">
              <a:lnSpc>
                <a:spcPct val="95000"/>
              </a:lnSpc>
            </a:pPr>
            <a:r>
              <a:rPr sz="1400" b="0">
                <a:solidFill>
                  <a:srgbClr val="4A4842"/>
                </a:solidFill>
                <a:latin typeface="Readex Pro"/>
                <a:cs typeface="Readex Pro"/>
                <a:ea typeface="Readex Pro"/>
              </a:rPr>
              <a:t>SAMER + everyday text +</a:t>
            </a:r>
          </a:p>
          <a:p>
            <a:pPr algn="ctr">
              <a:lnSpc>
                <a:spcPct val="95000"/>
              </a:lnSpc>
            </a:pPr>
            <a:r>
              <a:rPr sz="1400" b="0">
                <a:solidFill>
                  <a:srgbClr val="4A4842"/>
                </a:solidFill>
                <a:latin typeface="Readex Pro"/>
                <a:cs typeface="Readex Pro"/>
                <a:ea typeface="Readex Pro"/>
              </a:rPr>
              <a:t>meaning-filtered pairs + tags</a:t>
            </a:r>
          </a:p>
        </p:txBody>
      </p:sp>
      <p:sp>
        <p:nvSpPr>
          <p:cNvPr id="21" name="Rounded Rectangle 20"/>
          <p:cNvSpPr/>
          <p:nvPr/>
        </p:nvSpPr>
        <p:spPr>
          <a:xfrm>
            <a:off x="3686968" y="3857625"/>
            <a:ext cx="2528887" cy="1114425"/>
          </a:xfrm>
          <a:prstGeom prst="roundRect">
            <a:avLst>
              <a:gd name="adj" fmla="val 9846"/>
            </a:avLst>
          </a:prstGeom>
          <a:solidFill>
            <a:srgbClr val="F3E2DA"/>
          </a:solidFill>
          <a:ln w="15875">
            <a:solidFill>
              <a:srgbClr val="F3E2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772693" y="3926205"/>
            <a:ext cx="2357437" cy="977265"/>
          </a:xfrm>
          <a:prstGeom prst="rect">
            <a:avLst/>
          </a:prstGeom>
          <a:noFill/>
        </p:spPr>
        <p:txBody>
          <a:bodyPr wrap="square" lIns="0" rIns="0" tIns="0" bIns="0" anchor="ctr">
            <a:spAutoFit/>
          </a:bodyPr>
          <a:lstStyle/>
          <a:p>
            <a:pPr algn="ctr">
              <a:lnSpc>
                <a:spcPct val="95000"/>
              </a:lnSpc>
            </a:pPr>
            <a:r>
              <a:rPr sz="1300" b="0">
                <a:solidFill>
                  <a:srgbClr val="B5533C"/>
                </a:solidFill>
                <a:latin typeface="Readex Pro"/>
                <a:cs typeface="Readex Pro"/>
                <a:ea typeface="Readex Pro"/>
              </a:rPr>
              <a:t>v0.2 keeps the meaning in</a:t>
            </a:r>
          </a:p>
          <a:p>
            <a:pPr algn="ctr">
              <a:lnSpc>
                <a:spcPct val="95000"/>
              </a:lnSpc>
            </a:pPr>
            <a:r>
              <a:rPr sz="1300" b="0">
                <a:solidFill>
                  <a:srgbClr val="B5533C"/>
                </a:solidFill>
                <a:latin typeface="Readex Pro"/>
                <a:cs typeface="Readex Pro"/>
                <a:ea typeface="Readex Pro"/>
              </a:rPr>
              <a:t>60% of outputs, v0.2-Fast</a:t>
            </a:r>
          </a:p>
          <a:p>
            <a:pPr algn="ctr">
              <a:lnSpc>
                <a:spcPct val="95000"/>
              </a:lnSpc>
            </a:pPr>
            <a:r>
              <a:rPr sz="1300" b="0">
                <a:solidFill>
                  <a:srgbClr val="B5533C"/>
                </a:solidFill>
                <a:latin typeface="Readex Pro"/>
                <a:cs typeface="Readex Pro"/>
                <a:ea typeface="Readex Pro"/>
              </a:rPr>
              <a:t>in 40%. The tag costs</a:t>
            </a:r>
          </a:p>
          <a:p>
            <a:pPr algn="ctr">
              <a:lnSpc>
                <a:spcPct val="95000"/>
              </a:lnSpc>
            </a:pPr>
            <a:r>
              <a:rPr sz="1300" b="0">
                <a:solidFill>
                  <a:srgbClr val="B5533C"/>
                </a:solidFill>
                <a:latin typeface="Readex Pro"/>
                <a:cs typeface="Readex Pro"/>
                <a:ea typeface="Readex Pro"/>
              </a:rPr>
              <a:t>meaning.</a:t>
            </a:r>
          </a:p>
        </p:txBody>
      </p:sp>
      <p:cxnSp>
        <p:nvCxnSpPr>
          <p:cNvPr id="23" name="Connector 22"/>
          <p:cNvCxnSpPr/>
          <p:nvPr/>
        </p:nvCxnSpPr>
        <p:spPr>
          <a:xfrm>
            <a:off x="3301206" y="2614612"/>
            <a:ext cx="385762" cy="0"/>
          </a:xfrm>
          <a:prstGeom prst="line">
            <a:avLst/>
          </a:prstGeom>
          <a:ln w="38100">
            <a:solidFill>
              <a:srgbClr val="C6986B"/>
            </a:solidFill>
            <a:tailEnd type="triangle"/>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6601618" y="2100262"/>
            <a:ext cx="2528887" cy="471487"/>
          </a:xfrm>
          <a:prstGeom prst="rect">
            <a:avLst/>
          </a:prstGeom>
          <a:noFill/>
        </p:spPr>
        <p:txBody>
          <a:bodyPr wrap="square" lIns="0" rIns="0" tIns="0" bIns="0" anchor="ctr">
            <a:spAutoFit/>
          </a:bodyPr>
          <a:lstStyle/>
          <a:p>
            <a:pPr algn="ctr"/>
            <a:r>
              <a:rPr sz="1300" b="0">
                <a:solidFill>
                  <a:srgbClr val="6F6B5E"/>
                </a:solidFill>
                <a:latin typeface="Readex Pro"/>
                <a:cs typeface="Readex Pro"/>
                <a:ea typeface="Readex Pro"/>
              </a:rPr>
              <a:t>AraT5v2 on corpus v1</a:t>
            </a:r>
          </a:p>
        </p:txBody>
      </p:sp>
      <p:sp>
        <p:nvSpPr>
          <p:cNvPr id="25" name="Rounded Rectangle 24"/>
          <p:cNvSpPr/>
          <p:nvPr/>
        </p:nvSpPr>
        <p:spPr>
          <a:xfrm>
            <a:off x="6601618" y="2357437"/>
            <a:ext cx="2528887" cy="514350"/>
          </a:xfrm>
          <a:prstGeom prst="roundRect">
            <a:avLst>
              <a:gd name="adj" fmla="val 21333"/>
            </a:avLst>
          </a:prstGeom>
          <a:solidFill>
            <a:srgbClr val="C6986B"/>
          </a:solidFill>
          <a:ln w="15875">
            <a:solidFill>
              <a:srgbClr val="C6986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601618" y="2357437"/>
            <a:ext cx="2528887" cy="514350"/>
          </a:xfrm>
          <a:prstGeom prst="rect">
            <a:avLst/>
          </a:prstGeom>
          <a:noFill/>
        </p:spPr>
        <p:txBody>
          <a:bodyPr wrap="square" lIns="0" rIns="0" tIns="0" bIns="0" anchor="ctr">
            <a:spAutoFit/>
          </a:bodyPr>
          <a:lstStyle/>
          <a:p>
            <a:pPr algn="ctr"/>
            <a:r>
              <a:rPr sz="2000" b="1">
                <a:solidFill>
                  <a:srgbClr val="1A1A14"/>
                </a:solidFill>
                <a:latin typeface="Readex Pro"/>
                <a:cs typeface="Readex Pro"/>
                <a:ea typeface="Readex Pro"/>
              </a:rPr>
              <a:t>v0.3</a:t>
            </a:r>
          </a:p>
        </p:txBody>
      </p:sp>
      <p:sp>
        <p:nvSpPr>
          <p:cNvPr id="27" name="Rounded Rectangle 26"/>
          <p:cNvSpPr/>
          <p:nvPr/>
        </p:nvSpPr>
        <p:spPr>
          <a:xfrm>
            <a:off x="6601618" y="2850356"/>
            <a:ext cx="2528887" cy="900112"/>
          </a:xfrm>
          <a:prstGeom prst="roundRect">
            <a:avLst>
              <a:gd name="adj" fmla="val 16253"/>
            </a:avLst>
          </a:prstGeom>
          <a:solidFill>
            <a:srgbClr val="EFE9D9"/>
          </a:solidFill>
          <a:ln w="15875">
            <a:solidFill>
              <a:srgbClr val="E6DF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687343" y="2918936"/>
            <a:ext cx="2357437" cy="762952"/>
          </a:xfrm>
          <a:prstGeom prst="rect">
            <a:avLst/>
          </a:prstGeom>
          <a:noFill/>
        </p:spPr>
        <p:txBody>
          <a:bodyPr wrap="square" lIns="0" rIns="0" tIns="0" bIns="0" anchor="ctr">
            <a:spAutoFit/>
          </a:bodyPr>
          <a:lstStyle/>
          <a:p>
            <a:pPr algn="ctr">
              <a:lnSpc>
                <a:spcPct val="95000"/>
              </a:lnSpc>
            </a:pPr>
            <a:r>
              <a:rPr sz="1400" b="0">
                <a:solidFill>
                  <a:srgbClr val="4A4842"/>
                </a:solidFill>
                <a:latin typeface="Readex Pro"/>
                <a:cs typeface="Readex Pro"/>
                <a:ea typeface="Readex Pro"/>
              </a:rPr>
              <a:t>corpus v1, 14,975 rows,</a:t>
            </a:r>
          </a:p>
          <a:p>
            <a:pPr algn="ctr">
              <a:lnSpc>
                <a:spcPct val="95000"/>
              </a:lnSpc>
            </a:pPr>
            <a:r>
              <a:rPr sz="1400" b="0">
                <a:solidFill>
                  <a:srgbClr val="4A4842"/>
                </a:solidFill>
                <a:latin typeface="Readex Pro"/>
                <a:cs typeface="Readex Pro"/>
                <a:ea typeface="Readex Pro"/>
              </a:rPr>
              <a:t>no tag</a:t>
            </a:r>
          </a:p>
        </p:txBody>
      </p:sp>
      <p:sp>
        <p:nvSpPr>
          <p:cNvPr id="29" name="Rounded Rectangle 28"/>
          <p:cNvSpPr/>
          <p:nvPr/>
        </p:nvSpPr>
        <p:spPr>
          <a:xfrm>
            <a:off x="6601618" y="3857625"/>
            <a:ext cx="2528887" cy="1114425"/>
          </a:xfrm>
          <a:prstGeom prst="roundRect">
            <a:avLst>
              <a:gd name="adj" fmla="val 9846"/>
            </a:avLst>
          </a:prstGeom>
          <a:solidFill>
            <a:srgbClr val="F3E2DA"/>
          </a:solidFill>
          <a:ln w="15875">
            <a:solidFill>
              <a:srgbClr val="F3E2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687343" y="3926205"/>
            <a:ext cx="2357437" cy="977265"/>
          </a:xfrm>
          <a:prstGeom prst="rect">
            <a:avLst/>
          </a:prstGeom>
          <a:noFill/>
        </p:spPr>
        <p:txBody>
          <a:bodyPr wrap="square" lIns="0" rIns="0" tIns="0" bIns="0" anchor="ctr">
            <a:spAutoFit/>
          </a:bodyPr>
          <a:lstStyle/>
          <a:p>
            <a:pPr algn="ctr">
              <a:lnSpc>
                <a:spcPct val="95000"/>
              </a:lnSpc>
            </a:pPr>
            <a:r>
              <a:rPr sz="1300" b="0">
                <a:solidFill>
                  <a:srgbClr val="B5533C"/>
                </a:solidFill>
                <a:latin typeface="Readex Pro"/>
                <a:cs typeface="Readex Pro"/>
                <a:ea typeface="Readex Pro"/>
              </a:rPr>
              <a:t>Our best: cuts 9.5 words from</a:t>
            </a:r>
          </a:p>
          <a:p>
            <a:pPr algn="ctr">
              <a:lnSpc>
                <a:spcPct val="95000"/>
              </a:lnSpc>
            </a:pPr>
            <a:r>
              <a:rPr sz="1300" b="0">
                <a:solidFill>
                  <a:srgbClr val="B5533C"/>
                </a:solidFill>
                <a:latin typeface="Readex Pro"/>
                <a:cs typeface="Readex Pro"/>
                <a:ea typeface="Readex Pro"/>
              </a:rPr>
              <a:t>the longest clause vs 4.5, with</a:t>
            </a:r>
          </a:p>
          <a:p>
            <a:pPr algn="ctr">
              <a:lnSpc>
                <a:spcPct val="95000"/>
              </a:lnSpc>
            </a:pPr>
            <a:r>
              <a:rPr sz="1300" b="0">
                <a:solidFill>
                  <a:srgbClr val="B5533C"/>
                </a:solidFill>
                <a:latin typeface="Readex Pro"/>
                <a:cs typeface="Readex Pro"/>
                <a:ea typeface="Readex Pro"/>
              </a:rPr>
              <a:t>about the same meaning</a:t>
            </a:r>
          </a:p>
          <a:p>
            <a:pPr algn="ctr">
              <a:lnSpc>
                <a:spcPct val="95000"/>
              </a:lnSpc>
            </a:pPr>
            <a:r>
              <a:rPr sz="1300" b="0">
                <a:solidFill>
                  <a:srgbClr val="B5533C"/>
                </a:solidFill>
                <a:latin typeface="Readex Pro"/>
                <a:cs typeface="Readex Pro"/>
                <a:ea typeface="Readex Pro"/>
              </a:rPr>
              <a:t>(vs v0.2, no tag).</a:t>
            </a:r>
          </a:p>
        </p:txBody>
      </p:sp>
      <p:cxnSp>
        <p:nvCxnSpPr>
          <p:cNvPr id="31" name="Connector 30"/>
          <p:cNvCxnSpPr/>
          <p:nvPr/>
        </p:nvCxnSpPr>
        <p:spPr>
          <a:xfrm>
            <a:off x="6215856" y="2614612"/>
            <a:ext cx="385762" cy="0"/>
          </a:xfrm>
          <a:prstGeom prst="line">
            <a:avLst/>
          </a:prstGeom>
          <a:ln w="38100">
            <a:solidFill>
              <a:srgbClr val="C6986B"/>
            </a:solidFill>
            <a:tailEnd type="triangle"/>
          </a:ln>
        </p:spPr>
        <p:style>
          <a:lnRef idx="2">
            <a:schemeClr val="accent1"/>
          </a:lnRef>
          <a:fillRef idx="0">
            <a:schemeClr val="accent1"/>
          </a:fillRef>
          <a:effectRef idx="1">
            <a:schemeClr val="accent1"/>
          </a:effectRef>
          <a:fontRef idx="minor">
            <a:schemeClr val="tx1"/>
          </a:fontRef>
        </p:style>
      </p:cxnSp>
      <p:sp>
        <p:nvSpPr>
          <p:cNvPr id="32" name="Rounded Rectangle 31"/>
          <p:cNvSpPr/>
          <p:nvPr/>
        </p:nvSpPr>
        <p:spPr>
          <a:xfrm>
            <a:off x="-2458341" y="5201900"/>
            <a:ext cx="12762107" cy="483274"/>
          </a:xfrm>
          <a:prstGeom prst="roundRect">
            <a:avLst>
              <a:gd name="adj" fmla="val 35476"/>
            </a:avLst>
          </a:prstGeom>
          <a:solidFill>
            <a:srgbClr val="F6F2E6"/>
          </a:solidFill>
          <a:ln w="15875">
            <a:solidFill>
              <a:srgbClr val="F6F2E6"/>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300" b="0">
                <a:solidFill>
                  <a:srgbClr val="6F6B5E"/>
                </a:solidFill>
                <a:latin typeface="Readex Pro"/>
                <a:cs typeface="Readex Pro"/>
                <a:ea typeface="Readex Pro"/>
              </a:rPr>
              <a:t>Tried and dropped:</a:t>
            </a:r>
          </a:p>
        </p:txBody>
      </p:sp>
      <p:sp>
        <p:nvSpPr>
          <p:cNvPr id="33" name="Rounded Rectangle 32"/>
          <p:cNvSpPr/>
          <p:nvPr/>
        </p:nvSpPr>
        <p:spPr>
          <a:xfrm>
            <a:off x="1735408" y="5209936"/>
            <a:ext cx="7460708" cy="467201"/>
          </a:xfrm>
          <a:prstGeom prst="roundRect">
            <a:avLst>
              <a:gd name="adj" fmla="val 36697"/>
            </a:avLst>
          </a:prstGeom>
          <a:solidFill>
            <a:srgbClr val="EFE9D9"/>
          </a:solidFill>
          <a:ln w="15875">
            <a:solidFill>
              <a:srgbClr val="EFE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200" b="0">
                <a:solidFill>
                  <a:srgbClr val="6F6B5E"/>
                </a:solidFill>
                <a:latin typeface="Readex Pro"/>
                <a:cs typeface="Readex Pro"/>
                <a:ea typeface="Readex Pro"/>
              </a:rPr>
              <a:t>student DPO</a:t>
            </a:r>
          </a:p>
        </p:txBody>
      </p:sp>
      <p:sp>
        <p:nvSpPr>
          <p:cNvPr id="34" name="Rounded Rectangle 33"/>
          <p:cNvSpPr/>
          <p:nvPr/>
        </p:nvSpPr>
        <p:spPr>
          <a:xfrm>
            <a:off x="-97186" y="5209936"/>
            <a:ext cx="13697647" cy="467201"/>
          </a:xfrm>
          <a:prstGeom prst="roundRect">
            <a:avLst>
              <a:gd name="adj" fmla="val 36697"/>
            </a:avLst>
          </a:prstGeom>
          <a:solidFill>
            <a:srgbClr val="EFE9D9"/>
          </a:solidFill>
          <a:ln w="15875">
            <a:solidFill>
              <a:srgbClr val="EFE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200" b="0">
                <a:solidFill>
                  <a:srgbClr val="6F6B5E"/>
                </a:solidFill>
                <a:latin typeface="Readex Pro"/>
                <a:cs typeface="Readex Pro"/>
                <a:ea typeface="Readex Pro"/>
              </a:rPr>
              <a:t>minimum-risk training</a:t>
            </a:r>
          </a:p>
        </p:txBody>
      </p:sp>
      <p:sp>
        <p:nvSpPr>
          <p:cNvPr id="35" name="Rounded Rectangle 34"/>
          <p:cNvSpPr/>
          <p:nvPr/>
        </p:nvSpPr>
        <p:spPr>
          <a:xfrm>
            <a:off x="3402670" y="5209936"/>
            <a:ext cx="9955484" cy="467201"/>
          </a:xfrm>
          <a:prstGeom prst="roundRect">
            <a:avLst>
              <a:gd name="adj" fmla="val 36697"/>
            </a:avLst>
          </a:prstGeom>
          <a:solidFill>
            <a:srgbClr val="EFE9D9"/>
          </a:solidFill>
          <a:ln w="15875">
            <a:solidFill>
              <a:srgbClr val="EFE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200" b="0">
                <a:solidFill>
                  <a:srgbClr val="6F6B5E"/>
                </a:solidFill>
                <a:latin typeface="Readex Pro"/>
                <a:cs typeface="Readex Pro"/>
                <a:ea typeface="Readex Pro"/>
              </a:rPr>
              <a:t>fluency retrain</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7" presetID="10" presetClass="entr" presetSubtype="0" fill="hold" grpId="0" nodeType="afterEffect">
                                  <p:stCondLst>
                                    <p:cond delay="0"/>
                                  </p:stCondLst>
                                  <p:childTnLst>
                                    <p:set>
                                      <p:cBhvr>
                                        <p:cTn id="5" dur="1" fill="hold">
                                          <p:stCondLst>
                                            <p:cond delay="0"/>
                                          </p:stCondLst>
                                        </p:cTn>
                                        <p:tgtEl>
                                          <p:spTgt spid="9"/>
                                        </p:tgtEl>
                                        <p:attrNameLst>
                                          <p:attrName>style.visibility</p:attrName>
                                        </p:attrNameLst>
                                      </p:cBhvr>
                                      <p:to>
                                        <p:strVal val="visible"/>
                                      </p:to>
                                    </p:set>
                                    <p:animEffect transition="in" filter="fade">
                                      <p:cBhvr>
                                        <p:cTn id="6" dur="500"/>
                                        <p:tgtEl>
                                          <p:spTgt spid="9"/>
                                        </p:tgtEl>
                                      </p:cBhvr>
                                    </p:animEffect>
                                  </p:childTnLst>
                                </p:cTn>
                              </p:par>
                              <p:par>
                                <p:cTn id="10" presetID="10" presetClass="entr" presetSubtype="0" fill="hold" grpId="0" nodeType="withEffect">
                                  <p:stCondLst>
                                    <p:cond delay="120"/>
                                  </p:stCondLst>
                                  <p:childTnLst>
                                    <p:set>
                                      <p:cBhvr>
                                        <p:cTn id="8" dur="1" fill="hold">
                                          <p:stCondLst>
                                            <p:cond delay="0"/>
                                          </p:stCondLst>
                                        </p:cTn>
                                        <p:tgtEl>
                                          <p:spTgt spid="10"/>
                                        </p:tgtEl>
                                        <p:attrNameLst>
                                          <p:attrName>style.visibility</p:attrName>
                                        </p:attrNameLst>
                                      </p:cBhvr>
                                      <p:to>
                                        <p:strVal val="visible"/>
                                      </p:to>
                                    </p:set>
                                    <p:animEffect transition="in" filter="fade">
                                      <p:cBhvr>
                                        <p:cTn id="9" dur="500"/>
                                        <p:tgtEl>
                                          <p:spTgt spid="10"/>
                                        </p:tgtEl>
                                      </p:cBhvr>
                                    </p:animEffect>
                                  </p:childTnLst>
                                </p:cTn>
                              </p:par>
                              <p:par>
                                <p:cTn id="13" presetID="10" presetClass="entr" presetSubtype="0" fill="hold" grpId="0" nodeType="withEffect">
                                  <p:stCondLst>
                                    <p:cond delay="240"/>
                                  </p:stCondLst>
                                  <p:childTnLst>
                                    <p:set>
                                      <p:cBhvr>
                                        <p:cTn id="11" dur="1" fill="hold">
                                          <p:stCondLst>
                                            <p:cond delay="0"/>
                                          </p:stCondLst>
                                        </p:cTn>
                                        <p:tgtEl>
                                          <p:spTgt spid="11"/>
                                        </p:tgtEl>
                                        <p:attrNameLst>
                                          <p:attrName>style.visibility</p:attrName>
                                        </p:attrNameLst>
                                      </p:cBhvr>
                                      <p:to>
                                        <p:strVal val="visible"/>
                                      </p:to>
                                    </p:set>
                                    <p:animEffect transition="in" filter="fade">
                                      <p:cBhvr>
                                        <p:cTn id="12" dur="500"/>
                                        <p:tgtEl>
                                          <p:spTgt spid="11"/>
                                        </p:tgtEl>
                                      </p:cBhvr>
                                    </p:animEffect>
                                  </p:childTnLst>
                                </p:cTn>
                              </p:par>
                              <p:par>
                                <p:cTn id="16" presetID="10" presetClass="entr" presetSubtype="0" fill="hold" grpId="0" nodeType="withEffect">
                                  <p:stCondLst>
                                    <p:cond delay="360"/>
                                  </p:stCondLst>
                                  <p:childTnLst>
                                    <p:set>
                                      <p:cBhvr>
                                        <p:cTn id="14" dur="1" fill="hold">
                                          <p:stCondLst>
                                            <p:cond delay="0"/>
                                          </p:stCondLst>
                                        </p:cTn>
                                        <p:tgtEl>
                                          <p:spTgt spid="12"/>
                                        </p:tgtEl>
                                        <p:attrNameLst>
                                          <p:attrName>style.visibility</p:attrName>
                                        </p:attrNameLst>
                                      </p:cBhvr>
                                      <p:to>
                                        <p:strVal val="visible"/>
                                      </p:to>
                                    </p:set>
                                    <p:animEffect transition="in" filter="fade">
                                      <p:cBhvr>
                                        <p:cTn id="15" dur="500"/>
                                        <p:tgtEl>
                                          <p:spTgt spid="12"/>
                                        </p:tgtEl>
                                      </p:cBhvr>
                                    </p:animEffect>
                                  </p:childTnLst>
                                </p:cTn>
                              </p:par>
                              <p:par>
                                <p:cTn id="19" presetID="10" presetClass="entr" presetSubtype="0" fill="hold" grpId="0" nodeType="withEffect">
                                  <p:stCondLst>
                                    <p:cond delay="480"/>
                                  </p:stCondLst>
                                  <p:childTnLst>
                                    <p:set>
                                      <p:cBhvr>
                                        <p:cTn id="17" dur="1" fill="hold">
                                          <p:stCondLst>
                                            <p:cond delay="0"/>
                                          </p:stCondLst>
                                        </p:cTn>
                                        <p:tgtEl>
                                          <p:spTgt spid="13"/>
                                        </p:tgtEl>
                                        <p:attrNameLst>
                                          <p:attrName>style.visibility</p:attrName>
                                        </p:attrNameLst>
                                      </p:cBhvr>
                                      <p:to>
                                        <p:strVal val="visible"/>
                                      </p:to>
                                    </p:set>
                                    <p:animEffect transition="in" filter="fade">
                                      <p:cBhvr>
                                        <p:cTn id="18" dur="500"/>
                                        <p:tgtEl>
                                          <p:spTgt spid="13"/>
                                        </p:tgtEl>
                                      </p:cBhvr>
                                    </p:animEffect>
                                  </p:childTnLst>
                                </p:cTn>
                              </p:par>
                              <p:par>
                                <p:cTn id="22" presetID="10" presetClass="entr" presetSubtype="0" fill="hold" grpId="0" nodeType="withEffect">
                                  <p:stCondLst>
                                    <p:cond delay="600"/>
                                  </p:stCondLst>
                                  <p:childTnLst>
                                    <p:set>
                                      <p:cBhvr>
                                        <p:cTn id="20" dur="1" fill="hold">
                                          <p:stCondLst>
                                            <p:cond delay="0"/>
                                          </p:stCondLst>
                                        </p:cTn>
                                        <p:tgtEl>
                                          <p:spTgt spid="14"/>
                                        </p:tgtEl>
                                        <p:attrNameLst>
                                          <p:attrName>style.visibility</p:attrName>
                                        </p:attrNameLst>
                                      </p:cBhvr>
                                      <p:to>
                                        <p:strVal val="visible"/>
                                      </p:to>
                                    </p:set>
                                    <p:animEffect transition="in" filter="fade">
                                      <p:cBhvr>
                                        <p:cTn id="21" dur="500"/>
                                        <p:tgtEl>
                                          <p:spTgt spid="14"/>
                                        </p:tgtEl>
                                      </p:cBhvr>
                                    </p:animEffect>
                                  </p:childTnLst>
                                </p:cTn>
                              </p:par>
                              <p:par>
                                <p:cTn id="25" presetID="10" presetClass="entr" presetSubtype="0" fill="hold" grpId="0" nodeType="withEffect">
                                  <p:stCondLst>
                                    <p:cond delay="720"/>
                                  </p:stCondLst>
                                  <p:childTnLst>
                                    <p:set>
                                      <p:cBhvr>
                                        <p:cTn id="23" dur="1" fill="hold">
                                          <p:stCondLst>
                                            <p:cond delay="0"/>
                                          </p:stCondLst>
                                        </p:cTn>
                                        <p:tgtEl>
                                          <p:spTgt spid="15"/>
                                        </p:tgtEl>
                                        <p:attrNameLst>
                                          <p:attrName>style.visibility</p:attrName>
                                        </p:attrNameLst>
                                      </p:cBhvr>
                                      <p:to>
                                        <p:strVal val="visible"/>
                                      </p:to>
                                    </p:set>
                                    <p:animEffect transition="in" filter="fade">
                                      <p:cBhvr>
                                        <p:cTn id="24" dur="500"/>
                                        <p:tgtEl>
                                          <p:spTgt spid="15"/>
                                        </p:tgtEl>
                                      </p:cBhvr>
                                    </p:animEffect>
                                  </p:childTnLst>
                                </p:cTn>
                              </p:par>
                            </p:childTnLst>
                          </p:cTn>
                        </p:par>
                      </p:childTnLst>
                    </p:cTn>
                  </p:par>
                  <p:par>
                    <p:cTn id="26" fill="hold">
                      <p:stCondLst>
                        <p:cond delay="indefinite"/>
                      </p:stCondLst>
                      <p:childTnLst>
                        <p:par>
                          <p:cTn id="27" fill="hold">
                            <p:stCondLst>
                              <p:cond delay="0"/>
                            </p:stCondLst>
                            <p:childTnLst>
                              <p:par>
                                <p:cTn id="30" presetID="22" presetClass="entr" presetSubtype="8" fill="hold" grpId="0" nodeType="clickEffect">
                                  <p:stCondLst>
                                    <p:cond delay="0"/>
                                  </p:stCondLst>
                                  <p:childTnLst>
                                    <p:set>
                                      <p:cBhvr>
                                        <p:cTn id="28" dur="1" fill="hold">
                                          <p:stCondLst>
                                            <p:cond delay="0"/>
                                          </p:stCondLst>
                                        </p:cTn>
                                        <p:tgtEl>
                                          <p:spTgt spid="23"/>
                                        </p:tgtEl>
                                        <p:attrNameLst>
                                          <p:attrName>style.visibility</p:attrName>
                                        </p:attrNameLst>
                                      </p:cBhvr>
                                      <p:to>
                                        <p:strVal val="visible"/>
                                      </p:to>
                                    </p:set>
                                    <p:animEffect transition="in" filter="wipe(left)">
                                      <p:cBhvr>
                                        <p:cTn id="29" dur="400"/>
                                        <p:tgtEl>
                                          <p:spTgt spid="23"/>
                                        </p:tgtEl>
                                      </p:cBhvr>
                                    </p:animEffect>
                                  </p:childTnLst>
                                </p:cTn>
                              </p:par>
                              <p:par>
                                <p:cTn id="33" presetID="10" presetClass="entr" presetSubtype="0" fill="hold" grpId="0" nodeType="withEffect">
                                  <p:stCondLst>
                                    <p:cond delay="300"/>
                                  </p:stCondLst>
                                  <p:childTnLst>
                                    <p:set>
                                      <p:cBhvr>
                                        <p:cTn id="31" dur="1" fill="hold">
                                          <p:stCondLst>
                                            <p:cond delay="0"/>
                                          </p:stCondLst>
                                        </p:cTn>
                                        <p:tgtEl>
                                          <p:spTgt spid="16"/>
                                        </p:tgtEl>
                                        <p:attrNameLst>
                                          <p:attrName>style.visibility</p:attrName>
                                        </p:attrNameLst>
                                      </p:cBhvr>
                                      <p:to>
                                        <p:strVal val="visible"/>
                                      </p:to>
                                    </p:set>
                                    <p:animEffect transition="in" filter="fade">
                                      <p:cBhvr>
                                        <p:cTn id="32" dur="500"/>
                                        <p:tgtEl>
                                          <p:spTgt spid="16"/>
                                        </p:tgtEl>
                                      </p:cBhvr>
                                    </p:animEffect>
                                  </p:childTnLst>
                                </p:cTn>
                              </p:par>
                              <p:par>
                                <p:cTn id="36" presetID="10" presetClass="entr" presetSubtype="0" fill="hold" grpId="0" nodeType="withEffect">
                                  <p:stCondLst>
                                    <p:cond delay="420"/>
                                  </p:stCondLst>
                                  <p:childTnLst>
                                    <p:set>
                                      <p:cBhvr>
                                        <p:cTn id="34" dur="1" fill="hold">
                                          <p:stCondLst>
                                            <p:cond delay="0"/>
                                          </p:stCondLst>
                                        </p:cTn>
                                        <p:tgtEl>
                                          <p:spTgt spid="17"/>
                                        </p:tgtEl>
                                        <p:attrNameLst>
                                          <p:attrName>style.visibility</p:attrName>
                                        </p:attrNameLst>
                                      </p:cBhvr>
                                      <p:to>
                                        <p:strVal val="visible"/>
                                      </p:to>
                                    </p:set>
                                    <p:animEffect transition="in" filter="fade">
                                      <p:cBhvr>
                                        <p:cTn id="35" dur="500"/>
                                        <p:tgtEl>
                                          <p:spTgt spid="17"/>
                                        </p:tgtEl>
                                      </p:cBhvr>
                                    </p:animEffect>
                                  </p:childTnLst>
                                </p:cTn>
                              </p:par>
                              <p:par>
                                <p:cTn id="39" presetID="10" presetClass="entr" presetSubtype="0" fill="hold" grpId="0" nodeType="withEffect">
                                  <p:stCondLst>
                                    <p:cond delay="540"/>
                                  </p:stCondLst>
                                  <p:childTnLst>
                                    <p:set>
                                      <p:cBhvr>
                                        <p:cTn id="37" dur="1" fill="hold">
                                          <p:stCondLst>
                                            <p:cond delay="0"/>
                                          </p:stCondLst>
                                        </p:cTn>
                                        <p:tgtEl>
                                          <p:spTgt spid="18"/>
                                        </p:tgtEl>
                                        <p:attrNameLst>
                                          <p:attrName>style.visibility</p:attrName>
                                        </p:attrNameLst>
                                      </p:cBhvr>
                                      <p:to>
                                        <p:strVal val="visible"/>
                                      </p:to>
                                    </p:set>
                                    <p:animEffect transition="in" filter="fade">
                                      <p:cBhvr>
                                        <p:cTn id="38" dur="500"/>
                                        <p:tgtEl>
                                          <p:spTgt spid="18"/>
                                        </p:tgtEl>
                                      </p:cBhvr>
                                    </p:animEffect>
                                  </p:childTnLst>
                                </p:cTn>
                              </p:par>
                              <p:par>
                                <p:cTn id="42" presetID="10" presetClass="entr" presetSubtype="0" fill="hold" grpId="0" nodeType="withEffect">
                                  <p:stCondLst>
                                    <p:cond delay="660"/>
                                  </p:stCondLst>
                                  <p:childTnLst>
                                    <p:set>
                                      <p:cBhvr>
                                        <p:cTn id="40" dur="1" fill="hold">
                                          <p:stCondLst>
                                            <p:cond delay="0"/>
                                          </p:stCondLst>
                                        </p:cTn>
                                        <p:tgtEl>
                                          <p:spTgt spid="19"/>
                                        </p:tgtEl>
                                        <p:attrNameLst>
                                          <p:attrName>style.visibility</p:attrName>
                                        </p:attrNameLst>
                                      </p:cBhvr>
                                      <p:to>
                                        <p:strVal val="visible"/>
                                      </p:to>
                                    </p:set>
                                    <p:animEffect transition="in" filter="fade">
                                      <p:cBhvr>
                                        <p:cTn id="41" dur="500"/>
                                        <p:tgtEl>
                                          <p:spTgt spid="19"/>
                                        </p:tgtEl>
                                      </p:cBhvr>
                                    </p:animEffect>
                                  </p:childTnLst>
                                </p:cTn>
                              </p:par>
                              <p:par>
                                <p:cTn id="45" presetID="10" presetClass="entr" presetSubtype="0" fill="hold" grpId="0" nodeType="withEffect">
                                  <p:stCondLst>
                                    <p:cond delay="78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500"/>
                                        <p:tgtEl>
                                          <p:spTgt spid="20"/>
                                        </p:tgtEl>
                                      </p:cBhvr>
                                    </p:animEffect>
                                  </p:childTnLst>
                                </p:cTn>
                              </p:par>
                              <p:par>
                                <p:cTn id="48" presetID="10" presetClass="entr" presetSubtype="0" fill="hold" grpId="0" nodeType="withEffect">
                                  <p:stCondLst>
                                    <p:cond delay="900"/>
                                  </p:stCondLst>
                                  <p:childTnLst>
                                    <p:set>
                                      <p:cBhvr>
                                        <p:cTn id="46" dur="1" fill="hold">
                                          <p:stCondLst>
                                            <p:cond delay="0"/>
                                          </p:stCondLst>
                                        </p:cTn>
                                        <p:tgtEl>
                                          <p:spTgt spid="21"/>
                                        </p:tgtEl>
                                        <p:attrNameLst>
                                          <p:attrName>style.visibility</p:attrName>
                                        </p:attrNameLst>
                                      </p:cBhvr>
                                      <p:to>
                                        <p:strVal val="visible"/>
                                      </p:to>
                                    </p:set>
                                    <p:animEffect transition="in" filter="fade">
                                      <p:cBhvr>
                                        <p:cTn id="47" dur="500"/>
                                        <p:tgtEl>
                                          <p:spTgt spid="21"/>
                                        </p:tgtEl>
                                      </p:cBhvr>
                                    </p:animEffect>
                                  </p:childTnLst>
                                </p:cTn>
                              </p:par>
                              <p:par>
                                <p:cTn id="51" presetID="10" presetClass="entr" presetSubtype="0" fill="hold" grpId="0" nodeType="withEffect">
                                  <p:stCondLst>
                                    <p:cond delay="1020"/>
                                  </p:stCondLst>
                                  <p:childTnLst>
                                    <p:set>
                                      <p:cBhvr>
                                        <p:cTn id="49" dur="1" fill="hold">
                                          <p:stCondLst>
                                            <p:cond delay="0"/>
                                          </p:stCondLst>
                                        </p:cTn>
                                        <p:tgtEl>
                                          <p:spTgt spid="22"/>
                                        </p:tgtEl>
                                        <p:attrNameLst>
                                          <p:attrName>style.visibility</p:attrName>
                                        </p:attrNameLst>
                                      </p:cBhvr>
                                      <p:to>
                                        <p:strVal val="visible"/>
                                      </p:to>
                                    </p:set>
                                    <p:animEffect transition="in" filter="fade">
                                      <p:cBhvr>
                                        <p:cTn id="50" dur="500"/>
                                        <p:tgtEl>
                                          <p:spTgt spid="22"/>
                                        </p:tgtEl>
                                      </p:cBhvr>
                                    </p:animEffect>
                                  </p:childTnLst>
                                </p:cTn>
                              </p:par>
                            </p:childTnLst>
                          </p:cTn>
                        </p:par>
                      </p:childTnLst>
                    </p:cTn>
                  </p:par>
                  <p:par>
                    <p:cTn id="52" fill="hold">
                      <p:stCondLst>
                        <p:cond delay="indefinite"/>
                      </p:stCondLst>
                      <p:childTnLst>
                        <p:par>
                          <p:cTn id="53" fill="hold">
                            <p:stCondLst>
                              <p:cond delay="0"/>
                            </p:stCondLst>
                            <p:childTnLst>
                              <p:par>
                                <p:cTn id="56" presetID="22" presetClass="entr" presetSubtype="8" fill="hold" grpId="0" nodeType="clickEffect">
                                  <p:stCondLst>
                                    <p:cond delay="0"/>
                                  </p:stCondLst>
                                  <p:childTnLst>
                                    <p:set>
                                      <p:cBhvr>
                                        <p:cTn id="54" dur="1" fill="hold">
                                          <p:stCondLst>
                                            <p:cond delay="0"/>
                                          </p:stCondLst>
                                        </p:cTn>
                                        <p:tgtEl>
                                          <p:spTgt spid="31"/>
                                        </p:tgtEl>
                                        <p:attrNameLst>
                                          <p:attrName>style.visibility</p:attrName>
                                        </p:attrNameLst>
                                      </p:cBhvr>
                                      <p:to>
                                        <p:strVal val="visible"/>
                                      </p:to>
                                    </p:set>
                                    <p:animEffect transition="in" filter="wipe(left)">
                                      <p:cBhvr>
                                        <p:cTn id="55" dur="400"/>
                                        <p:tgtEl>
                                          <p:spTgt spid="31"/>
                                        </p:tgtEl>
                                      </p:cBhvr>
                                    </p:animEffect>
                                  </p:childTnLst>
                                </p:cTn>
                              </p:par>
                              <p:par>
                                <p:cTn id="59" presetID="10" presetClass="entr" presetSubtype="0" fill="hold" grpId="0" nodeType="withEffect">
                                  <p:stCondLst>
                                    <p:cond delay="300"/>
                                  </p:stCondLst>
                                  <p:childTnLst>
                                    <p:set>
                                      <p:cBhvr>
                                        <p:cTn id="57" dur="1" fill="hold">
                                          <p:stCondLst>
                                            <p:cond delay="0"/>
                                          </p:stCondLst>
                                        </p:cTn>
                                        <p:tgtEl>
                                          <p:spTgt spid="24"/>
                                        </p:tgtEl>
                                        <p:attrNameLst>
                                          <p:attrName>style.visibility</p:attrName>
                                        </p:attrNameLst>
                                      </p:cBhvr>
                                      <p:to>
                                        <p:strVal val="visible"/>
                                      </p:to>
                                    </p:set>
                                    <p:animEffect transition="in" filter="fade">
                                      <p:cBhvr>
                                        <p:cTn id="58" dur="500"/>
                                        <p:tgtEl>
                                          <p:spTgt spid="24"/>
                                        </p:tgtEl>
                                      </p:cBhvr>
                                    </p:animEffect>
                                  </p:childTnLst>
                                </p:cTn>
                              </p:par>
                              <p:par>
                                <p:cTn id="62" presetID="10" presetClass="entr" presetSubtype="0" fill="hold" grpId="0" nodeType="withEffect">
                                  <p:stCondLst>
                                    <p:cond delay="420"/>
                                  </p:stCondLst>
                                  <p:childTnLst>
                                    <p:set>
                                      <p:cBhvr>
                                        <p:cTn id="60" dur="1" fill="hold">
                                          <p:stCondLst>
                                            <p:cond delay="0"/>
                                          </p:stCondLst>
                                        </p:cTn>
                                        <p:tgtEl>
                                          <p:spTgt spid="25"/>
                                        </p:tgtEl>
                                        <p:attrNameLst>
                                          <p:attrName>style.visibility</p:attrName>
                                        </p:attrNameLst>
                                      </p:cBhvr>
                                      <p:to>
                                        <p:strVal val="visible"/>
                                      </p:to>
                                    </p:set>
                                    <p:animEffect transition="in" filter="fade">
                                      <p:cBhvr>
                                        <p:cTn id="61" dur="500"/>
                                        <p:tgtEl>
                                          <p:spTgt spid="25"/>
                                        </p:tgtEl>
                                      </p:cBhvr>
                                    </p:animEffect>
                                  </p:childTnLst>
                                </p:cTn>
                              </p:par>
                              <p:par>
                                <p:cTn id="65" presetID="10" presetClass="entr" presetSubtype="0" fill="hold" grpId="0" nodeType="withEffect">
                                  <p:stCondLst>
                                    <p:cond delay="540"/>
                                  </p:stCondLst>
                                  <p:childTnLst>
                                    <p:set>
                                      <p:cBhvr>
                                        <p:cTn id="63" dur="1" fill="hold">
                                          <p:stCondLst>
                                            <p:cond delay="0"/>
                                          </p:stCondLst>
                                        </p:cTn>
                                        <p:tgtEl>
                                          <p:spTgt spid="26"/>
                                        </p:tgtEl>
                                        <p:attrNameLst>
                                          <p:attrName>style.visibility</p:attrName>
                                        </p:attrNameLst>
                                      </p:cBhvr>
                                      <p:to>
                                        <p:strVal val="visible"/>
                                      </p:to>
                                    </p:set>
                                    <p:animEffect transition="in" filter="fade">
                                      <p:cBhvr>
                                        <p:cTn id="64" dur="500"/>
                                        <p:tgtEl>
                                          <p:spTgt spid="26"/>
                                        </p:tgtEl>
                                      </p:cBhvr>
                                    </p:animEffect>
                                  </p:childTnLst>
                                </p:cTn>
                              </p:par>
                              <p:par>
                                <p:cTn id="68" presetID="10" presetClass="entr" presetSubtype="0" fill="hold" grpId="0" nodeType="withEffect">
                                  <p:stCondLst>
                                    <p:cond delay="660"/>
                                  </p:stCondLst>
                                  <p:childTnLst>
                                    <p:set>
                                      <p:cBhvr>
                                        <p:cTn id="66" dur="1" fill="hold">
                                          <p:stCondLst>
                                            <p:cond delay="0"/>
                                          </p:stCondLst>
                                        </p:cTn>
                                        <p:tgtEl>
                                          <p:spTgt spid="27"/>
                                        </p:tgtEl>
                                        <p:attrNameLst>
                                          <p:attrName>style.visibility</p:attrName>
                                        </p:attrNameLst>
                                      </p:cBhvr>
                                      <p:to>
                                        <p:strVal val="visible"/>
                                      </p:to>
                                    </p:set>
                                    <p:animEffect transition="in" filter="fade">
                                      <p:cBhvr>
                                        <p:cTn id="67" dur="500"/>
                                        <p:tgtEl>
                                          <p:spTgt spid="27"/>
                                        </p:tgtEl>
                                      </p:cBhvr>
                                    </p:animEffect>
                                  </p:childTnLst>
                                </p:cTn>
                              </p:par>
                              <p:par>
                                <p:cTn id="71" presetID="10" presetClass="entr" presetSubtype="0" fill="hold" grpId="0" nodeType="withEffect">
                                  <p:stCondLst>
                                    <p:cond delay="780"/>
                                  </p:stCondLst>
                                  <p:childTnLst>
                                    <p:set>
                                      <p:cBhvr>
                                        <p:cTn id="69" dur="1" fill="hold">
                                          <p:stCondLst>
                                            <p:cond delay="0"/>
                                          </p:stCondLst>
                                        </p:cTn>
                                        <p:tgtEl>
                                          <p:spTgt spid="28"/>
                                        </p:tgtEl>
                                        <p:attrNameLst>
                                          <p:attrName>style.visibility</p:attrName>
                                        </p:attrNameLst>
                                      </p:cBhvr>
                                      <p:to>
                                        <p:strVal val="visible"/>
                                      </p:to>
                                    </p:set>
                                    <p:animEffect transition="in" filter="fade">
                                      <p:cBhvr>
                                        <p:cTn id="70" dur="500"/>
                                        <p:tgtEl>
                                          <p:spTgt spid="28"/>
                                        </p:tgtEl>
                                      </p:cBhvr>
                                    </p:animEffect>
                                  </p:childTnLst>
                                </p:cTn>
                              </p:par>
                              <p:par>
                                <p:cTn id="74" presetID="10" presetClass="entr" presetSubtype="0" fill="hold" grpId="0" nodeType="withEffect">
                                  <p:stCondLst>
                                    <p:cond delay="900"/>
                                  </p:stCondLst>
                                  <p:childTnLst>
                                    <p:set>
                                      <p:cBhvr>
                                        <p:cTn id="72" dur="1" fill="hold">
                                          <p:stCondLst>
                                            <p:cond delay="0"/>
                                          </p:stCondLst>
                                        </p:cTn>
                                        <p:tgtEl>
                                          <p:spTgt spid="29"/>
                                        </p:tgtEl>
                                        <p:attrNameLst>
                                          <p:attrName>style.visibility</p:attrName>
                                        </p:attrNameLst>
                                      </p:cBhvr>
                                      <p:to>
                                        <p:strVal val="visible"/>
                                      </p:to>
                                    </p:set>
                                    <p:animEffect transition="in" filter="fade">
                                      <p:cBhvr>
                                        <p:cTn id="73" dur="500"/>
                                        <p:tgtEl>
                                          <p:spTgt spid="29"/>
                                        </p:tgtEl>
                                      </p:cBhvr>
                                    </p:animEffect>
                                  </p:childTnLst>
                                </p:cTn>
                              </p:par>
                              <p:par>
                                <p:cTn id="77" presetID="10" presetClass="entr" presetSubtype="0" fill="hold" grpId="0" nodeType="withEffect">
                                  <p:stCondLst>
                                    <p:cond delay="1020"/>
                                  </p:stCondLst>
                                  <p:childTnLst>
                                    <p:set>
                                      <p:cBhvr>
                                        <p:cTn id="75" dur="1" fill="hold">
                                          <p:stCondLst>
                                            <p:cond delay="0"/>
                                          </p:stCondLst>
                                        </p:cTn>
                                        <p:tgtEl>
                                          <p:spTgt spid="30"/>
                                        </p:tgtEl>
                                        <p:attrNameLst>
                                          <p:attrName>style.visibility</p:attrName>
                                        </p:attrNameLst>
                                      </p:cBhvr>
                                      <p:to>
                                        <p:strVal val="visible"/>
                                      </p:to>
                                    </p:set>
                                    <p:animEffect transition="in" filter="fade">
                                      <p:cBhvr>
                                        <p:cTn id="76" dur="500"/>
                                        <p:tgtEl>
                                          <p:spTgt spid="30"/>
                                        </p:tgtEl>
                                      </p:cBhvr>
                                    </p:animEffect>
                                  </p:childTnLst>
                                </p:cTn>
                              </p:par>
                              <p:par>
                                <p:cTn id="80" presetID="10" presetClass="entr" presetSubtype="0" fill="hold" grpId="0" nodeType="withEffect">
                                  <p:stCondLst>
                                    <p:cond delay="1200"/>
                                  </p:stCondLst>
                                  <p:childTnLst>
                                    <p:set>
                                      <p:cBhvr>
                                        <p:cTn id="78" dur="1" fill="hold">
                                          <p:stCondLst>
                                            <p:cond delay="0"/>
                                          </p:stCondLst>
                                        </p:cTn>
                                        <p:tgtEl>
                                          <p:spTgt spid="32"/>
                                        </p:tgtEl>
                                        <p:attrNameLst>
                                          <p:attrName>style.visibility</p:attrName>
                                        </p:attrNameLst>
                                      </p:cBhvr>
                                      <p:to>
                                        <p:strVal val="visible"/>
                                      </p:to>
                                    </p:set>
                                    <p:animEffect transition="in" filter="fade">
                                      <p:cBhvr>
                                        <p:cTn id="79" dur="500"/>
                                        <p:tgtEl>
                                          <p:spTgt spid="32"/>
                                        </p:tgtEl>
                                      </p:cBhvr>
                                    </p:animEffect>
                                  </p:childTnLst>
                                </p:cTn>
                              </p:par>
                              <p:par>
                                <p:cTn id="83" presetID="10" presetClass="entr" presetSubtype="0" fill="hold" grpId="0" nodeType="withEffect">
                                  <p:stCondLst>
                                    <p:cond delay="1350"/>
                                  </p:stCondLst>
                                  <p:childTnLst>
                                    <p:set>
                                      <p:cBhvr>
                                        <p:cTn id="81" dur="1" fill="hold">
                                          <p:stCondLst>
                                            <p:cond delay="0"/>
                                          </p:stCondLst>
                                        </p:cTn>
                                        <p:tgtEl>
                                          <p:spTgt spid="33"/>
                                        </p:tgtEl>
                                        <p:attrNameLst>
                                          <p:attrName>style.visibility</p:attrName>
                                        </p:attrNameLst>
                                      </p:cBhvr>
                                      <p:to>
                                        <p:strVal val="visible"/>
                                      </p:to>
                                    </p:set>
                                    <p:animEffect transition="in" filter="fade">
                                      <p:cBhvr>
                                        <p:cTn id="82" dur="500"/>
                                        <p:tgtEl>
                                          <p:spTgt spid="33"/>
                                        </p:tgtEl>
                                      </p:cBhvr>
                                    </p:animEffect>
                                  </p:childTnLst>
                                </p:cTn>
                              </p:par>
                              <p:par>
                                <p:cTn id="86" presetID="10" presetClass="entr" presetSubtype="0" fill="hold" grpId="0" nodeType="withEffect">
                                  <p:stCondLst>
                                    <p:cond delay="1500"/>
                                  </p:stCondLst>
                                  <p:childTnLst>
                                    <p:set>
                                      <p:cBhvr>
                                        <p:cTn id="84" dur="1" fill="hold">
                                          <p:stCondLst>
                                            <p:cond delay="0"/>
                                          </p:stCondLst>
                                        </p:cTn>
                                        <p:tgtEl>
                                          <p:spTgt spid="34"/>
                                        </p:tgtEl>
                                        <p:attrNameLst>
                                          <p:attrName>style.visibility</p:attrName>
                                        </p:attrNameLst>
                                      </p:cBhvr>
                                      <p:to>
                                        <p:strVal val="visible"/>
                                      </p:to>
                                    </p:set>
                                    <p:animEffect transition="in" filter="fade">
                                      <p:cBhvr>
                                        <p:cTn id="85" dur="500"/>
                                        <p:tgtEl>
                                          <p:spTgt spid="34"/>
                                        </p:tgtEl>
                                      </p:cBhvr>
                                    </p:animEffect>
                                  </p:childTnLst>
                                </p:cTn>
                              </p:par>
                              <p:par>
                                <p:cTn id="89" presetID="10" presetClass="entr" presetSubtype="0" fill="hold" grpId="0" nodeType="withEffect">
                                  <p:stCondLst>
                                    <p:cond delay="1650"/>
                                  </p:stCondLst>
                                  <p:childTnLst>
                                    <p:set>
                                      <p:cBhvr>
                                        <p:cTn id="87" dur="1" fill="hold">
                                          <p:stCondLst>
                                            <p:cond delay="0"/>
                                          </p:stCondLst>
                                        </p:cTn>
                                        <p:tgtEl>
                                          <p:spTgt spid="35"/>
                                        </p:tgtEl>
                                        <p:attrNameLst>
                                          <p:attrName>style.visibility</p:attrName>
                                        </p:attrNameLst>
                                      </p:cBhvr>
                                      <p:to>
                                        <p:strVal val="visible"/>
                                      </p:to>
                                    </p:set>
                                    <p:animEffect transition="in" filter="fade">
                                      <p:cBhvr>
                                        <p:cTn id="88" dur="5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4" grpId="0" animBg="1"/>
      <p:bldP spid="25" grpId="0" animBg="1"/>
      <p:bldP spid="26" grpId="0" animBg="1"/>
      <p:bldP spid="27" grpId="0" animBg="1"/>
      <p:bldP spid="28" grpId="0" animBg="1"/>
      <p:bldP spid="29" grpId="0" animBg="1"/>
      <p:bldP spid="30" grpId="0" animBg="1"/>
      <p:bldP spid="32" grpId="0" animBg="1"/>
      <p:bldP spid="33" grpId="0" animBg="1"/>
      <p:bldP spid="34" grpId="0" animBg="1"/>
      <p:bldP spid="35" grpId="0" animBg="1"/>
    </p:bldLst>
  </p:timing>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9902952" cy="6858000"/>
          </a:xfrm>
          <a:prstGeom prst="rect">
            <a:avLst/>
          </a:prstGeom>
          <a:solidFill>
            <a:srgbClr val="F6F2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0075" y="642937"/>
            <a:ext cx="5143500" cy="291465"/>
          </a:xfrm>
          <a:prstGeom prst="rect">
            <a:avLst/>
          </a:prstGeom>
          <a:noFill/>
        </p:spPr>
        <p:txBody>
          <a:bodyPr wrap="square" lIns="0" rIns="0" tIns="0" bIns="0" anchor="ctr">
            <a:spAutoFit/>
          </a:bodyPr>
          <a:lstStyle/>
          <a:p>
            <a:pPr algn="l"/>
            <a:r>
              <a:rPr sz="1800" b="1">
                <a:solidFill>
                  <a:srgbClr val="C6986B"/>
                </a:solidFill>
                <a:latin typeface="Readex Pro"/>
                <a:cs typeface="Readex Pro"/>
                <a:ea typeface="Readex Pro"/>
              </a:rPr>
              <a:t>04 · BAYANBENCH</a:t>
            </a:r>
          </a:p>
        </p:txBody>
      </p:sp>
      <p:sp>
        <p:nvSpPr>
          <p:cNvPr id="4" name="Rectangle 3"/>
          <p:cNvSpPr/>
          <p:nvPr/>
        </p:nvSpPr>
        <p:spPr>
          <a:xfrm>
            <a:off x="360045" y="591502"/>
            <a:ext cx="68580" cy="394335"/>
          </a:xfrm>
          <a:prstGeom prst="rect">
            <a:avLst/>
          </a:prstGeom>
          <a:solidFill>
            <a:srgbClr val="C69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00075" y="1174432"/>
            <a:ext cx="8702675" cy="600075"/>
          </a:xfrm>
          <a:prstGeom prst="rect">
            <a:avLst/>
          </a:prstGeom>
          <a:noFill/>
        </p:spPr>
        <p:txBody>
          <a:bodyPr wrap="square" lIns="0" rIns="0" tIns="0" bIns="0" anchor="ctr">
            <a:spAutoFit/>
          </a:bodyPr>
          <a:lstStyle/>
          <a:p>
            <a:pPr algn="l"/>
            <a:r>
              <a:rPr sz="4000" b="1">
                <a:solidFill>
                  <a:srgbClr val="282824"/>
                </a:solidFill>
                <a:latin typeface="Readex Pro"/>
                <a:cs typeface="Readex Pro"/>
                <a:ea typeface="Readex Pro"/>
              </a:rPr>
              <a:t>We checked our own yardstick</a:t>
            </a:r>
          </a:p>
        </p:txBody>
      </p:sp>
      <p:pic>
        <p:nvPicPr>
          <p:cNvPr id="6" name="Samsung logo" descr="Samsung"/>
          <p:cNvPicPr>
            <a:picLocks noChangeAspect="1"/>
          </p:cNvPicPr>
          <p:nvPr/>
        </p:nvPicPr>
        <p:blipFill>
          <a:blip r:embed="rId2"/>
          <a:stretch>
            <a:fillRect/>
          </a:stretch>
        </p:blipFill>
        <p:spPr>
          <a:xfrm>
            <a:off x="600075" y="6429375"/>
            <a:ext cx="1071562" cy="164753"/>
          </a:xfrm>
          <a:prstGeom prst="rect">
            <a:avLst/>
          </a:prstGeom>
        </p:spPr>
      </p:pic>
      <p:sp>
        <p:nvSpPr>
          <p:cNvPr id="7" name="TextBox 6"/>
          <p:cNvSpPr txBox="1"/>
          <p:nvPr/>
        </p:nvSpPr>
        <p:spPr>
          <a:xfrm>
            <a:off x="1928812" y="6429375"/>
            <a:ext cx="3857625" cy="240030"/>
          </a:xfrm>
          <a:prstGeom prst="rect">
            <a:avLst/>
          </a:prstGeom>
          <a:noFill/>
        </p:spPr>
        <p:txBody>
          <a:bodyPr wrap="square" lIns="0" rIns="0" tIns="0" bIns="0" anchor="ctr">
            <a:spAutoFit/>
          </a:bodyPr>
          <a:lstStyle/>
          <a:p>
            <a:pPr algn="l"/>
            <a:r>
              <a:rPr sz="1300" b="0">
                <a:solidFill>
                  <a:srgbClr val="6F6B5E"/>
                </a:solidFill>
                <a:latin typeface="Readex Pro"/>
                <a:cs typeface="Readex Pro"/>
                <a:ea typeface="Readex Pro"/>
              </a:rPr>
              <a:t>Samsung Innovation Campus  ·  AI Course</a:t>
            </a:r>
          </a:p>
        </p:txBody>
      </p:sp>
      <p:sp>
        <p:nvSpPr>
          <p:cNvPr id="8" name="TextBox 7"/>
          <p:cNvSpPr txBox="1"/>
          <p:nvPr/>
        </p:nvSpPr>
        <p:spPr>
          <a:xfrm>
            <a:off x="8445500" y="6429375"/>
            <a:ext cx="857250" cy="240030"/>
          </a:xfrm>
          <a:prstGeom prst="rect">
            <a:avLst/>
          </a:prstGeom>
          <a:noFill/>
        </p:spPr>
        <p:txBody>
          <a:bodyPr wrap="square" lIns="0" rIns="0" tIns="0" bIns="0" anchor="ctr">
            <a:spAutoFit/>
          </a:bodyPr>
          <a:lstStyle/>
          <a:p>
            <a:pPr algn="r"/>
            <a:r>
              <a:rPr sz="1300" b="0">
                <a:solidFill>
                  <a:srgbClr val="6F6B5E"/>
                </a:solidFill>
                <a:latin typeface="Readex Pro"/>
                <a:cs typeface="Readex Pro"/>
                <a:ea typeface="Readex Pro"/>
              </a:rPr>
              <a:t>5 / 8</a:t>
            </a:r>
          </a:p>
        </p:txBody>
      </p:sp>
      <p:sp>
        <p:nvSpPr>
          <p:cNvPr id="9" name="TextBox 8"/>
          <p:cNvSpPr txBox="1"/>
          <p:nvPr/>
        </p:nvSpPr>
        <p:spPr>
          <a:xfrm>
            <a:off x="600075" y="1517332"/>
            <a:ext cx="5314950" cy="471487"/>
          </a:xfrm>
          <a:prstGeom prst="rect">
            <a:avLst/>
          </a:prstGeom>
          <a:noFill/>
        </p:spPr>
        <p:txBody>
          <a:bodyPr wrap="square" lIns="0" rIns="0" tIns="0" bIns="0" anchor="ctr">
            <a:spAutoFit/>
          </a:bodyPr>
          <a:lstStyle/>
          <a:p>
            <a:pPr algn="l"/>
            <a:r>
              <a:rPr sz="2600" b="1">
                <a:solidFill>
                  <a:srgbClr val="282824"/>
                </a:solidFill>
                <a:latin typeface="Readex Pro"/>
                <a:cs typeface="Readex Pro"/>
                <a:ea typeface="Readex Pro"/>
              </a:rPr>
              <a:t>Copying is the baseline to beat</a:t>
            </a:r>
          </a:p>
        </p:txBody>
      </p:sp>
      <p:sp>
        <p:nvSpPr>
          <p:cNvPr id="10" name="TextBox 9"/>
          <p:cNvSpPr txBox="1"/>
          <p:nvPr/>
        </p:nvSpPr>
        <p:spPr>
          <a:xfrm>
            <a:off x="3322637" y="2160270"/>
            <a:ext cx="1371600" cy="300037"/>
          </a:xfrm>
          <a:prstGeom prst="rect">
            <a:avLst/>
          </a:prstGeom>
          <a:noFill/>
        </p:spPr>
        <p:txBody>
          <a:bodyPr wrap="square" lIns="0" rIns="0" tIns="0" bIns="0" anchor="ctr">
            <a:spAutoFit/>
          </a:bodyPr>
          <a:lstStyle/>
          <a:p>
            <a:pPr algn="ctr"/>
            <a:r>
              <a:rPr sz="1200" b="0">
                <a:solidFill>
                  <a:srgbClr val="6F6B5E"/>
                </a:solidFill>
                <a:latin typeface="Readex Pro"/>
                <a:cs typeface="Readex Pro"/>
                <a:ea typeface="Readex Pro"/>
              </a:rPr>
              <a:t>meaning kept</a:t>
            </a:r>
          </a:p>
        </p:txBody>
      </p:sp>
      <p:sp>
        <p:nvSpPr>
          <p:cNvPr id="11" name="TextBox 10"/>
          <p:cNvSpPr txBox="1"/>
          <p:nvPr/>
        </p:nvSpPr>
        <p:spPr>
          <a:xfrm>
            <a:off x="5208587" y="2074544"/>
            <a:ext cx="1714500" cy="428625"/>
          </a:xfrm>
          <a:prstGeom prst="rect">
            <a:avLst/>
          </a:prstGeom>
          <a:noFill/>
        </p:spPr>
        <p:txBody>
          <a:bodyPr wrap="square" lIns="0" rIns="0" tIns="0" bIns="0" anchor="ctr">
            <a:spAutoFit/>
          </a:bodyPr>
          <a:lstStyle/>
          <a:p>
            <a:pPr algn="ctr">
              <a:lnSpc>
                <a:spcPct val="90000"/>
              </a:lnSpc>
            </a:pPr>
            <a:r>
              <a:rPr sz="1200" b="0">
                <a:solidFill>
                  <a:srgbClr val="6F6B5E"/>
                </a:solidFill>
                <a:latin typeface="Readex Pro"/>
                <a:cs typeface="Readex Pro"/>
                <a:ea typeface="Readex Pro"/>
              </a:rPr>
              <a:t>words cut from</a:t>
            </a:r>
          </a:p>
          <a:p>
            <a:pPr algn="ctr">
              <a:lnSpc>
                <a:spcPct val="90000"/>
              </a:lnSpc>
            </a:pPr>
            <a:r>
              <a:rPr sz="1200" b="0">
                <a:solidFill>
                  <a:srgbClr val="6F6B5E"/>
                </a:solidFill>
                <a:latin typeface="Readex Pro"/>
                <a:cs typeface="Readex Pro"/>
                <a:ea typeface="Readex Pro"/>
              </a:rPr>
              <a:t>the longest clause</a:t>
            </a:r>
          </a:p>
        </p:txBody>
      </p:sp>
      <p:sp>
        <p:nvSpPr>
          <p:cNvPr id="12" name="Rounded Rectangle 11"/>
          <p:cNvSpPr/>
          <p:nvPr/>
        </p:nvSpPr>
        <p:spPr>
          <a:xfrm>
            <a:off x="622300" y="2717482"/>
            <a:ext cx="5657850" cy="394335"/>
          </a:xfrm>
          <a:prstGeom prst="roundRect">
            <a:avLst>
              <a:gd name="adj" fmla="val 27826"/>
            </a:avLst>
          </a:prstGeom>
          <a:solidFill>
            <a:srgbClr val="EEDDC7"/>
          </a:solidFill>
          <a:ln w="15875">
            <a:solidFill>
              <a:srgbClr val="EEDDC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50887" y="2717482"/>
            <a:ext cx="2743200" cy="394335"/>
          </a:xfrm>
          <a:prstGeom prst="rect">
            <a:avLst/>
          </a:prstGeom>
          <a:noFill/>
        </p:spPr>
        <p:txBody>
          <a:bodyPr wrap="square" lIns="0" rIns="0" tIns="0" bIns="0" anchor="ctr">
            <a:spAutoFit/>
          </a:bodyPr>
          <a:lstStyle/>
          <a:p>
            <a:pPr algn="l"/>
            <a:r>
              <a:rPr sz="1500" b="1">
                <a:solidFill>
                  <a:srgbClr val="282824"/>
                </a:solidFill>
                <a:latin typeface="Readex Pro"/>
                <a:cs typeface="Readex Pro"/>
                <a:ea typeface="Readex Pro"/>
              </a:rPr>
              <a:t>Copy the input</a:t>
            </a:r>
          </a:p>
        </p:txBody>
      </p:sp>
      <p:sp>
        <p:nvSpPr>
          <p:cNvPr id="14" name="TextBox 13"/>
          <p:cNvSpPr txBox="1"/>
          <p:nvPr/>
        </p:nvSpPr>
        <p:spPr>
          <a:xfrm>
            <a:off x="3494087" y="2717482"/>
            <a:ext cx="1114425" cy="394335"/>
          </a:xfrm>
          <a:prstGeom prst="rect">
            <a:avLst/>
          </a:prstGeom>
          <a:noFill/>
        </p:spPr>
        <p:txBody>
          <a:bodyPr wrap="square" lIns="0" rIns="0" tIns="0" bIns="0" anchor="ctr">
            <a:spAutoFit/>
          </a:bodyPr>
          <a:lstStyle/>
          <a:p>
            <a:pPr algn="ctr"/>
            <a:r>
              <a:rPr sz="1500" b="1">
                <a:solidFill>
                  <a:srgbClr val="8A5E35"/>
                </a:solidFill>
                <a:latin typeface="Readex Pro"/>
                <a:cs typeface="Readex Pro"/>
                <a:ea typeface="Readex Pro"/>
              </a:rPr>
              <a:t>100%</a:t>
            </a:r>
          </a:p>
        </p:txBody>
      </p:sp>
      <p:sp>
        <p:nvSpPr>
          <p:cNvPr id="15" name="TextBox 14"/>
          <p:cNvSpPr txBox="1"/>
          <p:nvPr/>
        </p:nvSpPr>
        <p:spPr>
          <a:xfrm>
            <a:off x="4737100" y="2717482"/>
            <a:ext cx="1285875" cy="394335"/>
          </a:xfrm>
          <a:prstGeom prst="rect">
            <a:avLst/>
          </a:prstGeom>
          <a:noFill/>
        </p:spPr>
        <p:txBody>
          <a:bodyPr wrap="square" lIns="0" rIns="0" tIns="0" bIns="0" anchor="ctr">
            <a:spAutoFit/>
          </a:bodyPr>
          <a:lstStyle/>
          <a:p>
            <a:pPr algn="ctr"/>
            <a:r>
              <a:rPr sz="1500" b="1">
                <a:solidFill>
                  <a:srgbClr val="B5533C"/>
                </a:solidFill>
                <a:latin typeface="Readex Pro"/>
                <a:cs typeface="Readex Pro"/>
                <a:ea typeface="Readex Pro"/>
              </a:rPr>
              <a:t>0</a:t>
            </a:r>
          </a:p>
        </p:txBody>
      </p:sp>
      <p:sp>
        <p:nvSpPr>
          <p:cNvPr id="16" name="Rounded Rectangle 15"/>
          <p:cNvSpPr/>
          <p:nvPr/>
        </p:nvSpPr>
        <p:spPr>
          <a:xfrm>
            <a:off x="622300" y="3214687"/>
            <a:ext cx="5657850" cy="394335"/>
          </a:xfrm>
          <a:prstGeom prst="roundRect">
            <a:avLst>
              <a:gd name="adj" fmla="val 27826"/>
            </a:avLst>
          </a:prstGeom>
          <a:solidFill>
            <a:srgbClr val="EFE9D9"/>
          </a:solidFill>
          <a:ln w="15875">
            <a:solidFill>
              <a:srgbClr val="E6DF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50887" y="3214687"/>
            <a:ext cx="2743200" cy="394335"/>
          </a:xfrm>
          <a:prstGeom prst="rect">
            <a:avLst/>
          </a:prstGeom>
          <a:noFill/>
        </p:spPr>
        <p:txBody>
          <a:bodyPr wrap="square" lIns="0" rIns="0" tIns="0" bIns="0" anchor="ctr">
            <a:spAutoFit/>
          </a:bodyPr>
          <a:lstStyle/>
          <a:p>
            <a:pPr algn="l"/>
            <a:r>
              <a:rPr sz="1500" b="0">
                <a:solidFill>
                  <a:srgbClr val="282824"/>
                </a:solidFill>
                <a:latin typeface="Readex Pro"/>
                <a:cs typeface="Readex Pro"/>
                <a:ea typeface="Readex Pro"/>
              </a:rPr>
              <a:t>v0.1</a:t>
            </a:r>
          </a:p>
        </p:txBody>
      </p:sp>
      <p:sp>
        <p:nvSpPr>
          <p:cNvPr id="18" name="TextBox 17"/>
          <p:cNvSpPr txBox="1"/>
          <p:nvPr/>
        </p:nvSpPr>
        <p:spPr>
          <a:xfrm>
            <a:off x="3494087" y="3214687"/>
            <a:ext cx="1114425" cy="394335"/>
          </a:xfrm>
          <a:prstGeom prst="rect">
            <a:avLst/>
          </a:prstGeom>
          <a:noFill/>
        </p:spPr>
        <p:txBody>
          <a:bodyPr wrap="square" lIns="0" rIns="0" tIns="0" bIns="0" anchor="ctr">
            <a:spAutoFit/>
          </a:bodyPr>
          <a:lstStyle/>
          <a:p>
            <a:pPr algn="ctr"/>
            <a:r>
              <a:rPr sz="1500" b="1">
                <a:solidFill>
                  <a:srgbClr val="8A5E35"/>
                </a:solidFill>
                <a:latin typeface="Readex Pro"/>
                <a:cs typeface="Readex Pro"/>
                <a:ea typeface="Readex Pro"/>
              </a:rPr>
              <a:t>76%</a:t>
            </a:r>
          </a:p>
        </p:txBody>
      </p:sp>
      <p:sp>
        <p:nvSpPr>
          <p:cNvPr id="19" name="TextBox 18"/>
          <p:cNvSpPr txBox="1"/>
          <p:nvPr/>
        </p:nvSpPr>
        <p:spPr>
          <a:xfrm>
            <a:off x="4737100" y="3214687"/>
            <a:ext cx="1285875" cy="394335"/>
          </a:xfrm>
          <a:prstGeom prst="rect">
            <a:avLst/>
          </a:prstGeom>
          <a:noFill/>
        </p:spPr>
        <p:txBody>
          <a:bodyPr wrap="square" lIns="0" rIns="0" tIns="0" bIns="0" anchor="ctr">
            <a:spAutoFit/>
          </a:bodyPr>
          <a:lstStyle/>
          <a:p>
            <a:pPr algn="ctr"/>
            <a:r>
              <a:rPr sz="1500" b="1">
                <a:solidFill>
                  <a:srgbClr val="B5533C"/>
                </a:solidFill>
                <a:latin typeface="Readex Pro"/>
                <a:cs typeface="Readex Pro"/>
                <a:ea typeface="Readex Pro"/>
              </a:rPr>
              <a:t>0</a:t>
            </a:r>
          </a:p>
        </p:txBody>
      </p:sp>
      <p:sp>
        <p:nvSpPr>
          <p:cNvPr id="20" name="Rounded Rectangle 19"/>
          <p:cNvSpPr/>
          <p:nvPr/>
        </p:nvSpPr>
        <p:spPr>
          <a:xfrm>
            <a:off x="622300" y="3711892"/>
            <a:ext cx="5657850" cy="394335"/>
          </a:xfrm>
          <a:prstGeom prst="roundRect">
            <a:avLst>
              <a:gd name="adj" fmla="val 27826"/>
            </a:avLst>
          </a:prstGeom>
          <a:solidFill>
            <a:srgbClr val="EFE9D9"/>
          </a:solidFill>
          <a:ln w="15875">
            <a:solidFill>
              <a:srgbClr val="E6DF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50887" y="3711892"/>
            <a:ext cx="2743200" cy="394335"/>
          </a:xfrm>
          <a:prstGeom prst="rect">
            <a:avLst/>
          </a:prstGeom>
          <a:noFill/>
        </p:spPr>
        <p:txBody>
          <a:bodyPr wrap="square" lIns="0" rIns="0" tIns="0" bIns="0" anchor="ctr">
            <a:spAutoFit/>
          </a:bodyPr>
          <a:lstStyle/>
          <a:p>
            <a:pPr algn="l"/>
            <a:r>
              <a:rPr sz="1500" b="0">
                <a:solidFill>
                  <a:srgbClr val="282824"/>
                </a:solidFill>
                <a:latin typeface="Readex Pro"/>
                <a:cs typeface="Readex Pro"/>
                <a:ea typeface="Readex Pro"/>
              </a:rPr>
              <a:t>v0.2 (AraT5v2)</a:t>
            </a:r>
          </a:p>
        </p:txBody>
      </p:sp>
      <p:sp>
        <p:nvSpPr>
          <p:cNvPr id="22" name="TextBox 21"/>
          <p:cNvSpPr txBox="1"/>
          <p:nvPr/>
        </p:nvSpPr>
        <p:spPr>
          <a:xfrm>
            <a:off x="3494087" y="3711892"/>
            <a:ext cx="1114425" cy="394335"/>
          </a:xfrm>
          <a:prstGeom prst="rect">
            <a:avLst/>
          </a:prstGeom>
          <a:noFill/>
        </p:spPr>
        <p:txBody>
          <a:bodyPr wrap="square" lIns="0" rIns="0" tIns="0" bIns="0" anchor="ctr">
            <a:spAutoFit/>
          </a:bodyPr>
          <a:lstStyle/>
          <a:p>
            <a:pPr algn="ctr"/>
            <a:r>
              <a:rPr sz="1500" b="1">
                <a:solidFill>
                  <a:srgbClr val="8A5E35"/>
                </a:solidFill>
                <a:latin typeface="Readex Pro"/>
                <a:cs typeface="Readex Pro"/>
                <a:ea typeface="Readex Pro"/>
              </a:rPr>
              <a:t>68%</a:t>
            </a:r>
          </a:p>
        </p:txBody>
      </p:sp>
      <p:sp>
        <p:nvSpPr>
          <p:cNvPr id="23" name="TextBox 22"/>
          <p:cNvSpPr txBox="1"/>
          <p:nvPr/>
        </p:nvSpPr>
        <p:spPr>
          <a:xfrm>
            <a:off x="4737100" y="3711892"/>
            <a:ext cx="1285875" cy="394335"/>
          </a:xfrm>
          <a:prstGeom prst="rect">
            <a:avLst/>
          </a:prstGeom>
          <a:noFill/>
        </p:spPr>
        <p:txBody>
          <a:bodyPr wrap="square" lIns="0" rIns="0" tIns="0" bIns="0" anchor="ctr">
            <a:spAutoFit/>
          </a:bodyPr>
          <a:lstStyle/>
          <a:p>
            <a:pPr algn="ctr"/>
            <a:r>
              <a:rPr sz="1500" b="1">
                <a:solidFill>
                  <a:srgbClr val="8A5E35"/>
                </a:solidFill>
                <a:latin typeface="Readex Pro"/>
                <a:cs typeface="Readex Pro"/>
                <a:ea typeface="Readex Pro"/>
              </a:rPr>
              <a:t>4.5</a:t>
            </a:r>
          </a:p>
        </p:txBody>
      </p:sp>
      <p:sp>
        <p:nvSpPr>
          <p:cNvPr id="24" name="Rounded Rectangle 23"/>
          <p:cNvSpPr/>
          <p:nvPr/>
        </p:nvSpPr>
        <p:spPr>
          <a:xfrm>
            <a:off x="622300" y="4209097"/>
            <a:ext cx="5657850" cy="394335"/>
          </a:xfrm>
          <a:prstGeom prst="roundRect">
            <a:avLst>
              <a:gd name="adj" fmla="val 27826"/>
            </a:avLst>
          </a:prstGeom>
          <a:solidFill>
            <a:srgbClr val="EFE9D9"/>
          </a:solidFill>
          <a:ln w="15875">
            <a:solidFill>
              <a:srgbClr val="E6DF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50887" y="4209097"/>
            <a:ext cx="2743200" cy="394335"/>
          </a:xfrm>
          <a:prstGeom prst="rect">
            <a:avLst/>
          </a:prstGeom>
          <a:noFill/>
        </p:spPr>
        <p:txBody>
          <a:bodyPr wrap="square" lIns="0" rIns="0" tIns="0" bIns="0" anchor="ctr">
            <a:spAutoFit/>
          </a:bodyPr>
          <a:lstStyle/>
          <a:p>
            <a:pPr algn="l"/>
            <a:r>
              <a:rPr sz="1500" b="0">
                <a:solidFill>
                  <a:srgbClr val="282824"/>
                </a:solidFill>
                <a:latin typeface="Readex Pro"/>
                <a:cs typeface="Readex Pro"/>
                <a:ea typeface="Readex Pro"/>
              </a:rPr>
              <a:t>v0.2-Fast (AraBART)</a:t>
            </a:r>
          </a:p>
        </p:txBody>
      </p:sp>
      <p:sp>
        <p:nvSpPr>
          <p:cNvPr id="26" name="TextBox 25"/>
          <p:cNvSpPr txBox="1"/>
          <p:nvPr/>
        </p:nvSpPr>
        <p:spPr>
          <a:xfrm>
            <a:off x="3494087" y="4209097"/>
            <a:ext cx="1114425" cy="394335"/>
          </a:xfrm>
          <a:prstGeom prst="rect">
            <a:avLst/>
          </a:prstGeom>
          <a:noFill/>
        </p:spPr>
        <p:txBody>
          <a:bodyPr wrap="square" lIns="0" rIns="0" tIns="0" bIns="0" anchor="ctr">
            <a:spAutoFit/>
          </a:bodyPr>
          <a:lstStyle/>
          <a:p>
            <a:pPr algn="ctr"/>
            <a:r>
              <a:rPr sz="1500" b="1">
                <a:solidFill>
                  <a:srgbClr val="8A5E35"/>
                </a:solidFill>
                <a:latin typeface="Readex Pro"/>
                <a:cs typeface="Readex Pro"/>
                <a:ea typeface="Readex Pro"/>
              </a:rPr>
              <a:t>51%</a:t>
            </a:r>
          </a:p>
        </p:txBody>
      </p:sp>
      <p:sp>
        <p:nvSpPr>
          <p:cNvPr id="27" name="TextBox 26"/>
          <p:cNvSpPr txBox="1"/>
          <p:nvPr/>
        </p:nvSpPr>
        <p:spPr>
          <a:xfrm>
            <a:off x="4737100" y="4209097"/>
            <a:ext cx="1285875" cy="394335"/>
          </a:xfrm>
          <a:prstGeom prst="rect">
            <a:avLst/>
          </a:prstGeom>
          <a:noFill/>
        </p:spPr>
        <p:txBody>
          <a:bodyPr wrap="square" lIns="0" rIns="0" tIns="0" bIns="0" anchor="ctr">
            <a:spAutoFit/>
          </a:bodyPr>
          <a:lstStyle/>
          <a:p>
            <a:pPr algn="ctr"/>
            <a:r>
              <a:rPr sz="1500" b="1">
                <a:solidFill>
                  <a:srgbClr val="8A5E35"/>
                </a:solidFill>
                <a:latin typeface="Readex Pro"/>
                <a:cs typeface="Readex Pro"/>
                <a:ea typeface="Readex Pro"/>
              </a:rPr>
              <a:t>4.9</a:t>
            </a:r>
          </a:p>
        </p:txBody>
      </p:sp>
      <p:sp>
        <p:nvSpPr>
          <p:cNvPr id="28" name="Rounded Rectangle 27"/>
          <p:cNvSpPr/>
          <p:nvPr/>
        </p:nvSpPr>
        <p:spPr>
          <a:xfrm>
            <a:off x="622300" y="4706302"/>
            <a:ext cx="5657850" cy="394335"/>
          </a:xfrm>
          <a:prstGeom prst="roundRect">
            <a:avLst>
              <a:gd name="adj" fmla="val 27826"/>
            </a:avLst>
          </a:prstGeom>
          <a:solidFill>
            <a:srgbClr val="EFE9D9"/>
          </a:solidFill>
          <a:ln w="15875">
            <a:solidFill>
              <a:srgbClr val="E6DF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50887" y="4706302"/>
            <a:ext cx="2743200" cy="394335"/>
          </a:xfrm>
          <a:prstGeom prst="rect">
            <a:avLst/>
          </a:prstGeom>
          <a:noFill/>
        </p:spPr>
        <p:txBody>
          <a:bodyPr wrap="square" lIns="0" rIns="0" tIns="0" bIns="0" anchor="ctr">
            <a:spAutoFit/>
          </a:bodyPr>
          <a:lstStyle/>
          <a:p>
            <a:pPr algn="l"/>
            <a:r>
              <a:rPr sz="1500" b="1">
                <a:solidFill>
                  <a:srgbClr val="282824"/>
                </a:solidFill>
                <a:latin typeface="Readex Pro"/>
                <a:cs typeface="Readex Pro"/>
                <a:ea typeface="Readex Pro"/>
              </a:rPr>
              <a:t>v0.3</a:t>
            </a:r>
          </a:p>
        </p:txBody>
      </p:sp>
      <p:sp>
        <p:nvSpPr>
          <p:cNvPr id="30" name="TextBox 29"/>
          <p:cNvSpPr txBox="1"/>
          <p:nvPr/>
        </p:nvSpPr>
        <p:spPr>
          <a:xfrm>
            <a:off x="3494087" y="4706302"/>
            <a:ext cx="1114425" cy="394335"/>
          </a:xfrm>
          <a:prstGeom prst="rect">
            <a:avLst/>
          </a:prstGeom>
          <a:noFill/>
        </p:spPr>
        <p:txBody>
          <a:bodyPr wrap="square" lIns="0" rIns="0" tIns="0" bIns="0" anchor="ctr">
            <a:spAutoFit/>
          </a:bodyPr>
          <a:lstStyle/>
          <a:p>
            <a:pPr algn="ctr"/>
            <a:r>
              <a:rPr sz="1500" b="1">
                <a:solidFill>
                  <a:srgbClr val="8A5E35"/>
                </a:solidFill>
                <a:latin typeface="Readex Pro"/>
                <a:cs typeface="Readex Pro"/>
                <a:ea typeface="Readex Pro"/>
              </a:rPr>
              <a:t>69%</a:t>
            </a:r>
          </a:p>
        </p:txBody>
      </p:sp>
      <p:sp>
        <p:nvSpPr>
          <p:cNvPr id="31" name="TextBox 30"/>
          <p:cNvSpPr txBox="1"/>
          <p:nvPr/>
        </p:nvSpPr>
        <p:spPr>
          <a:xfrm>
            <a:off x="4737100" y="4706302"/>
            <a:ext cx="1285875" cy="394335"/>
          </a:xfrm>
          <a:prstGeom prst="rect">
            <a:avLst/>
          </a:prstGeom>
          <a:noFill/>
        </p:spPr>
        <p:txBody>
          <a:bodyPr wrap="square" lIns="0" rIns="0" tIns="0" bIns="0" anchor="ctr">
            <a:spAutoFit/>
          </a:bodyPr>
          <a:lstStyle/>
          <a:p>
            <a:pPr algn="ctr"/>
            <a:r>
              <a:rPr sz="1500" b="1">
                <a:solidFill>
                  <a:srgbClr val="8A5E35"/>
                </a:solidFill>
                <a:latin typeface="Readex Pro"/>
                <a:cs typeface="Readex Pro"/>
                <a:ea typeface="Readex Pro"/>
              </a:rPr>
              <a:t>9.5</a:t>
            </a:r>
          </a:p>
        </p:txBody>
      </p:sp>
      <p:sp>
        <p:nvSpPr>
          <p:cNvPr id="32" name="TextBox 31"/>
          <p:cNvSpPr txBox="1"/>
          <p:nvPr/>
        </p:nvSpPr>
        <p:spPr>
          <a:xfrm>
            <a:off x="622300" y="5374957"/>
            <a:ext cx="5657850" cy="300037"/>
          </a:xfrm>
          <a:prstGeom prst="rect">
            <a:avLst/>
          </a:prstGeom>
          <a:noFill/>
        </p:spPr>
        <p:txBody>
          <a:bodyPr wrap="square" lIns="0" rIns="0" tIns="0" bIns="0" anchor="ctr">
            <a:spAutoFit/>
          </a:bodyPr>
          <a:lstStyle/>
          <a:p>
            <a:pPr algn="ctr"/>
            <a:r>
              <a:rPr sz="1100" b="0">
                <a:solidFill>
                  <a:srgbClr val="6F6B5E"/>
                </a:solidFill>
                <a:latin typeface="Readex Pro"/>
                <a:cs typeface="Readex Pro"/>
                <a:ea typeface="Readex Pro"/>
              </a:rPr>
              <a:t>Words cut = the longest clause of a sentence, before minus after · BayanSimplify models, test core items, as trained</a:t>
            </a:r>
          </a:p>
        </p:txBody>
      </p:sp>
      <p:sp>
        <p:nvSpPr>
          <p:cNvPr id="33" name="Rounded Rectangle 32"/>
          <p:cNvSpPr/>
          <p:nvPr/>
        </p:nvSpPr>
        <p:spPr>
          <a:xfrm>
            <a:off x="6837362" y="2057400"/>
            <a:ext cx="2571750" cy="2571750"/>
          </a:xfrm>
          <a:prstGeom prst="roundRect">
            <a:avLst>
              <a:gd name="adj" fmla="val 5688"/>
            </a:avLst>
          </a:prstGeom>
          <a:solidFill>
            <a:srgbClr val="EEDDC7"/>
          </a:solidFill>
          <a:ln w="15875">
            <a:solidFill>
              <a:srgbClr val="C6986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837362" y="2528887"/>
            <a:ext cx="2571750" cy="600075"/>
          </a:xfrm>
          <a:prstGeom prst="rect">
            <a:avLst/>
          </a:prstGeom>
          <a:noFill/>
        </p:spPr>
        <p:txBody>
          <a:bodyPr wrap="square" lIns="0" rIns="0" tIns="0" bIns="0" anchor="ctr">
            <a:spAutoFit/>
          </a:bodyPr>
          <a:lstStyle/>
          <a:p>
            <a:pPr algn="ctr"/>
            <a:r>
              <a:rPr sz="4400" b="1">
                <a:solidFill>
                  <a:srgbClr val="8A5E35"/>
                </a:solidFill>
                <a:latin typeface="Readex Pro"/>
                <a:cs typeface="Readex Pro"/>
                <a:ea typeface="Readex Pro"/>
              </a:rPr>
              <a:t>1,981</a:t>
            </a:r>
          </a:p>
        </p:txBody>
      </p:sp>
      <p:sp>
        <p:nvSpPr>
          <p:cNvPr id="35" name="TextBox 34"/>
          <p:cNvSpPr txBox="1"/>
          <p:nvPr/>
        </p:nvSpPr>
        <p:spPr>
          <a:xfrm>
            <a:off x="6837362" y="3214687"/>
            <a:ext cx="2571750" cy="257175"/>
          </a:xfrm>
          <a:prstGeom prst="rect">
            <a:avLst/>
          </a:prstGeom>
          <a:noFill/>
        </p:spPr>
        <p:txBody>
          <a:bodyPr wrap="square" lIns="0" rIns="0" tIns="0" bIns="0" anchor="ctr">
            <a:spAutoFit/>
          </a:bodyPr>
          <a:lstStyle/>
          <a:p>
            <a:pPr algn="ctr"/>
            <a:r>
              <a:rPr sz="1500" b="0">
                <a:solidFill>
                  <a:srgbClr val="4A4842"/>
                </a:solidFill>
                <a:latin typeface="Readex Pro"/>
                <a:cs typeface="Readex Pro"/>
                <a:ea typeface="Readex Pro"/>
              </a:rPr>
              <a:t>items, split by document</a:t>
            </a:r>
          </a:p>
        </p:txBody>
      </p:sp>
      <p:sp>
        <p:nvSpPr>
          <p:cNvPr id="36" name="TextBox 35"/>
          <p:cNvSpPr txBox="1"/>
          <p:nvPr/>
        </p:nvSpPr>
        <p:spPr>
          <a:xfrm>
            <a:off x="6837362" y="3557587"/>
            <a:ext cx="2571750" cy="257175"/>
          </a:xfrm>
          <a:prstGeom prst="rect">
            <a:avLst/>
          </a:prstGeom>
          <a:noFill/>
        </p:spPr>
        <p:txBody>
          <a:bodyPr wrap="square" lIns="0" rIns="0" tIns="0" bIns="0" anchor="ctr">
            <a:spAutoFit/>
          </a:bodyPr>
          <a:lstStyle/>
          <a:p>
            <a:pPr algn="ctr"/>
            <a:r>
              <a:rPr sz="1400" b="0">
                <a:solidFill>
                  <a:srgbClr val="6F6B5E"/>
                </a:solidFill>
                <a:latin typeface="Readex Pro"/>
                <a:cs typeface="Readex Pro"/>
                <a:ea typeface="Readex Pro"/>
              </a:rPr>
              <a:t>731 dev · 1,250 test</a:t>
            </a:r>
          </a:p>
        </p:txBody>
      </p:sp>
      <p:sp>
        <p:nvSpPr>
          <p:cNvPr id="37" name="TextBox 36"/>
          <p:cNvSpPr txBox="1"/>
          <p:nvPr/>
        </p:nvSpPr>
        <p:spPr>
          <a:xfrm>
            <a:off x="6837362" y="4200525"/>
            <a:ext cx="2571750" cy="300037"/>
          </a:xfrm>
          <a:prstGeom prst="rect">
            <a:avLst/>
          </a:prstGeom>
          <a:noFill/>
        </p:spPr>
        <p:txBody>
          <a:bodyPr wrap="square" lIns="0" rIns="0" tIns="0" bIns="0" anchor="ctr">
            <a:spAutoFit/>
          </a:bodyPr>
          <a:lstStyle/>
          <a:p>
            <a:pPr algn="ctr"/>
            <a:r>
              <a:rPr sz="1600" b="1">
                <a:solidFill>
                  <a:srgbClr val="8A5E35"/>
                </a:solidFill>
                <a:latin typeface="Readex Pro"/>
                <a:cs typeface="Readex Pro"/>
                <a:ea typeface="Readex Pro"/>
              </a:rPr>
              <a:t>BayanBench v2</a:t>
            </a:r>
          </a:p>
        </p:txBody>
      </p:sp>
      <p:sp>
        <p:nvSpPr>
          <p:cNvPr id="38" name="Rounded Rectangle 37"/>
          <p:cNvSpPr/>
          <p:nvPr/>
        </p:nvSpPr>
        <p:spPr>
          <a:xfrm>
            <a:off x="-5108381" y="1756826"/>
            <a:ext cx="14633188" cy="515421"/>
          </a:xfrm>
          <a:prstGeom prst="roundRect">
            <a:avLst>
              <a:gd name="adj" fmla="val 33264"/>
            </a:avLst>
          </a:prstGeom>
          <a:solidFill>
            <a:srgbClr val="EFE9D9"/>
          </a:solidFill>
          <a:ln w="15875">
            <a:solidFill>
              <a:srgbClr val="EFE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500" b="0">
                <a:solidFill>
                  <a:srgbClr val="4A4842"/>
                </a:solidFill>
                <a:latin typeface="Readex Pro"/>
                <a:cs typeface="Readex Pro"/>
                <a:ea typeface="Readex Pro"/>
              </a:rPr>
              <a:t>original + rewrite</a:t>
            </a:r>
          </a:p>
        </p:txBody>
      </p:sp>
      <p:sp>
        <p:nvSpPr>
          <p:cNvPr id="39" name="Rounded Rectangle 38"/>
          <p:cNvSpPr/>
          <p:nvPr/>
        </p:nvSpPr>
        <p:spPr>
          <a:xfrm>
            <a:off x="3708400" y="1607343"/>
            <a:ext cx="2486025" cy="814387"/>
          </a:xfrm>
          <a:prstGeom prst="roundRect">
            <a:avLst>
              <a:gd name="adj" fmla="val 15719"/>
            </a:avLst>
          </a:prstGeom>
          <a:solidFill>
            <a:srgbClr val="EEDDC7"/>
          </a:solidFill>
          <a:ln w="15875">
            <a:solidFill>
              <a:srgbClr val="C6986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708400" y="1710213"/>
            <a:ext cx="2486025" cy="300037"/>
          </a:xfrm>
          <a:prstGeom prst="rect">
            <a:avLst/>
          </a:prstGeom>
          <a:noFill/>
        </p:spPr>
        <p:txBody>
          <a:bodyPr wrap="square" lIns="0" rIns="0" tIns="0" bIns="0" anchor="ctr">
            <a:spAutoFit/>
          </a:bodyPr>
          <a:lstStyle/>
          <a:p>
            <a:pPr algn="ctr"/>
            <a:r>
              <a:rPr sz="2000" b="1">
                <a:solidFill>
                  <a:srgbClr val="8A5E35"/>
                </a:solidFill>
                <a:latin typeface="Readex Pro"/>
                <a:cs typeface="Readex Pro"/>
                <a:ea typeface="Readex Pro"/>
              </a:rPr>
              <a:t>Gemma 4 31B</a:t>
            </a:r>
          </a:p>
        </p:txBody>
      </p:sp>
      <p:sp>
        <p:nvSpPr>
          <p:cNvPr id="41" name="TextBox 40"/>
          <p:cNvSpPr txBox="1"/>
          <p:nvPr/>
        </p:nvSpPr>
        <p:spPr>
          <a:xfrm>
            <a:off x="3708400" y="2053113"/>
            <a:ext cx="2486025" cy="240030"/>
          </a:xfrm>
          <a:prstGeom prst="rect">
            <a:avLst/>
          </a:prstGeom>
          <a:noFill/>
        </p:spPr>
        <p:txBody>
          <a:bodyPr wrap="square" lIns="0" rIns="0" tIns="0" bIns="0" anchor="ctr">
            <a:spAutoFit/>
          </a:bodyPr>
          <a:lstStyle/>
          <a:p>
            <a:pPr algn="ctr"/>
            <a:r>
              <a:rPr sz="1200" b="0">
                <a:solidFill>
                  <a:srgbClr val="6F6B5E"/>
                </a:solidFill>
                <a:latin typeface="Readex Pro"/>
                <a:cs typeface="Readex Pro"/>
                <a:ea typeface="Readex Pro"/>
              </a:rPr>
              <a:t>open model · reruns anywhere</a:t>
            </a:r>
          </a:p>
        </p:txBody>
      </p:sp>
      <p:sp>
        <p:nvSpPr>
          <p:cNvPr id="42" name="Rounded Rectangle 41"/>
          <p:cNvSpPr/>
          <p:nvPr/>
        </p:nvSpPr>
        <p:spPr>
          <a:xfrm>
            <a:off x="-3130260" y="1756826"/>
            <a:ext cx="21649745" cy="515421"/>
          </a:xfrm>
          <a:prstGeom prst="roundRect">
            <a:avLst>
              <a:gd name="adj" fmla="val 33264"/>
            </a:avLst>
          </a:prstGeom>
          <a:solidFill>
            <a:srgbClr val="EFE9D9"/>
          </a:solidFill>
          <a:ln w="15875">
            <a:solidFill>
              <a:srgbClr val="EFE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500" b="0">
                <a:solidFill>
                  <a:srgbClr val="4A4842"/>
                </a:solidFill>
                <a:latin typeface="Readex Pro"/>
                <a:cs typeface="Readex Pro"/>
                <a:ea typeface="Readex Pro"/>
              </a:rPr>
              <a:t>7 yes/no questions → P(yes)</a:t>
            </a:r>
          </a:p>
        </p:txBody>
      </p:sp>
      <p:cxnSp>
        <p:nvCxnSpPr>
          <p:cNvPr id="43" name="Connector 42"/>
          <p:cNvCxnSpPr/>
          <p:nvPr/>
        </p:nvCxnSpPr>
        <p:spPr>
          <a:xfrm>
            <a:off x="3579812" y="2014537"/>
            <a:ext cx="128588" cy="0"/>
          </a:xfrm>
          <a:prstGeom prst="line">
            <a:avLst/>
          </a:prstGeom>
          <a:ln w="31750">
            <a:solidFill>
              <a:srgbClr val="C6986B"/>
            </a:solidFill>
            <a:tailEnd type="triangle"/>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flipH="1">
            <a:off x="6151562" y="2014537"/>
            <a:ext cx="42863" cy="0"/>
          </a:xfrm>
          <a:prstGeom prst="line">
            <a:avLst/>
          </a:prstGeom>
          <a:ln w="31750">
            <a:solidFill>
              <a:srgbClr val="C6986B"/>
            </a:solidFill>
            <a:tailEnd type="triangle"/>
          </a:ln>
        </p:spPr>
        <p:style>
          <a:lnRef idx="2">
            <a:schemeClr val="accent1"/>
          </a:lnRef>
          <a:fillRef idx="0">
            <a:schemeClr val="accent1"/>
          </a:fillRef>
          <a:effectRef idx="1">
            <a:schemeClr val="accent1"/>
          </a:effectRef>
          <a:fontRef idx="minor">
            <a:schemeClr val="tx1"/>
          </a:fontRef>
        </p:style>
      </p:cxnSp>
      <p:sp>
        <p:nvSpPr>
          <p:cNvPr id="45" name="Rounded Rectangle 44"/>
          <p:cNvSpPr/>
          <p:nvPr/>
        </p:nvSpPr>
        <p:spPr>
          <a:xfrm>
            <a:off x="708025" y="2978943"/>
            <a:ext cx="4029075" cy="2357437"/>
          </a:xfrm>
          <a:prstGeom prst="roundRect">
            <a:avLst>
              <a:gd name="adj" fmla="val 6206"/>
            </a:avLst>
          </a:prstGeom>
          <a:solidFill>
            <a:srgbClr val="EFE9D9"/>
          </a:solidFill>
          <a:ln w="15875">
            <a:solidFill>
              <a:srgbClr val="E6DF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708025" y="3133248"/>
            <a:ext cx="4029075" cy="300037"/>
          </a:xfrm>
          <a:prstGeom prst="rect">
            <a:avLst/>
          </a:prstGeom>
          <a:noFill/>
        </p:spPr>
        <p:txBody>
          <a:bodyPr wrap="square" lIns="0" rIns="0" tIns="0" bIns="0" anchor="ctr">
            <a:spAutoFit/>
          </a:bodyPr>
          <a:lstStyle/>
          <a:p>
            <a:pPr algn="ctr"/>
            <a:r>
              <a:rPr sz="1700" b="1">
                <a:solidFill>
                  <a:srgbClr val="8A5E35"/>
                </a:solidFill>
                <a:latin typeface="Readex Pro"/>
                <a:cs typeface="Readex Pro"/>
                <a:ea typeface="Readex Pro"/>
              </a:rPr>
              <a:t>Meaning · 4 questions</a:t>
            </a:r>
          </a:p>
        </p:txBody>
      </p:sp>
      <p:sp>
        <p:nvSpPr>
          <p:cNvPr id="47" name="Rounded Rectangle 46"/>
          <p:cNvSpPr/>
          <p:nvPr/>
        </p:nvSpPr>
        <p:spPr>
          <a:xfrm>
            <a:off x="-15482688" y="3401675"/>
            <a:ext cx="36410502" cy="483274"/>
          </a:xfrm>
          <a:prstGeom prst="roundRect">
            <a:avLst>
              <a:gd name="adj" fmla="val 35476"/>
            </a:avLst>
          </a:prstGeom>
          <a:solidFill>
            <a:srgbClr val="C6986B"/>
          </a:solidFill>
          <a:ln w="15875">
            <a:solidFill>
              <a:srgbClr val="C6986B"/>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300" b="1">
                <a:solidFill>
                  <a:srgbClr val="1A1A14"/>
                </a:solidFill>
                <a:latin typeface="Readex Pro"/>
                <a:cs typeface="Readex Pro"/>
                <a:ea typeface="Readex Pro"/>
              </a:rPr>
              <a:t>same meaning?  kept = yes ≥ 0.5 and every number kept</a:t>
            </a:r>
          </a:p>
        </p:txBody>
      </p:sp>
      <p:sp>
        <p:nvSpPr>
          <p:cNvPr id="48" name="Rounded Rectangle 47"/>
          <p:cNvSpPr/>
          <p:nvPr/>
        </p:nvSpPr>
        <p:spPr>
          <a:xfrm>
            <a:off x="-1631485" y="3761720"/>
            <a:ext cx="8708096" cy="483274"/>
          </a:xfrm>
          <a:prstGeom prst="roundRect">
            <a:avLst>
              <a:gd name="adj" fmla="val 35476"/>
            </a:avLst>
          </a:prstGeom>
          <a:solidFill>
            <a:srgbClr val="F6F2E6"/>
          </a:solidFill>
          <a:ln w="15875">
            <a:solidFill>
              <a:srgbClr val="F6F2E6"/>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300" b="0">
                <a:solidFill>
                  <a:srgbClr val="4A4842"/>
                </a:solidFill>
                <a:latin typeface="Readex Pro"/>
                <a:cs typeface="Readex Pro"/>
                <a:ea typeface="Readex Pro"/>
              </a:rPr>
              <a:t>adds a fact?</a:t>
            </a:r>
          </a:p>
        </p:txBody>
      </p:sp>
      <p:sp>
        <p:nvSpPr>
          <p:cNvPr id="49" name="Rounded Rectangle 48"/>
          <p:cNvSpPr/>
          <p:nvPr/>
        </p:nvSpPr>
        <p:spPr>
          <a:xfrm>
            <a:off x="-1969319" y="4121765"/>
            <a:ext cx="9383764" cy="483274"/>
          </a:xfrm>
          <a:prstGeom prst="roundRect">
            <a:avLst>
              <a:gd name="adj" fmla="val 35476"/>
            </a:avLst>
          </a:prstGeom>
          <a:solidFill>
            <a:srgbClr val="F6F2E6"/>
          </a:solidFill>
          <a:ln w="15875">
            <a:solidFill>
              <a:srgbClr val="F6F2E6"/>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300" b="0">
                <a:solidFill>
                  <a:srgbClr val="4A4842"/>
                </a:solidFill>
                <a:latin typeface="Readex Pro"/>
                <a:cs typeface="Readex Pro"/>
                <a:ea typeface="Readex Pro"/>
              </a:rPr>
              <a:t>drops a fact?</a:t>
            </a:r>
          </a:p>
        </p:txBody>
      </p:sp>
      <p:sp>
        <p:nvSpPr>
          <p:cNvPr id="50" name="Rounded Rectangle 49"/>
          <p:cNvSpPr/>
          <p:nvPr/>
        </p:nvSpPr>
        <p:spPr>
          <a:xfrm>
            <a:off x="-1631485" y="4481810"/>
            <a:ext cx="8708096" cy="483274"/>
          </a:xfrm>
          <a:prstGeom prst="roundRect">
            <a:avLst>
              <a:gd name="adj" fmla="val 35476"/>
            </a:avLst>
          </a:prstGeom>
          <a:solidFill>
            <a:srgbClr val="F6F2E6"/>
          </a:solidFill>
          <a:ln w="15875">
            <a:solidFill>
              <a:srgbClr val="F6F2E6"/>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300" b="0">
                <a:solidFill>
                  <a:srgbClr val="4A4842"/>
                </a:solidFill>
                <a:latin typeface="Readex Pro"/>
                <a:cs typeface="Readex Pro"/>
                <a:ea typeface="Readex Pro"/>
              </a:rPr>
              <a:t>contradicts?</a:t>
            </a:r>
          </a:p>
        </p:txBody>
      </p:sp>
      <p:sp>
        <p:nvSpPr>
          <p:cNvPr id="51" name="Rounded Rectangle 50"/>
          <p:cNvSpPr/>
          <p:nvPr/>
        </p:nvSpPr>
        <p:spPr>
          <a:xfrm>
            <a:off x="5165725" y="2978943"/>
            <a:ext cx="4029075" cy="2357437"/>
          </a:xfrm>
          <a:prstGeom prst="roundRect">
            <a:avLst>
              <a:gd name="adj" fmla="val 6206"/>
            </a:avLst>
          </a:prstGeom>
          <a:solidFill>
            <a:srgbClr val="EFE9D9"/>
          </a:solidFill>
          <a:ln w="15875">
            <a:solidFill>
              <a:srgbClr val="E6DF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5165725" y="3133248"/>
            <a:ext cx="4029075" cy="300037"/>
          </a:xfrm>
          <a:prstGeom prst="rect">
            <a:avLst/>
          </a:prstGeom>
          <a:noFill/>
        </p:spPr>
        <p:txBody>
          <a:bodyPr wrap="square" lIns="0" rIns="0" tIns="0" bIns="0" anchor="ctr">
            <a:spAutoFit/>
          </a:bodyPr>
          <a:lstStyle/>
          <a:p>
            <a:pPr algn="ctr"/>
            <a:r>
              <a:rPr sz="1700" b="1">
                <a:solidFill>
                  <a:srgbClr val="8A5E35"/>
                </a:solidFill>
                <a:latin typeface="Readex Pro"/>
                <a:cs typeface="Readex Pro"/>
                <a:ea typeface="Readex Pro"/>
              </a:rPr>
              <a:t>Quality · 3 questions, diagnostic</a:t>
            </a:r>
          </a:p>
        </p:txBody>
      </p:sp>
      <p:sp>
        <p:nvSpPr>
          <p:cNvPr id="53" name="Rounded Rectangle 52"/>
          <p:cNvSpPr/>
          <p:nvPr/>
        </p:nvSpPr>
        <p:spPr>
          <a:xfrm>
            <a:off x="1812711" y="3401675"/>
            <a:ext cx="10735101" cy="483274"/>
          </a:xfrm>
          <a:prstGeom prst="roundRect">
            <a:avLst>
              <a:gd name="adj" fmla="val 35476"/>
            </a:avLst>
          </a:prstGeom>
          <a:solidFill>
            <a:srgbClr val="F6F2E6"/>
          </a:solidFill>
          <a:ln w="15875">
            <a:solidFill>
              <a:srgbClr val="F6F2E6"/>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300" b="0">
                <a:solidFill>
                  <a:srgbClr val="4A4842"/>
                </a:solidFill>
                <a:latin typeface="Readex Pro"/>
                <a:cs typeface="Readex Pro"/>
                <a:ea typeface="Readex Pro"/>
              </a:rPr>
              <a:t>Arabic correct?</a:t>
            </a:r>
          </a:p>
        </p:txBody>
      </p:sp>
      <p:sp>
        <p:nvSpPr>
          <p:cNvPr id="54" name="Rounded Rectangle 53"/>
          <p:cNvSpPr/>
          <p:nvPr/>
        </p:nvSpPr>
        <p:spPr>
          <a:xfrm>
            <a:off x="3839716" y="3761720"/>
            <a:ext cx="6681091" cy="483274"/>
          </a:xfrm>
          <a:prstGeom prst="roundRect">
            <a:avLst>
              <a:gd name="adj" fmla="val 35476"/>
            </a:avLst>
          </a:prstGeom>
          <a:solidFill>
            <a:srgbClr val="F6F2E6"/>
          </a:solidFill>
          <a:ln w="15875">
            <a:solidFill>
              <a:srgbClr val="F6F2E6"/>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300" b="0">
                <a:solidFill>
                  <a:srgbClr val="4A4842"/>
                </a:solidFill>
                <a:latin typeface="Readex Pro"/>
                <a:cs typeface="Readex Pro"/>
                <a:ea typeface="Readex Pro"/>
              </a:rPr>
              <a:t>coherent?</a:t>
            </a:r>
          </a:p>
        </p:txBody>
      </p:sp>
      <p:sp>
        <p:nvSpPr>
          <p:cNvPr id="55" name="Rounded Rectangle 54"/>
          <p:cNvSpPr/>
          <p:nvPr/>
        </p:nvSpPr>
        <p:spPr>
          <a:xfrm>
            <a:off x="1812711" y="4121765"/>
            <a:ext cx="10735101" cy="483274"/>
          </a:xfrm>
          <a:prstGeom prst="roundRect">
            <a:avLst>
              <a:gd name="adj" fmla="val 35476"/>
            </a:avLst>
          </a:prstGeom>
          <a:solidFill>
            <a:srgbClr val="F6F2E6"/>
          </a:solidFill>
          <a:ln w="15875">
            <a:solidFill>
              <a:srgbClr val="F6F2E6"/>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300" b="0">
                <a:solidFill>
                  <a:srgbClr val="4A4842"/>
                </a:solidFill>
                <a:latin typeface="Readex Pro"/>
                <a:cs typeface="Readex Pro"/>
                <a:ea typeface="Readex Pro"/>
              </a:rPr>
              <a:t>easier to read?</a:t>
            </a:r>
          </a:p>
        </p:txBody>
      </p:sp>
      <p:sp>
        <p:nvSpPr>
          <p:cNvPr id="56" name="TextBox 55"/>
          <p:cNvSpPr txBox="1"/>
          <p:nvPr/>
        </p:nvSpPr>
        <p:spPr>
          <a:xfrm>
            <a:off x="5294312" y="4907756"/>
            <a:ext cx="3771900" cy="342900"/>
          </a:xfrm>
          <a:prstGeom prst="rect">
            <a:avLst/>
          </a:prstGeom>
          <a:noFill/>
        </p:spPr>
        <p:txBody>
          <a:bodyPr wrap="square" lIns="0" rIns="0" tIns="0" bIns="0" anchor="ctr">
            <a:spAutoFit/>
          </a:bodyPr>
          <a:lstStyle/>
          <a:p>
            <a:pPr algn="ctr"/>
            <a:r>
              <a:rPr sz="1100" b="0">
                <a:solidFill>
                  <a:srgbClr val="6F6B5E"/>
                </a:solidFill>
                <a:latin typeface="Readex Pro"/>
                <a:cs typeface="Readex Pro"/>
                <a:ea typeface="Readex Pro"/>
              </a:rPr>
              <a:t>people barely agree on these: never used to decide</a:t>
            </a:r>
          </a:p>
        </p:txBody>
      </p:sp>
      <p:sp>
        <p:nvSpPr>
          <p:cNvPr id="57" name="Rounded Rectangle 56"/>
          <p:cNvSpPr/>
          <p:nvPr/>
        </p:nvSpPr>
        <p:spPr>
          <a:xfrm>
            <a:off x="879475" y="1778793"/>
            <a:ext cx="3857625" cy="1585912"/>
          </a:xfrm>
          <a:prstGeom prst="roundRect">
            <a:avLst>
              <a:gd name="adj" fmla="val 9225"/>
            </a:avLst>
          </a:prstGeom>
          <a:solidFill>
            <a:srgbClr val="EFE9D9"/>
          </a:solidFill>
          <a:ln w="15875">
            <a:solidFill>
              <a:srgbClr val="E6DF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879475" y="1933098"/>
            <a:ext cx="3857625" cy="342900"/>
          </a:xfrm>
          <a:prstGeom prst="rect">
            <a:avLst/>
          </a:prstGeom>
          <a:noFill/>
        </p:spPr>
        <p:txBody>
          <a:bodyPr wrap="square" lIns="0" rIns="0" tIns="0" bIns="0" anchor="ctr">
            <a:spAutoFit/>
          </a:bodyPr>
          <a:lstStyle/>
          <a:p>
            <a:pPr algn="ctr"/>
            <a:r>
              <a:rPr sz="2400" b="1">
                <a:solidFill>
                  <a:srgbClr val="8A5E35"/>
                </a:solidFill>
                <a:latin typeface="Readex Pro"/>
                <a:cs typeface="Readex Pro"/>
                <a:ea typeface="Readex Pro"/>
              </a:rPr>
              <a:t>Meaning</a:t>
            </a:r>
          </a:p>
        </p:txBody>
      </p:sp>
      <p:sp>
        <p:nvSpPr>
          <p:cNvPr id="59" name="TextBox 58"/>
          <p:cNvSpPr txBox="1"/>
          <p:nvPr/>
        </p:nvSpPr>
        <p:spPr>
          <a:xfrm>
            <a:off x="1050925" y="2378868"/>
            <a:ext cx="3514725" cy="857250"/>
          </a:xfrm>
          <a:prstGeom prst="rect">
            <a:avLst/>
          </a:prstGeom>
          <a:noFill/>
        </p:spPr>
        <p:txBody>
          <a:bodyPr wrap="square" lIns="0" rIns="0" tIns="0" bIns="0" anchor="ctr">
            <a:spAutoFit/>
          </a:bodyPr>
          <a:lstStyle/>
          <a:p>
            <a:pPr algn="ctr">
              <a:lnSpc>
                <a:spcPct val="95000"/>
              </a:lnSpc>
            </a:pPr>
            <a:r>
              <a:rPr sz="1400" b="0">
                <a:solidFill>
                  <a:srgbClr val="4A4842"/>
                </a:solidFill>
                <a:latin typeface="Readex Pro"/>
                <a:cs typeface="Readex Pro"/>
                <a:ea typeface="Readex Pro"/>
              </a:rPr>
              <a:t>Does it still say the same thing?</a:t>
            </a:r>
          </a:p>
          <a:p>
            <a:pPr algn="ctr">
              <a:lnSpc>
                <a:spcPct val="95000"/>
              </a:lnSpc>
            </a:pPr>
            <a:r>
              <a:rPr sz="1400" b="0">
                <a:solidFill>
                  <a:srgbClr val="4A4842"/>
                </a:solidFill>
                <a:latin typeface="Readex Pro"/>
                <a:cs typeface="Readex Pro"/>
                <a:ea typeface="Readex Pro"/>
              </a:rPr>
              <a:t>Same meaning, every number intact.</a:t>
            </a:r>
          </a:p>
        </p:txBody>
      </p:sp>
      <p:sp>
        <p:nvSpPr>
          <p:cNvPr id="60" name="Rounded Rectangle 59"/>
          <p:cNvSpPr/>
          <p:nvPr/>
        </p:nvSpPr>
        <p:spPr>
          <a:xfrm>
            <a:off x="5165725" y="1778793"/>
            <a:ext cx="3857625" cy="1585912"/>
          </a:xfrm>
          <a:prstGeom prst="roundRect">
            <a:avLst>
              <a:gd name="adj" fmla="val 9225"/>
            </a:avLst>
          </a:prstGeom>
          <a:solidFill>
            <a:srgbClr val="EFE9D9"/>
          </a:solidFill>
          <a:ln w="15875">
            <a:solidFill>
              <a:srgbClr val="E6DF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5165725" y="1933098"/>
            <a:ext cx="3857625" cy="342900"/>
          </a:xfrm>
          <a:prstGeom prst="rect">
            <a:avLst/>
          </a:prstGeom>
          <a:noFill/>
        </p:spPr>
        <p:txBody>
          <a:bodyPr wrap="square" lIns="0" rIns="0" tIns="0" bIns="0" anchor="ctr">
            <a:spAutoFit/>
          </a:bodyPr>
          <a:lstStyle/>
          <a:p>
            <a:pPr algn="ctr"/>
            <a:r>
              <a:rPr sz="2400" b="1">
                <a:solidFill>
                  <a:srgbClr val="8A5E35"/>
                </a:solidFill>
                <a:latin typeface="Readex Pro"/>
                <a:cs typeface="Readex Pro"/>
                <a:ea typeface="Readex Pro"/>
              </a:rPr>
              <a:t>Simpler</a:t>
            </a:r>
          </a:p>
        </p:txBody>
      </p:sp>
      <p:sp>
        <p:nvSpPr>
          <p:cNvPr id="62" name="TextBox 61"/>
          <p:cNvSpPr txBox="1"/>
          <p:nvPr/>
        </p:nvSpPr>
        <p:spPr>
          <a:xfrm>
            <a:off x="5337175" y="2378868"/>
            <a:ext cx="3514725" cy="857250"/>
          </a:xfrm>
          <a:prstGeom prst="rect">
            <a:avLst/>
          </a:prstGeom>
          <a:noFill/>
        </p:spPr>
        <p:txBody>
          <a:bodyPr wrap="square" lIns="0" rIns="0" tIns="0" bIns="0" anchor="ctr">
            <a:spAutoFit/>
          </a:bodyPr>
          <a:lstStyle/>
          <a:p>
            <a:pPr algn="ctr">
              <a:lnSpc>
                <a:spcPct val="95000"/>
              </a:lnSpc>
            </a:pPr>
            <a:r>
              <a:rPr sz="1400" b="0">
                <a:solidFill>
                  <a:srgbClr val="4A4842"/>
                </a:solidFill>
                <a:latin typeface="Readex Pro"/>
                <a:cs typeface="Readex Pro"/>
                <a:ea typeface="Readex Pro"/>
              </a:rPr>
              <a:t>Are long clauses shorter?</a:t>
            </a:r>
          </a:p>
          <a:p>
            <a:pPr algn="ctr">
              <a:lnSpc>
                <a:spcPct val="95000"/>
              </a:lnSpc>
            </a:pPr>
            <a:r>
              <a:rPr sz="1400" b="0">
                <a:solidFill>
                  <a:srgbClr val="4A4842"/>
                </a:solidFill>
                <a:latin typeface="Readex Pro"/>
                <a:cs typeface="Readex Pro"/>
                <a:ea typeface="Readex Pro"/>
              </a:rPr>
              <a:t>Words cut from the longest clause.</a:t>
            </a:r>
          </a:p>
        </p:txBody>
      </p:sp>
      <p:sp>
        <p:nvSpPr>
          <p:cNvPr id="63" name="Rounded Rectangle 62"/>
          <p:cNvSpPr/>
          <p:nvPr/>
        </p:nvSpPr>
        <p:spPr>
          <a:xfrm>
            <a:off x="879475" y="3536156"/>
            <a:ext cx="3857625" cy="1585912"/>
          </a:xfrm>
          <a:prstGeom prst="roundRect">
            <a:avLst>
              <a:gd name="adj" fmla="val 9225"/>
            </a:avLst>
          </a:prstGeom>
          <a:solidFill>
            <a:srgbClr val="EFE9D9"/>
          </a:solidFill>
          <a:ln w="15875">
            <a:solidFill>
              <a:srgbClr val="E6DF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879475" y="3690461"/>
            <a:ext cx="3857625" cy="342900"/>
          </a:xfrm>
          <a:prstGeom prst="rect">
            <a:avLst/>
          </a:prstGeom>
          <a:noFill/>
        </p:spPr>
        <p:txBody>
          <a:bodyPr wrap="square" lIns="0" rIns="0" tIns="0" bIns="0" anchor="ctr">
            <a:spAutoFit/>
          </a:bodyPr>
          <a:lstStyle/>
          <a:p>
            <a:pPr algn="ctr"/>
            <a:r>
              <a:rPr sz="2400" b="1">
                <a:solidFill>
                  <a:srgbClr val="8A5E35"/>
                </a:solidFill>
                <a:latin typeface="Readex Pro"/>
                <a:cs typeface="Readex Pro"/>
                <a:ea typeface="Readex Pro"/>
              </a:rPr>
              <a:t>Restraint</a:t>
            </a:r>
          </a:p>
        </p:txBody>
      </p:sp>
      <p:sp>
        <p:nvSpPr>
          <p:cNvPr id="65" name="TextBox 64"/>
          <p:cNvSpPr txBox="1"/>
          <p:nvPr/>
        </p:nvSpPr>
        <p:spPr>
          <a:xfrm>
            <a:off x="1050925" y="4136231"/>
            <a:ext cx="3514725" cy="857250"/>
          </a:xfrm>
          <a:prstGeom prst="rect">
            <a:avLst/>
          </a:prstGeom>
          <a:noFill/>
        </p:spPr>
        <p:txBody>
          <a:bodyPr wrap="square" lIns="0" rIns="0" tIns="0" bIns="0" anchor="ctr">
            <a:spAutoFit/>
          </a:bodyPr>
          <a:lstStyle/>
          <a:p>
            <a:pPr algn="ctr">
              <a:lnSpc>
                <a:spcPct val="95000"/>
              </a:lnSpc>
            </a:pPr>
            <a:r>
              <a:rPr sz="1400" b="0">
                <a:solidFill>
                  <a:srgbClr val="4A4842"/>
                </a:solidFill>
                <a:latin typeface="Readex Pro"/>
                <a:cs typeface="Readex Pro"/>
                <a:ea typeface="Readex Pro"/>
              </a:rPr>
              <a:t>Does it leave alone what should</a:t>
            </a:r>
          </a:p>
          <a:p>
            <a:pPr algn="ctr">
              <a:lnSpc>
                <a:spcPct val="95000"/>
              </a:lnSpc>
            </a:pPr>
            <a:r>
              <a:rPr sz="1400" b="0">
                <a:solidFill>
                  <a:srgbClr val="4A4842"/>
                </a:solidFill>
                <a:latin typeface="Readex Pro"/>
                <a:cs typeface="Readex Pro"/>
                <a:ea typeface="Readex Pro"/>
              </a:rPr>
              <a:t>stay? Easy text, scripture.</a:t>
            </a:r>
          </a:p>
        </p:txBody>
      </p:sp>
      <p:sp>
        <p:nvSpPr>
          <p:cNvPr id="66" name="Rounded Rectangle 65"/>
          <p:cNvSpPr/>
          <p:nvPr/>
        </p:nvSpPr>
        <p:spPr>
          <a:xfrm>
            <a:off x="5165725" y="3536156"/>
            <a:ext cx="3857625" cy="1585912"/>
          </a:xfrm>
          <a:prstGeom prst="roundRect">
            <a:avLst>
              <a:gd name="adj" fmla="val 9225"/>
            </a:avLst>
          </a:prstGeom>
          <a:solidFill>
            <a:srgbClr val="EFE9D9"/>
          </a:solidFill>
          <a:ln w="15875">
            <a:solidFill>
              <a:srgbClr val="E6DF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5165725" y="3690461"/>
            <a:ext cx="3857625" cy="342900"/>
          </a:xfrm>
          <a:prstGeom prst="rect">
            <a:avLst/>
          </a:prstGeom>
          <a:noFill/>
        </p:spPr>
        <p:txBody>
          <a:bodyPr wrap="square" lIns="0" rIns="0" tIns="0" bIns="0" anchor="ctr">
            <a:spAutoFit/>
          </a:bodyPr>
          <a:lstStyle/>
          <a:p>
            <a:pPr algn="ctr"/>
            <a:r>
              <a:rPr sz="2400" b="1">
                <a:solidFill>
                  <a:srgbClr val="8A5E35"/>
                </a:solidFill>
                <a:latin typeface="Readex Pro"/>
                <a:cs typeface="Readex Pro"/>
                <a:ea typeface="Readex Pro"/>
              </a:rPr>
              <a:t>Copying rate</a:t>
            </a:r>
          </a:p>
        </p:txBody>
      </p:sp>
      <p:sp>
        <p:nvSpPr>
          <p:cNvPr id="68" name="TextBox 67"/>
          <p:cNvSpPr txBox="1"/>
          <p:nvPr/>
        </p:nvSpPr>
        <p:spPr>
          <a:xfrm>
            <a:off x="5337175" y="4136231"/>
            <a:ext cx="3514725" cy="857250"/>
          </a:xfrm>
          <a:prstGeom prst="rect">
            <a:avLst/>
          </a:prstGeom>
          <a:noFill/>
        </p:spPr>
        <p:txBody>
          <a:bodyPr wrap="square" lIns="0" rIns="0" tIns="0" bIns="0" anchor="ctr">
            <a:spAutoFit/>
          </a:bodyPr>
          <a:lstStyle/>
          <a:p>
            <a:pPr algn="ctr">
              <a:lnSpc>
                <a:spcPct val="95000"/>
              </a:lnSpc>
            </a:pPr>
            <a:r>
              <a:rPr sz="1400" b="0">
                <a:solidFill>
                  <a:srgbClr val="4A4842"/>
                </a:solidFill>
                <a:latin typeface="Readex Pro"/>
                <a:cs typeface="Readex Pro"/>
                <a:ea typeface="Readex Pro"/>
              </a:rPr>
              <a:t>How often is the text returned</a:t>
            </a:r>
          </a:p>
          <a:p>
            <a:pPr algn="ctr">
              <a:lnSpc>
                <a:spcPct val="95000"/>
              </a:lnSpc>
            </a:pPr>
            <a:r>
              <a:rPr sz="1400" b="0">
                <a:solidFill>
                  <a:srgbClr val="4A4842"/>
                </a:solidFill>
                <a:latin typeface="Readex Pro"/>
                <a:cs typeface="Readex Pro"/>
                <a:ea typeface="Readex Pro"/>
              </a:rPr>
              <a:t>unchanged? A copy counts as</a:t>
            </a:r>
          </a:p>
          <a:p>
            <a:pPr algn="ctr">
              <a:lnSpc>
                <a:spcPct val="95000"/>
              </a:lnSpc>
            </a:pPr>
            <a:r>
              <a:rPr sz="1400" b="0">
                <a:solidFill>
                  <a:srgbClr val="4A4842"/>
                </a:solidFill>
                <a:latin typeface="Readex Pro"/>
                <a:cs typeface="Readex Pro"/>
                <a:ea typeface="Readex Pro"/>
              </a:rPr>
              <a:t>perfect meaning, so we report it.</a:t>
            </a:r>
          </a:p>
        </p:txBody>
      </p:sp>
      <p:sp>
        <p:nvSpPr>
          <p:cNvPr id="69" name="TextBox 68"/>
          <p:cNvSpPr txBox="1"/>
          <p:nvPr/>
        </p:nvSpPr>
        <p:spPr>
          <a:xfrm>
            <a:off x="836612" y="2185987"/>
            <a:ext cx="2057400" cy="942975"/>
          </a:xfrm>
          <a:prstGeom prst="rect">
            <a:avLst/>
          </a:prstGeom>
          <a:noFill/>
        </p:spPr>
        <p:txBody>
          <a:bodyPr wrap="square" lIns="0" rIns="0" tIns="0" bIns="0" anchor="ctr">
            <a:spAutoFit/>
          </a:bodyPr>
          <a:lstStyle/>
          <a:p>
            <a:pPr algn="ctr"/>
            <a:r>
              <a:rPr sz="6400" b="1">
                <a:solidFill>
                  <a:srgbClr val="C6986B"/>
                </a:solidFill>
                <a:latin typeface="Readex Pro"/>
                <a:cs typeface="Readex Pro"/>
                <a:ea typeface="Readex Pro"/>
              </a:rPr>
              <a:t>0.85</a:t>
            </a:r>
          </a:p>
        </p:txBody>
      </p:sp>
      <p:sp>
        <p:nvSpPr>
          <p:cNvPr id="70" name="TextBox 69"/>
          <p:cNvSpPr txBox="1"/>
          <p:nvPr/>
        </p:nvSpPr>
        <p:spPr>
          <a:xfrm>
            <a:off x="150812" y="3557587"/>
            <a:ext cx="3429000" cy="257175"/>
          </a:xfrm>
          <a:prstGeom prst="rect">
            <a:avLst/>
          </a:prstGeom>
          <a:noFill/>
        </p:spPr>
        <p:txBody>
          <a:bodyPr wrap="square" lIns="0" rIns="0" tIns="0" bIns="0" anchor="ctr">
            <a:spAutoFit/>
          </a:bodyPr>
          <a:lstStyle/>
          <a:p>
            <a:pPr algn="ctr"/>
            <a:r>
              <a:rPr sz="1400" b="0">
                <a:solidFill>
                  <a:srgbClr val="4A4842"/>
                </a:solidFill>
                <a:latin typeface="Readex Pro"/>
                <a:cs typeface="Readex Pro"/>
                <a:ea typeface="Readex Pro"/>
              </a:rPr>
              <a:t>scorer vs human raters (AUC)</a:t>
            </a:r>
          </a:p>
        </p:txBody>
      </p:sp>
      <p:sp>
        <p:nvSpPr>
          <p:cNvPr id="71" name="TextBox 70"/>
          <p:cNvSpPr txBox="1"/>
          <p:nvPr/>
        </p:nvSpPr>
        <p:spPr>
          <a:xfrm>
            <a:off x="150812" y="3900487"/>
            <a:ext cx="3429000" cy="240030"/>
          </a:xfrm>
          <a:prstGeom prst="rect">
            <a:avLst/>
          </a:prstGeom>
          <a:noFill/>
        </p:spPr>
        <p:txBody>
          <a:bodyPr wrap="square" lIns="0" rIns="0" tIns="0" bIns="0" anchor="ctr">
            <a:spAutoFit/>
          </a:bodyPr>
          <a:lstStyle/>
          <a:p>
            <a:pPr algn="ctr"/>
            <a:r>
              <a:rPr sz="1200" b="0">
                <a:solidFill>
                  <a:srgbClr val="6F6B5E"/>
                </a:solidFill>
                <a:latin typeface="Readex Pro"/>
                <a:cs typeface="Readex Pro"/>
                <a:ea typeface="Readex Pro"/>
              </a:rPr>
              <a:t>6 raters · 290 tasks</a:t>
            </a:r>
          </a:p>
        </p:txBody>
      </p:sp>
      <p:sp>
        <p:nvSpPr>
          <p:cNvPr id="72" name="Rounded Rectangle 71"/>
          <p:cNvSpPr/>
          <p:nvPr/>
        </p:nvSpPr>
        <p:spPr>
          <a:xfrm>
            <a:off x="600075" y="4387512"/>
            <a:ext cx="22221465" cy="483274"/>
          </a:xfrm>
          <a:prstGeom prst="roundRect">
            <a:avLst>
              <a:gd name="adj" fmla="val 35476"/>
            </a:avLst>
          </a:prstGeom>
          <a:solidFill>
            <a:srgbClr val="EFE9D9"/>
          </a:solidFill>
          <a:ln w="15875">
            <a:solidFill>
              <a:srgbClr val="EFE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300" b="0">
                <a:solidFill>
                  <a:srgbClr val="4A4842"/>
                </a:solidFill>
                <a:latin typeface="Readex Pro"/>
                <a:cs typeface="Readex Pro"/>
                <a:ea typeface="Readex Pro"/>
              </a:rPr>
              <a:t>catches 42 of 51 changed outputs</a:t>
            </a:r>
          </a:p>
        </p:txBody>
      </p:sp>
      <p:sp>
        <p:nvSpPr>
          <p:cNvPr id="73" name="Rounded Rectangle 72"/>
          <p:cNvSpPr/>
          <p:nvPr/>
        </p:nvSpPr>
        <p:spPr>
          <a:xfrm>
            <a:off x="600075" y="4816137"/>
            <a:ext cx="28978149" cy="483274"/>
          </a:xfrm>
          <a:prstGeom prst="roundRect">
            <a:avLst>
              <a:gd name="adj" fmla="val 35476"/>
            </a:avLst>
          </a:prstGeom>
          <a:solidFill>
            <a:srgbClr val="EFE9D9"/>
          </a:solidFill>
          <a:ln w="15875">
            <a:solidFill>
              <a:srgbClr val="EFE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300" b="0">
                <a:solidFill>
                  <a:srgbClr val="4A4842"/>
                </a:solidFill>
                <a:latin typeface="Readex Pro"/>
                <a:cs typeface="Readex Pro"/>
                <a:ea typeface="Readex Pro"/>
              </a:rPr>
              <a:t>fails 53 of 194 that people kept: stricter</a:t>
            </a:r>
          </a:p>
        </p:txBody>
      </p:sp>
      <p:sp>
        <p:nvSpPr>
          <p:cNvPr id="74" name="Rounded Rectangle 73"/>
          <p:cNvSpPr/>
          <p:nvPr/>
        </p:nvSpPr>
        <p:spPr>
          <a:xfrm>
            <a:off x="600075" y="5244762"/>
            <a:ext cx="18843123" cy="483274"/>
          </a:xfrm>
          <a:prstGeom prst="roundRect">
            <a:avLst>
              <a:gd name="adj" fmla="val 35476"/>
            </a:avLst>
          </a:prstGeom>
          <a:solidFill>
            <a:srgbClr val="F3E2DA"/>
          </a:solidFill>
          <a:ln w="15875">
            <a:solidFill>
              <a:srgbClr val="F3E2DA"/>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300" b="0">
                <a:solidFill>
                  <a:srgbClr val="B5533C"/>
                </a:solidFill>
                <a:latin typeface="Readex Pro"/>
                <a:cs typeface="Readex Pro"/>
                <a:ea typeface="Readex Pro"/>
              </a:rPr>
              <a:t>raters barely agree on ease</a:t>
            </a:r>
          </a:p>
        </p:txBody>
      </p:sp>
      <p:sp>
        <p:nvSpPr>
          <p:cNvPr id="75" name="Rounded Rectangle 74"/>
          <p:cNvSpPr/>
          <p:nvPr/>
        </p:nvSpPr>
        <p:spPr>
          <a:xfrm>
            <a:off x="4865687" y="1885950"/>
            <a:ext cx="4286250" cy="3171825"/>
          </a:xfrm>
          <a:prstGeom prst="roundRect">
            <a:avLst>
              <a:gd name="adj" fmla="val 4612"/>
            </a:avLst>
          </a:prstGeom>
          <a:solidFill>
            <a:srgbClr val="EEDDC7"/>
          </a:solidFill>
          <a:ln w="15875">
            <a:solidFill>
              <a:srgbClr val="C6986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5037137" y="2185987"/>
            <a:ext cx="3943350" cy="728662"/>
          </a:xfrm>
          <a:prstGeom prst="rect">
            <a:avLst/>
          </a:prstGeom>
          <a:noFill/>
        </p:spPr>
        <p:txBody>
          <a:bodyPr wrap="square" lIns="0" rIns="0" tIns="0" bIns="0" anchor="ctr">
            <a:spAutoFit/>
          </a:bodyPr>
          <a:lstStyle/>
          <a:p>
            <a:pPr algn="ctr">
              <a:lnSpc>
                <a:spcPct val="95000"/>
              </a:lnSpc>
            </a:pPr>
            <a:r>
              <a:rPr sz="2600" b="1">
                <a:solidFill>
                  <a:srgbClr val="8A5E35"/>
                </a:solidFill>
                <a:latin typeface="Readex Pro"/>
                <a:cs typeface="Readex Pro"/>
                <a:ea typeface="Readex Pro"/>
              </a:rPr>
              <a:t>A reader with dyslexia</a:t>
            </a:r>
          </a:p>
          <a:p>
            <a:pPr algn="ctr">
              <a:lnSpc>
                <a:spcPct val="95000"/>
              </a:lnSpc>
            </a:pPr>
            <a:r>
              <a:rPr sz="2600" b="1">
                <a:solidFill>
                  <a:srgbClr val="8A5E35"/>
                </a:solidFill>
                <a:latin typeface="Readex Pro"/>
                <a:cs typeface="Readex Pro"/>
                <a:ea typeface="Readex Pro"/>
              </a:rPr>
              <a:t>rated 30 outputs</a:t>
            </a:r>
          </a:p>
        </p:txBody>
      </p:sp>
      <p:sp>
        <p:nvSpPr>
          <p:cNvPr id="77" name="Rectangle 76"/>
          <p:cNvSpPr/>
          <p:nvPr/>
        </p:nvSpPr>
        <p:spPr>
          <a:xfrm>
            <a:off x="5165725" y="3535299"/>
            <a:ext cx="2088832" cy="514350"/>
          </a:xfrm>
          <a:prstGeom prst="rect">
            <a:avLst/>
          </a:prstGeom>
          <a:solidFill>
            <a:srgbClr val="C69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Rectangle 77"/>
          <p:cNvSpPr/>
          <p:nvPr/>
        </p:nvSpPr>
        <p:spPr>
          <a:xfrm>
            <a:off x="7254557" y="3535299"/>
            <a:ext cx="1105852" cy="514350"/>
          </a:xfrm>
          <a:prstGeom prst="rect">
            <a:avLst/>
          </a:prstGeom>
          <a:solidFill>
            <a:srgbClr val="E6DF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Rectangle 78"/>
          <p:cNvSpPr/>
          <p:nvPr/>
        </p:nvSpPr>
        <p:spPr>
          <a:xfrm>
            <a:off x="8360410" y="3535299"/>
            <a:ext cx="491490" cy="514350"/>
          </a:xfrm>
          <a:prstGeom prst="rect">
            <a:avLst/>
          </a:prstGeom>
          <a:solidFill>
            <a:srgbClr val="B553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TextBox 79"/>
          <p:cNvSpPr txBox="1"/>
          <p:nvPr/>
        </p:nvSpPr>
        <p:spPr>
          <a:xfrm>
            <a:off x="5610066" y="4178236"/>
            <a:ext cx="1200150" cy="257175"/>
          </a:xfrm>
          <a:prstGeom prst="rect">
            <a:avLst/>
          </a:prstGeom>
          <a:noFill/>
        </p:spPr>
        <p:txBody>
          <a:bodyPr wrap="square" lIns="0" rIns="0" tIns="0" bIns="0" anchor="ctr">
            <a:spAutoFit/>
          </a:bodyPr>
          <a:lstStyle/>
          <a:p>
            <a:pPr algn="ctr"/>
            <a:r>
              <a:rPr sz="1500" b="0">
                <a:solidFill>
                  <a:srgbClr val="4A4842"/>
                </a:solidFill>
                <a:latin typeface="Readex Pro"/>
                <a:cs typeface="Readex Pro"/>
                <a:ea typeface="Readex Pro"/>
              </a:rPr>
              <a:t>17 easier</a:t>
            </a:r>
          </a:p>
        </p:txBody>
      </p:sp>
      <p:sp>
        <p:nvSpPr>
          <p:cNvPr id="81" name="TextBox 80"/>
          <p:cNvSpPr txBox="1"/>
          <p:nvPr/>
        </p:nvSpPr>
        <p:spPr>
          <a:xfrm>
            <a:off x="7207408" y="4178236"/>
            <a:ext cx="1200150" cy="257175"/>
          </a:xfrm>
          <a:prstGeom prst="rect">
            <a:avLst/>
          </a:prstGeom>
          <a:noFill/>
        </p:spPr>
        <p:txBody>
          <a:bodyPr wrap="square" lIns="0" rIns="0" tIns="0" bIns="0" anchor="ctr">
            <a:spAutoFit/>
          </a:bodyPr>
          <a:lstStyle/>
          <a:p>
            <a:pPr algn="ctr"/>
            <a:r>
              <a:rPr sz="1500" b="0">
                <a:solidFill>
                  <a:srgbClr val="4A4842"/>
                </a:solidFill>
                <a:latin typeface="Readex Pro"/>
                <a:cs typeface="Readex Pro"/>
                <a:ea typeface="Readex Pro"/>
              </a:rPr>
              <a:t>9 same</a:t>
            </a:r>
          </a:p>
        </p:txBody>
      </p:sp>
      <p:sp>
        <p:nvSpPr>
          <p:cNvPr id="82" name="TextBox 81"/>
          <p:cNvSpPr txBox="1"/>
          <p:nvPr/>
        </p:nvSpPr>
        <p:spPr>
          <a:xfrm>
            <a:off x="8006080" y="4178236"/>
            <a:ext cx="1200150" cy="257175"/>
          </a:xfrm>
          <a:prstGeom prst="rect">
            <a:avLst/>
          </a:prstGeom>
          <a:noFill/>
        </p:spPr>
        <p:txBody>
          <a:bodyPr wrap="square" lIns="0" rIns="0" tIns="0" bIns="0" anchor="ctr">
            <a:spAutoFit/>
          </a:bodyPr>
          <a:lstStyle/>
          <a:p>
            <a:pPr algn="ctr"/>
            <a:r>
              <a:rPr sz="1500" b="0">
                <a:solidFill>
                  <a:srgbClr val="4A4842"/>
                </a:solidFill>
                <a:latin typeface="Readex Pro"/>
                <a:cs typeface="Readex Pro"/>
                <a:ea typeface="Readex Pro"/>
              </a:rPr>
              <a:t>4 harder</a:t>
            </a:r>
          </a:p>
        </p:txBody>
      </p:sp>
      <p:sp>
        <p:nvSpPr>
          <p:cNvPr id="83" name="TextBox 82"/>
          <p:cNvSpPr txBox="1"/>
          <p:nvPr/>
        </p:nvSpPr>
        <p:spPr>
          <a:xfrm>
            <a:off x="4865687" y="4586287"/>
            <a:ext cx="4286250" cy="257175"/>
          </a:xfrm>
          <a:prstGeom prst="rect">
            <a:avLst/>
          </a:prstGeom>
          <a:noFill/>
        </p:spPr>
        <p:txBody>
          <a:bodyPr wrap="square" lIns="0" rIns="0" tIns="0" bIns="0" anchor="ctr">
            <a:spAutoFit/>
          </a:bodyPr>
          <a:lstStyle/>
          <a:p>
            <a:pPr algn="ctr"/>
            <a:r>
              <a:rPr sz="1200" b="0">
                <a:solidFill>
                  <a:srgbClr val="6F6B5E"/>
                </a:solidFill>
                <a:latin typeface="Readex Pro"/>
                <a:cs typeface="Readex Pro"/>
                <a:ea typeface="Readex Pro"/>
              </a:rPr>
              <a:t>a sample of one, not a study</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7" presetID="10" presetClass="entr" presetSubtype="0" fill="hold" grpId="0" nodeType="afterEffect">
                                  <p:stCondLst>
                                    <p:cond delay="0"/>
                                  </p:stCondLst>
                                  <p:childTnLst>
                                    <p:set>
                                      <p:cBhvr>
                                        <p:cTn id="5" dur="1" fill="hold">
                                          <p:stCondLst>
                                            <p:cond delay="0"/>
                                          </p:stCondLst>
                                        </p:cTn>
                                        <p:tgtEl>
                                          <p:spTgt spid="9"/>
                                        </p:tgtEl>
                                        <p:attrNameLst>
                                          <p:attrName>style.visibility</p:attrName>
                                        </p:attrNameLst>
                                      </p:cBhvr>
                                      <p:to>
                                        <p:strVal val="visible"/>
                                      </p:to>
                                    </p:set>
                                    <p:animEffect transition="in" filter="fade">
                                      <p:cBhvr>
                                        <p:cTn id="6" dur="500"/>
                                        <p:tgtEl>
                                          <p:spTgt spid="9"/>
                                        </p:tgtEl>
                                      </p:cBhvr>
                                    </p:animEffect>
                                  </p:childTnLst>
                                </p:cTn>
                              </p:par>
                              <p:par>
                                <p:cTn id="10" presetID="10" presetClass="entr" presetSubtype="0" fill="hold" grpId="0" nodeType="withEffect">
                                  <p:stCondLst>
                                    <p:cond delay="200"/>
                                  </p:stCondLst>
                                  <p:childTnLst>
                                    <p:set>
                                      <p:cBhvr>
                                        <p:cTn id="8" dur="1" fill="hold">
                                          <p:stCondLst>
                                            <p:cond delay="0"/>
                                          </p:stCondLst>
                                        </p:cTn>
                                        <p:tgtEl>
                                          <p:spTgt spid="10"/>
                                        </p:tgtEl>
                                        <p:attrNameLst>
                                          <p:attrName>style.visibility</p:attrName>
                                        </p:attrNameLst>
                                      </p:cBhvr>
                                      <p:to>
                                        <p:strVal val="visible"/>
                                      </p:to>
                                    </p:set>
                                    <p:animEffect transition="in" filter="fade">
                                      <p:cBhvr>
                                        <p:cTn id="9" dur="500"/>
                                        <p:tgtEl>
                                          <p:spTgt spid="10"/>
                                        </p:tgtEl>
                                      </p:cBhvr>
                                    </p:animEffect>
                                  </p:childTnLst>
                                </p:cTn>
                              </p:par>
                              <p:par>
                                <p:cTn id="13" presetID="10" presetClass="entr" presetSubtype="0" fill="hold" grpId="0" nodeType="withEffect">
                                  <p:stCondLst>
                                    <p:cond delay="350"/>
                                  </p:stCondLst>
                                  <p:childTnLst>
                                    <p:set>
                                      <p:cBhvr>
                                        <p:cTn id="11" dur="1" fill="hold">
                                          <p:stCondLst>
                                            <p:cond delay="0"/>
                                          </p:stCondLst>
                                        </p:cTn>
                                        <p:tgtEl>
                                          <p:spTgt spid="11"/>
                                        </p:tgtEl>
                                        <p:attrNameLst>
                                          <p:attrName>style.visibility</p:attrName>
                                        </p:attrNameLst>
                                      </p:cBhvr>
                                      <p:to>
                                        <p:strVal val="visible"/>
                                      </p:to>
                                    </p:set>
                                    <p:animEffect transition="in" filter="fade">
                                      <p:cBhvr>
                                        <p:cTn id="12" dur="500"/>
                                        <p:tgtEl>
                                          <p:spTgt spid="11"/>
                                        </p:tgtEl>
                                      </p:cBhvr>
                                    </p:animEffect>
                                  </p:childTnLst>
                                </p:cTn>
                              </p:par>
                              <p:par>
                                <p:cTn id="16" presetID="10" presetClass="entr" presetSubtype="0" fill="hold" grpId="0" nodeType="withEffect">
                                  <p:stCondLst>
                                    <p:cond delay="500"/>
                                  </p:stCondLst>
                                  <p:childTnLst>
                                    <p:set>
                                      <p:cBhvr>
                                        <p:cTn id="14" dur="1" fill="hold">
                                          <p:stCondLst>
                                            <p:cond delay="0"/>
                                          </p:stCondLst>
                                        </p:cTn>
                                        <p:tgtEl>
                                          <p:spTgt spid="12"/>
                                        </p:tgtEl>
                                        <p:attrNameLst>
                                          <p:attrName>style.visibility</p:attrName>
                                        </p:attrNameLst>
                                      </p:cBhvr>
                                      <p:to>
                                        <p:strVal val="visible"/>
                                      </p:to>
                                    </p:set>
                                    <p:animEffect transition="in" filter="fade">
                                      <p:cBhvr>
                                        <p:cTn id="15" dur="500"/>
                                        <p:tgtEl>
                                          <p:spTgt spid="12"/>
                                        </p:tgtEl>
                                      </p:cBhvr>
                                    </p:animEffect>
                                  </p:childTnLst>
                                </p:cTn>
                              </p:par>
                              <p:par>
                                <p:cTn id="19" presetID="10" presetClass="entr" presetSubtype="0" fill="hold" grpId="0" nodeType="withEffect">
                                  <p:stCondLst>
                                    <p:cond delay="600"/>
                                  </p:stCondLst>
                                  <p:childTnLst>
                                    <p:set>
                                      <p:cBhvr>
                                        <p:cTn id="17" dur="1" fill="hold">
                                          <p:stCondLst>
                                            <p:cond delay="0"/>
                                          </p:stCondLst>
                                        </p:cTn>
                                        <p:tgtEl>
                                          <p:spTgt spid="13"/>
                                        </p:tgtEl>
                                        <p:attrNameLst>
                                          <p:attrName>style.visibility</p:attrName>
                                        </p:attrNameLst>
                                      </p:cBhvr>
                                      <p:to>
                                        <p:strVal val="visible"/>
                                      </p:to>
                                    </p:set>
                                    <p:animEffect transition="in" filter="fade">
                                      <p:cBhvr>
                                        <p:cTn id="18" dur="500"/>
                                        <p:tgtEl>
                                          <p:spTgt spid="13"/>
                                        </p:tgtEl>
                                      </p:cBhvr>
                                    </p:animEffect>
                                  </p:childTnLst>
                                </p:cTn>
                              </p:par>
                              <p:par>
                                <p:cTn id="22" presetID="10" presetClass="entr" presetSubtype="0" fill="hold" grpId="0" nodeType="withEffect">
                                  <p:stCondLst>
                                    <p:cond delay="700"/>
                                  </p:stCondLst>
                                  <p:childTnLst>
                                    <p:set>
                                      <p:cBhvr>
                                        <p:cTn id="20" dur="1" fill="hold">
                                          <p:stCondLst>
                                            <p:cond delay="0"/>
                                          </p:stCondLst>
                                        </p:cTn>
                                        <p:tgtEl>
                                          <p:spTgt spid="14"/>
                                        </p:tgtEl>
                                        <p:attrNameLst>
                                          <p:attrName>style.visibility</p:attrName>
                                        </p:attrNameLst>
                                      </p:cBhvr>
                                      <p:to>
                                        <p:strVal val="visible"/>
                                      </p:to>
                                    </p:set>
                                    <p:animEffect transition="in" filter="fade">
                                      <p:cBhvr>
                                        <p:cTn id="21" dur="500"/>
                                        <p:tgtEl>
                                          <p:spTgt spid="14"/>
                                        </p:tgtEl>
                                      </p:cBhvr>
                                    </p:animEffect>
                                  </p:childTnLst>
                                </p:cTn>
                              </p:par>
                              <p:par>
                                <p:cTn id="25" presetID="10" presetClass="entr" presetSubtype="0" fill="hold" grpId="0" nodeType="withEffect">
                                  <p:stCondLst>
                                    <p:cond delay="800"/>
                                  </p:stCondLst>
                                  <p:childTnLst>
                                    <p:set>
                                      <p:cBhvr>
                                        <p:cTn id="23" dur="1" fill="hold">
                                          <p:stCondLst>
                                            <p:cond delay="0"/>
                                          </p:stCondLst>
                                        </p:cTn>
                                        <p:tgtEl>
                                          <p:spTgt spid="15"/>
                                        </p:tgtEl>
                                        <p:attrNameLst>
                                          <p:attrName>style.visibility</p:attrName>
                                        </p:attrNameLst>
                                      </p:cBhvr>
                                      <p:to>
                                        <p:strVal val="visible"/>
                                      </p:to>
                                    </p:set>
                                    <p:animEffect transition="in" filter="fade">
                                      <p:cBhvr>
                                        <p:cTn id="24" dur="500"/>
                                        <p:tgtEl>
                                          <p:spTgt spid="15"/>
                                        </p:tgtEl>
                                      </p:cBhvr>
                                    </p:animEffect>
                                  </p:childTnLst>
                                </p:cTn>
                              </p:par>
                              <p:par>
                                <p:cTn id="28" presetID="10" presetClass="entr" presetSubtype="0" fill="hold" grpId="0" nodeType="withEffect">
                                  <p:stCondLst>
                                    <p:cond delay="900"/>
                                  </p:stCondLst>
                                  <p:childTnLst>
                                    <p:set>
                                      <p:cBhvr>
                                        <p:cTn id="26" dur="1" fill="hold">
                                          <p:stCondLst>
                                            <p:cond delay="0"/>
                                          </p:stCondLst>
                                        </p:cTn>
                                        <p:tgtEl>
                                          <p:spTgt spid="16"/>
                                        </p:tgtEl>
                                        <p:attrNameLst>
                                          <p:attrName>style.visibility</p:attrName>
                                        </p:attrNameLst>
                                      </p:cBhvr>
                                      <p:to>
                                        <p:strVal val="visible"/>
                                      </p:to>
                                    </p:set>
                                    <p:animEffect transition="in" filter="fade">
                                      <p:cBhvr>
                                        <p:cTn id="27" dur="500"/>
                                        <p:tgtEl>
                                          <p:spTgt spid="16"/>
                                        </p:tgtEl>
                                      </p:cBhvr>
                                    </p:animEffect>
                                  </p:childTnLst>
                                </p:cTn>
                              </p:par>
                              <p:par>
                                <p:cTn id="31" presetID="10" presetClass="entr" presetSubtype="0" fill="hold" grpId="0" nodeType="withEffect">
                                  <p:stCondLst>
                                    <p:cond delay="1000"/>
                                  </p:stCondLst>
                                  <p:childTnLst>
                                    <p:set>
                                      <p:cBhvr>
                                        <p:cTn id="29" dur="1" fill="hold">
                                          <p:stCondLst>
                                            <p:cond delay="0"/>
                                          </p:stCondLst>
                                        </p:cTn>
                                        <p:tgtEl>
                                          <p:spTgt spid="17"/>
                                        </p:tgtEl>
                                        <p:attrNameLst>
                                          <p:attrName>style.visibility</p:attrName>
                                        </p:attrNameLst>
                                      </p:cBhvr>
                                      <p:to>
                                        <p:strVal val="visible"/>
                                      </p:to>
                                    </p:set>
                                    <p:animEffect transition="in" filter="fade">
                                      <p:cBhvr>
                                        <p:cTn id="30" dur="500"/>
                                        <p:tgtEl>
                                          <p:spTgt spid="17"/>
                                        </p:tgtEl>
                                      </p:cBhvr>
                                    </p:animEffect>
                                  </p:childTnLst>
                                </p:cTn>
                              </p:par>
                              <p:par>
                                <p:cTn id="34" presetID="10" presetClass="entr" presetSubtype="0" fill="hold" grpId="0" nodeType="withEffect">
                                  <p:stCondLst>
                                    <p:cond delay="1100"/>
                                  </p:stCondLst>
                                  <p:childTnLst>
                                    <p:set>
                                      <p:cBhvr>
                                        <p:cTn id="32" dur="1" fill="hold">
                                          <p:stCondLst>
                                            <p:cond delay="0"/>
                                          </p:stCondLst>
                                        </p:cTn>
                                        <p:tgtEl>
                                          <p:spTgt spid="18"/>
                                        </p:tgtEl>
                                        <p:attrNameLst>
                                          <p:attrName>style.visibility</p:attrName>
                                        </p:attrNameLst>
                                      </p:cBhvr>
                                      <p:to>
                                        <p:strVal val="visible"/>
                                      </p:to>
                                    </p:set>
                                    <p:animEffect transition="in" filter="fade">
                                      <p:cBhvr>
                                        <p:cTn id="33" dur="500"/>
                                        <p:tgtEl>
                                          <p:spTgt spid="18"/>
                                        </p:tgtEl>
                                      </p:cBhvr>
                                    </p:animEffect>
                                  </p:childTnLst>
                                </p:cTn>
                              </p:par>
                              <p:par>
                                <p:cTn id="37" presetID="10" presetClass="entr" presetSubtype="0" fill="hold" grpId="0" nodeType="withEffect">
                                  <p:stCondLst>
                                    <p:cond delay="1200"/>
                                  </p:stCondLst>
                                  <p:childTnLst>
                                    <p:set>
                                      <p:cBhvr>
                                        <p:cTn id="35" dur="1" fill="hold">
                                          <p:stCondLst>
                                            <p:cond delay="0"/>
                                          </p:stCondLst>
                                        </p:cTn>
                                        <p:tgtEl>
                                          <p:spTgt spid="19"/>
                                        </p:tgtEl>
                                        <p:attrNameLst>
                                          <p:attrName>style.visibility</p:attrName>
                                        </p:attrNameLst>
                                      </p:cBhvr>
                                      <p:to>
                                        <p:strVal val="visible"/>
                                      </p:to>
                                    </p:set>
                                    <p:animEffect transition="in" filter="fade">
                                      <p:cBhvr>
                                        <p:cTn id="36" dur="500"/>
                                        <p:tgtEl>
                                          <p:spTgt spid="19"/>
                                        </p:tgtEl>
                                      </p:cBhvr>
                                    </p:animEffect>
                                  </p:childTnLst>
                                </p:cTn>
                              </p:par>
                              <p:par>
                                <p:cTn id="40" presetID="10" presetClass="entr" presetSubtype="0" fill="hold" grpId="0" nodeType="withEffect">
                                  <p:stCondLst>
                                    <p:cond delay="1300"/>
                                  </p:stCondLst>
                                  <p:childTnLst>
                                    <p:set>
                                      <p:cBhvr>
                                        <p:cTn id="38" dur="1" fill="hold">
                                          <p:stCondLst>
                                            <p:cond delay="0"/>
                                          </p:stCondLst>
                                        </p:cTn>
                                        <p:tgtEl>
                                          <p:spTgt spid="20"/>
                                        </p:tgtEl>
                                        <p:attrNameLst>
                                          <p:attrName>style.visibility</p:attrName>
                                        </p:attrNameLst>
                                      </p:cBhvr>
                                      <p:to>
                                        <p:strVal val="visible"/>
                                      </p:to>
                                    </p:set>
                                    <p:animEffect transition="in" filter="fade">
                                      <p:cBhvr>
                                        <p:cTn id="39" dur="500"/>
                                        <p:tgtEl>
                                          <p:spTgt spid="20"/>
                                        </p:tgtEl>
                                      </p:cBhvr>
                                    </p:animEffect>
                                  </p:childTnLst>
                                </p:cTn>
                              </p:par>
                              <p:par>
                                <p:cTn id="43" presetID="10" presetClass="entr" presetSubtype="0" fill="hold" grpId="0" nodeType="withEffect">
                                  <p:stCondLst>
                                    <p:cond delay="1400"/>
                                  </p:stCondLst>
                                  <p:childTnLst>
                                    <p:set>
                                      <p:cBhvr>
                                        <p:cTn id="41" dur="1" fill="hold">
                                          <p:stCondLst>
                                            <p:cond delay="0"/>
                                          </p:stCondLst>
                                        </p:cTn>
                                        <p:tgtEl>
                                          <p:spTgt spid="21"/>
                                        </p:tgtEl>
                                        <p:attrNameLst>
                                          <p:attrName>style.visibility</p:attrName>
                                        </p:attrNameLst>
                                      </p:cBhvr>
                                      <p:to>
                                        <p:strVal val="visible"/>
                                      </p:to>
                                    </p:set>
                                    <p:animEffect transition="in" filter="fade">
                                      <p:cBhvr>
                                        <p:cTn id="42" dur="500"/>
                                        <p:tgtEl>
                                          <p:spTgt spid="21"/>
                                        </p:tgtEl>
                                      </p:cBhvr>
                                    </p:animEffect>
                                  </p:childTnLst>
                                </p:cTn>
                              </p:par>
                              <p:par>
                                <p:cTn id="46" presetID="10" presetClass="entr" presetSubtype="0" fill="hold" grpId="0" nodeType="withEffect">
                                  <p:stCondLst>
                                    <p:cond delay="1500"/>
                                  </p:stCondLst>
                                  <p:childTnLst>
                                    <p:set>
                                      <p:cBhvr>
                                        <p:cTn id="44" dur="1" fill="hold">
                                          <p:stCondLst>
                                            <p:cond delay="0"/>
                                          </p:stCondLst>
                                        </p:cTn>
                                        <p:tgtEl>
                                          <p:spTgt spid="22"/>
                                        </p:tgtEl>
                                        <p:attrNameLst>
                                          <p:attrName>style.visibility</p:attrName>
                                        </p:attrNameLst>
                                      </p:cBhvr>
                                      <p:to>
                                        <p:strVal val="visible"/>
                                      </p:to>
                                    </p:set>
                                    <p:animEffect transition="in" filter="fade">
                                      <p:cBhvr>
                                        <p:cTn id="45" dur="500"/>
                                        <p:tgtEl>
                                          <p:spTgt spid="22"/>
                                        </p:tgtEl>
                                      </p:cBhvr>
                                    </p:animEffect>
                                  </p:childTnLst>
                                </p:cTn>
                              </p:par>
                              <p:par>
                                <p:cTn id="49" presetID="10" presetClass="entr" presetSubtype="0" fill="hold" grpId="0" nodeType="withEffect">
                                  <p:stCondLst>
                                    <p:cond delay="1600"/>
                                  </p:stCondLst>
                                  <p:childTnLst>
                                    <p:set>
                                      <p:cBhvr>
                                        <p:cTn id="47" dur="1" fill="hold">
                                          <p:stCondLst>
                                            <p:cond delay="0"/>
                                          </p:stCondLst>
                                        </p:cTn>
                                        <p:tgtEl>
                                          <p:spTgt spid="23"/>
                                        </p:tgtEl>
                                        <p:attrNameLst>
                                          <p:attrName>style.visibility</p:attrName>
                                        </p:attrNameLst>
                                      </p:cBhvr>
                                      <p:to>
                                        <p:strVal val="visible"/>
                                      </p:to>
                                    </p:set>
                                    <p:animEffect transition="in" filter="fade">
                                      <p:cBhvr>
                                        <p:cTn id="48" dur="500"/>
                                        <p:tgtEl>
                                          <p:spTgt spid="23"/>
                                        </p:tgtEl>
                                      </p:cBhvr>
                                    </p:animEffect>
                                  </p:childTnLst>
                                </p:cTn>
                              </p:par>
                              <p:par>
                                <p:cTn id="52" presetID="10" presetClass="entr" presetSubtype="0" fill="hold" grpId="0" nodeType="withEffect">
                                  <p:stCondLst>
                                    <p:cond delay="1700"/>
                                  </p:stCondLst>
                                  <p:childTnLst>
                                    <p:set>
                                      <p:cBhvr>
                                        <p:cTn id="50" dur="1" fill="hold">
                                          <p:stCondLst>
                                            <p:cond delay="0"/>
                                          </p:stCondLst>
                                        </p:cTn>
                                        <p:tgtEl>
                                          <p:spTgt spid="24"/>
                                        </p:tgtEl>
                                        <p:attrNameLst>
                                          <p:attrName>style.visibility</p:attrName>
                                        </p:attrNameLst>
                                      </p:cBhvr>
                                      <p:to>
                                        <p:strVal val="visible"/>
                                      </p:to>
                                    </p:set>
                                    <p:animEffect transition="in" filter="fade">
                                      <p:cBhvr>
                                        <p:cTn id="51" dur="500"/>
                                        <p:tgtEl>
                                          <p:spTgt spid="24"/>
                                        </p:tgtEl>
                                      </p:cBhvr>
                                    </p:animEffect>
                                  </p:childTnLst>
                                </p:cTn>
                              </p:par>
                              <p:par>
                                <p:cTn id="55" presetID="10" presetClass="entr" presetSubtype="0" fill="hold" grpId="0" nodeType="withEffect">
                                  <p:stCondLst>
                                    <p:cond delay="1800"/>
                                  </p:stCondLst>
                                  <p:childTnLst>
                                    <p:set>
                                      <p:cBhvr>
                                        <p:cTn id="53" dur="1" fill="hold">
                                          <p:stCondLst>
                                            <p:cond delay="0"/>
                                          </p:stCondLst>
                                        </p:cTn>
                                        <p:tgtEl>
                                          <p:spTgt spid="25"/>
                                        </p:tgtEl>
                                        <p:attrNameLst>
                                          <p:attrName>style.visibility</p:attrName>
                                        </p:attrNameLst>
                                      </p:cBhvr>
                                      <p:to>
                                        <p:strVal val="visible"/>
                                      </p:to>
                                    </p:set>
                                    <p:animEffect transition="in" filter="fade">
                                      <p:cBhvr>
                                        <p:cTn id="54" dur="500"/>
                                        <p:tgtEl>
                                          <p:spTgt spid="25"/>
                                        </p:tgtEl>
                                      </p:cBhvr>
                                    </p:animEffect>
                                  </p:childTnLst>
                                </p:cTn>
                              </p:par>
                              <p:par>
                                <p:cTn id="58" presetID="10" presetClass="entr" presetSubtype="0" fill="hold" grpId="0" nodeType="withEffect">
                                  <p:stCondLst>
                                    <p:cond delay="1900"/>
                                  </p:stCondLst>
                                  <p:childTnLst>
                                    <p:set>
                                      <p:cBhvr>
                                        <p:cTn id="56" dur="1" fill="hold">
                                          <p:stCondLst>
                                            <p:cond delay="0"/>
                                          </p:stCondLst>
                                        </p:cTn>
                                        <p:tgtEl>
                                          <p:spTgt spid="26"/>
                                        </p:tgtEl>
                                        <p:attrNameLst>
                                          <p:attrName>style.visibility</p:attrName>
                                        </p:attrNameLst>
                                      </p:cBhvr>
                                      <p:to>
                                        <p:strVal val="visible"/>
                                      </p:to>
                                    </p:set>
                                    <p:animEffect transition="in" filter="fade">
                                      <p:cBhvr>
                                        <p:cTn id="57" dur="500"/>
                                        <p:tgtEl>
                                          <p:spTgt spid="26"/>
                                        </p:tgtEl>
                                      </p:cBhvr>
                                    </p:animEffect>
                                  </p:childTnLst>
                                </p:cTn>
                              </p:par>
                              <p:par>
                                <p:cTn id="61" presetID="10" presetClass="entr" presetSubtype="0" fill="hold" grpId="0" nodeType="withEffect">
                                  <p:stCondLst>
                                    <p:cond delay="2000"/>
                                  </p:stCondLst>
                                  <p:childTnLst>
                                    <p:set>
                                      <p:cBhvr>
                                        <p:cTn id="59" dur="1" fill="hold">
                                          <p:stCondLst>
                                            <p:cond delay="0"/>
                                          </p:stCondLst>
                                        </p:cTn>
                                        <p:tgtEl>
                                          <p:spTgt spid="27"/>
                                        </p:tgtEl>
                                        <p:attrNameLst>
                                          <p:attrName>style.visibility</p:attrName>
                                        </p:attrNameLst>
                                      </p:cBhvr>
                                      <p:to>
                                        <p:strVal val="visible"/>
                                      </p:to>
                                    </p:set>
                                    <p:animEffect transition="in" filter="fade">
                                      <p:cBhvr>
                                        <p:cTn id="60" dur="500"/>
                                        <p:tgtEl>
                                          <p:spTgt spid="27"/>
                                        </p:tgtEl>
                                      </p:cBhvr>
                                    </p:animEffect>
                                  </p:childTnLst>
                                </p:cTn>
                              </p:par>
                              <p:par>
                                <p:cTn id="64" presetID="10" presetClass="entr" presetSubtype="0" fill="hold" grpId="0" nodeType="withEffect">
                                  <p:stCondLst>
                                    <p:cond delay="2100"/>
                                  </p:stCondLst>
                                  <p:childTnLst>
                                    <p:set>
                                      <p:cBhvr>
                                        <p:cTn id="62" dur="1" fill="hold">
                                          <p:stCondLst>
                                            <p:cond delay="0"/>
                                          </p:stCondLst>
                                        </p:cTn>
                                        <p:tgtEl>
                                          <p:spTgt spid="28"/>
                                        </p:tgtEl>
                                        <p:attrNameLst>
                                          <p:attrName>style.visibility</p:attrName>
                                        </p:attrNameLst>
                                      </p:cBhvr>
                                      <p:to>
                                        <p:strVal val="visible"/>
                                      </p:to>
                                    </p:set>
                                    <p:animEffect transition="in" filter="fade">
                                      <p:cBhvr>
                                        <p:cTn id="63" dur="500"/>
                                        <p:tgtEl>
                                          <p:spTgt spid="28"/>
                                        </p:tgtEl>
                                      </p:cBhvr>
                                    </p:animEffect>
                                  </p:childTnLst>
                                </p:cTn>
                              </p:par>
                              <p:par>
                                <p:cTn id="67" presetID="10" presetClass="entr" presetSubtype="0" fill="hold" grpId="0" nodeType="withEffect">
                                  <p:stCondLst>
                                    <p:cond delay="2200"/>
                                  </p:stCondLst>
                                  <p:childTnLst>
                                    <p:set>
                                      <p:cBhvr>
                                        <p:cTn id="65" dur="1" fill="hold">
                                          <p:stCondLst>
                                            <p:cond delay="0"/>
                                          </p:stCondLst>
                                        </p:cTn>
                                        <p:tgtEl>
                                          <p:spTgt spid="29"/>
                                        </p:tgtEl>
                                        <p:attrNameLst>
                                          <p:attrName>style.visibility</p:attrName>
                                        </p:attrNameLst>
                                      </p:cBhvr>
                                      <p:to>
                                        <p:strVal val="visible"/>
                                      </p:to>
                                    </p:set>
                                    <p:animEffect transition="in" filter="fade">
                                      <p:cBhvr>
                                        <p:cTn id="66" dur="500"/>
                                        <p:tgtEl>
                                          <p:spTgt spid="29"/>
                                        </p:tgtEl>
                                      </p:cBhvr>
                                    </p:animEffect>
                                  </p:childTnLst>
                                </p:cTn>
                              </p:par>
                              <p:par>
                                <p:cTn id="70" presetID="10" presetClass="entr" presetSubtype="0" fill="hold" grpId="0" nodeType="withEffect">
                                  <p:stCondLst>
                                    <p:cond delay="2300"/>
                                  </p:stCondLst>
                                  <p:childTnLst>
                                    <p:set>
                                      <p:cBhvr>
                                        <p:cTn id="68" dur="1" fill="hold">
                                          <p:stCondLst>
                                            <p:cond delay="0"/>
                                          </p:stCondLst>
                                        </p:cTn>
                                        <p:tgtEl>
                                          <p:spTgt spid="30"/>
                                        </p:tgtEl>
                                        <p:attrNameLst>
                                          <p:attrName>style.visibility</p:attrName>
                                        </p:attrNameLst>
                                      </p:cBhvr>
                                      <p:to>
                                        <p:strVal val="visible"/>
                                      </p:to>
                                    </p:set>
                                    <p:animEffect transition="in" filter="fade">
                                      <p:cBhvr>
                                        <p:cTn id="69" dur="500"/>
                                        <p:tgtEl>
                                          <p:spTgt spid="30"/>
                                        </p:tgtEl>
                                      </p:cBhvr>
                                    </p:animEffect>
                                  </p:childTnLst>
                                </p:cTn>
                              </p:par>
                              <p:par>
                                <p:cTn id="73" presetID="10" presetClass="entr" presetSubtype="0" fill="hold" grpId="0" nodeType="withEffect">
                                  <p:stCondLst>
                                    <p:cond delay="2400"/>
                                  </p:stCondLst>
                                  <p:childTnLst>
                                    <p:set>
                                      <p:cBhvr>
                                        <p:cTn id="71" dur="1" fill="hold">
                                          <p:stCondLst>
                                            <p:cond delay="0"/>
                                          </p:stCondLst>
                                        </p:cTn>
                                        <p:tgtEl>
                                          <p:spTgt spid="31"/>
                                        </p:tgtEl>
                                        <p:attrNameLst>
                                          <p:attrName>style.visibility</p:attrName>
                                        </p:attrNameLst>
                                      </p:cBhvr>
                                      <p:to>
                                        <p:strVal val="visible"/>
                                      </p:to>
                                    </p:set>
                                    <p:animEffect transition="in" filter="fade">
                                      <p:cBhvr>
                                        <p:cTn id="72" dur="500"/>
                                        <p:tgtEl>
                                          <p:spTgt spid="31"/>
                                        </p:tgtEl>
                                      </p:cBhvr>
                                    </p:animEffect>
                                  </p:childTnLst>
                                </p:cTn>
                              </p:par>
                              <p:par>
                                <p:cTn id="76" presetID="10" presetClass="entr" presetSubtype="0" fill="hold" grpId="0" nodeType="withEffect">
                                  <p:stCondLst>
                                    <p:cond delay="1600"/>
                                  </p:stCondLst>
                                  <p:childTnLst>
                                    <p:set>
                                      <p:cBhvr>
                                        <p:cTn id="74" dur="1" fill="hold">
                                          <p:stCondLst>
                                            <p:cond delay="0"/>
                                          </p:stCondLst>
                                        </p:cTn>
                                        <p:tgtEl>
                                          <p:spTgt spid="32"/>
                                        </p:tgtEl>
                                        <p:attrNameLst>
                                          <p:attrName>style.visibility</p:attrName>
                                        </p:attrNameLst>
                                      </p:cBhvr>
                                      <p:to>
                                        <p:strVal val="visible"/>
                                      </p:to>
                                    </p:set>
                                    <p:animEffect transition="in" filter="fade">
                                      <p:cBhvr>
                                        <p:cTn id="75" dur="500"/>
                                        <p:tgtEl>
                                          <p:spTgt spid="32"/>
                                        </p:tgtEl>
                                      </p:cBhvr>
                                    </p:animEffect>
                                  </p:childTnLst>
                                </p:cTn>
                              </p:par>
                              <p:par>
                                <p:cTn id="79" presetID="10" presetClass="entr" presetSubtype="0" fill="hold" grpId="0" nodeType="withEffect">
                                  <p:stCondLst>
                                    <p:cond delay="1800"/>
                                  </p:stCondLst>
                                  <p:childTnLst>
                                    <p:set>
                                      <p:cBhvr>
                                        <p:cTn id="77" dur="1" fill="hold">
                                          <p:stCondLst>
                                            <p:cond delay="0"/>
                                          </p:stCondLst>
                                        </p:cTn>
                                        <p:tgtEl>
                                          <p:spTgt spid="33"/>
                                        </p:tgtEl>
                                        <p:attrNameLst>
                                          <p:attrName>style.visibility</p:attrName>
                                        </p:attrNameLst>
                                      </p:cBhvr>
                                      <p:to>
                                        <p:strVal val="visible"/>
                                      </p:to>
                                    </p:set>
                                    <p:animEffect transition="in" filter="fade">
                                      <p:cBhvr>
                                        <p:cTn id="78" dur="500"/>
                                        <p:tgtEl>
                                          <p:spTgt spid="33"/>
                                        </p:tgtEl>
                                      </p:cBhvr>
                                    </p:animEffect>
                                  </p:childTnLst>
                                </p:cTn>
                              </p:par>
                              <p:par>
                                <p:cTn id="82" presetID="10" presetClass="entr" presetSubtype="0" fill="hold" grpId="0" nodeType="withEffect">
                                  <p:stCondLst>
                                    <p:cond delay="1900"/>
                                  </p:stCondLst>
                                  <p:childTnLst>
                                    <p:set>
                                      <p:cBhvr>
                                        <p:cTn id="80" dur="1" fill="hold">
                                          <p:stCondLst>
                                            <p:cond delay="0"/>
                                          </p:stCondLst>
                                        </p:cTn>
                                        <p:tgtEl>
                                          <p:spTgt spid="34"/>
                                        </p:tgtEl>
                                        <p:attrNameLst>
                                          <p:attrName>style.visibility</p:attrName>
                                        </p:attrNameLst>
                                      </p:cBhvr>
                                      <p:to>
                                        <p:strVal val="visible"/>
                                      </p:to>
                                    </p:set>
                                    <p:animEffect transition="in" filter="fade">
                                      <p:cBhvr>
                                        <p:cTn id="81" dur="500"/>
                                        <p:tgtEl>
                                          <p:spTgt spid="34"/>
                                        </p:tgtEl>
                                      </p:cBhvr>
                                    </p:animEffect>
                                  </p:childTnLst>
                                </p:cTn>
                              </p:par>
                              <p:par>
                                <p:cTn id="85" presetID="10" presetClass="entr" presetSubtype="0" fill="hold" grpId="0" nodeType="withEffect">
                                  <p:stCondLst>
                                    <p:cond delay="2000"/>
                                  </p:stCondLst>
                                  <p:childTnLst>
                                    <p:set>
                                      <p:cBhvr>
                                        <p:cTn id="83" dur="1" fill="hold">
                                          <p:stCondLst>
                                            <p:cond delay="0"/>
                                          </p:stCondLst>
                                        </p:cTn>
                                        <p:tgtEl>
                                          <p:spTgt spid="35"/>
                                        </p:tgtEl>
                                        <p:attrNameLst>
                                          <p:attrName>style.visibility</p:attrName>
                                        </p:attrNameLst>
                                      </p:cBhvr>
                                      <p:to>
                                        <p:strVal val="visible"/>
                                      </p:to>
                                    </p:set>
                                    <p:animEffect transition="in" filter="fade">
                                      <p:cBhvr>
                                        <p:cTn id="84" dur="500"/>
                                        <p:tgtEl>
                                          <p:spTgt spid="35"/>
                                        </p:tgtEl>
                                      </p:cBhvr>
                                    </p:animEffect>
                                  </p:childTnLst>
                                </p:cTn>
                              </p:par>
                              <p:par>
                                <p:cTn id="88" presetID="10" presetClass="entr" presetSubtype="0" fill="hold" grpId="0" nodeType="withEffect">
                                  <p:stCondLst>
                                    <p:cond delay="2100"/>
                                  </p:stCondLst>
                                  <p:childTnLst>
                                    <p:set>
                                      <p:cBhvr>
                                        <p:cTn id="86" dur="1" fill="hold">
                                          <p:stCondLst>
                                            <p:cond delay="0"/>
                                          </p:stCondLst>
                                        </p:cTn>
                                        <p:tgtEl>
                                          <p:spTgt spid="36"/>
                                        </p:tgtEl>
                                        <p:attrNameLst>
                                          <p:attrName>style.visibility</p:attrName>
                                        </p:attrNameLst>
                                      </p:cBhvr>
                                      <p:to>
                                        <p:strVal val="visible"/>
                                      </p:to>
                                    </p:set>
                                    <p:animEffect transition="in" filter="fade">
                                      <p:cBhvr>
                                        <p:cTn id="87" dur="500"/>
                                        <p:tgtEl>
                                          <p:spTgt spid="36"/>
                                        </p:tgtEl>
                                      </p:cBhvr>
                                    </p:animEffect>
                                  </p:childTnLst>
                                </p:cTn>
                              </p:par>
                              <p:par>
                                <p:cTn id="91" presetID="10" presetClass="entr" presetSubtype="0" fill="hold" grpId="0" nodeType="withEffect">
                                  <p:stCondLst>
                                    <p:cond delay="2200"/>
                                  </p:stCondLst>
                                  <p:childTnLst>
                                    <p:set>
                                      <p:cBhvr>
                                        <p:cTn id="89" dur="1" fill="hold">
                                          <p:stCondLst>
                                            <p:cond delay="0"/>
                                          </p:stCondLst>
                                        </p:cTn>
                                        <p:tgtEl>
                                          <p:spTgt spid="37"/>
                                        </p:tgtEl>
                                        <p:attrNameLst>
                                          <p:attrName>style.visibility</p:attrName>
                                        </p:attrNameLst>
                                      </p:cBhvr>
                                      <p:to>
                                        <p:strVal val="visible"/>
                                      </p:to>
                                    </p:set>
                                    <p:animEffect transition="in" filter="fade">
                                      <p:cBhvr>
                                        <p:cTn id="90" dur="500"/>
                                        <p:tgtEl>
                                          <p:spTgt spid="37"/>
                                        </p:tgtEl>
                                      </p:cBhvr>
                                    </p:animEffect>
                                  </p:childTnLst>
                                </p:cTn>
                              </p:par>
                            </p:childTnLst>
                          </p:cTn>
                        </p:par>
                      </p:childTnLst>
                    </p:cTn>
                  </p:par>
                  <p:par>
                    <p:cTn id="92" fill="hold">
                      <p:stCondLst>
                        <p:cond delay="indefinite"/>
                      </p:stCondLst>
                      <p:childTnLst>
                        <p:par>
                          <p:cTn id="93" fill="hold">
                            <p:stCondLst>
                              <p:cond delay="0"/>
                            </p:stCondLst>
                            <p:childTnLst>
                              <p:par>
                                <p:cTn id="96" presetID="10" presetClass="exit" presetSubtype="0" fill="hold" grpId="0" nodeType="clickEffect">
                                  <p:stCondLst>
                                    <p:cond delay="0"/>
                                  </p:stCondLst>
                                  <p:childTnLst>
                                    <p:set>
                                      <p:cBhvr>
                                        <p:cTn id="94" dur="1" fill="hold">
                                          <p:stCondLst>
                                            <p:cond delay="400"/>
                                          </p:stCondLst>
                                        </p:cTn>
                                        <p:tgtEl>
                                          <p:spTgt spid="9"/>
                                        </p:tgtEl>
                                        <p:attrNameLst>
                                          <p:attrName>style.visibility</p:attrName>
                                        </p:attrNameLst>
                                      </p:cBhvr>
                                      <p:to>
                                        <p:strVal val="hidden"/>
                                      </p:to>
                                    </p:set>
                                    <p:animEffect transition="out" filter="fade">
                                      <p:cBhvr>
                                        <p:cTn id="95" dur="400"/>
                                        <p:tgtEl>
                                          <p:spTgt spid="9"/>
                                        </p:tgtEl>
                                      </p:cBhvr>
                                    </p:animEffect>
                                  </p:childTnLst>
                                </p:cTn>
                              </p:par>
                              <p:par>
                                <p:cTn id="99" presetID="10" presetClass="exit" presetSubtype="0" fill="hold" grpId="0" nodeType="withEffect">
                                  <p:stCondLst>
                                    <p:cond delay="0"/>
                                  </p:stCondLst>
                                  <p:childTnLst>
                                    <p:set>
                                      <p:cBhvr>
                                        <p:cTn id="97" dur="1" fill="hold">
                                          <p:stCondLst>
                                            <p:cond delay="400"/>
                                          </p:stCondLst>
                                        </p:cTn>
                                        <p:tgtEl>
                                          <p:spTgt spid="10"/>
                                        </p:tgtEl>
                                        <p:attrNameLst>
                                          <p:attrName>style.visibility</p:attrName>
                                        </p:attrNameLst>
                                      </p:cBhvr>
                                      <p:to>
                                        <p:strVal val="hidden"/>
                                      </p:to>
                                    </p:set>
                                    <p:animEffect transition="out" filter="fade">
                                      <p:cBhvr>
                                        <p:cTn id="98" dur="400"/>
                                        <p:tgtEl>
                                          <p:spTgt spid="10"/>
                                        </p:tgtEl>
                                      </p:cBhvr>
                                    </p:animEffect>
                                  </p:childTnLst>
                                </p:cTn>
                              </p:par>
                              <p:par>
                                <p:cTn id="102" presetID="10" presetClass="exit" presetSubtype="0" fill="hold" grpId="0" nodeType="withEffect">
                                  <p:stCondLst>
                                    <p:cond delay="0"/>
                                  </p:stCondLst>
                                  <p:childTnLst>
                                    <p:set>
                                      <p:cBhvr>
                                        <p:cTn id="100" dur="1" fill="hold">
                                          <p:stCondLst>
                                            <p:cond delay="400"/>
                                          </p:stCondLst>
                                        </p:cTn>
                                        <p:tgtEl>
                                          <p:spTgt spid="11"/>
                                        </p:tgtEl>
                                        <p:attrNameLst>
                                          <p:attrName>style.visibility</p:attrName>
                                        </p:attrNameLst>
                                      </p:cBhvr>
                                      <p:to>
                                        <p:strVal val="hidden"/>
                                      </p:to>
                                    </p:set>
                                    <p:animEffect transition="out" filter="fade">
                                      <p:cBhvr>
                                        <p:cTn id="101" dur="400"/>
                                        <p:tgtEl>
                                          <p:spTgt spid="11"/>
                                        </p:tgtEl>
                                      </p:cBhvr>
                                    </p:animEffect>
                                  </p:childTnLst>
                                </p:cTn>
                              </p:par>
                              <p:par>
                                <p:cTn id="105" presetID="10" presetClass="exit" presetSubtype="0" fill="hold" grpId="0" nodeType="withEffect">
                                  <p:stCondLst>
                                    <p:cond delay="0"/>
                                  </p:stCondLst>
                                  <p:childTnLst>
                                    <p:set>
                                      <p:cBhvr>
                                        <p:cTn id="103" dur="1" fill="hold">
                                          <p:stCondLst>
                                            <p:cond delay="400"/>
                                          </p:stCondLst>
                                        </p:cTn>
                                        <p:tgtEl>
                                          <p:spTgt spid="12"/>
                                        </p:tgtEl>
                                        <p:attrNameLst>
                                          <p:attrName>style.visibility</p:attrName>
                                        </p:attrNameLst>
                                      </p:cBhvr>
                                      <p:to>
                                        <p:strVal val="hidden"/>
                                      </p:to>
                                    </p:set>
                                    <p:animEffect transition="out" filter="fade">
                                      <p:cBhvr>
                                        <p:cTn id="104" dur="400"/>
                                        <p:tgtEl>
                                          <p:spTgt spid="12"/>
                                        </p:tgtEl>
                                      </p:cBhvr>
                                    </p:animEffect>
                                  </p:childTnLst>
                                </p:cTn>
                              </p:par>
                              <p:par>
                                <p:cTn id="108" presetID="10" presetClass="exit" presetSubtype="0" fill="hold" grpId="0" nodeType="withEffect">
                                  <p:stCondLst>
                                    <p:cond delay="0"/>
                                  </p:stCondLst>
                                  <p:childTnLst>
                                    <p:set>
                                      <p:cBhvr>
                                        <p:cTn id="106" dur="1" fill="hold">
                                          <p:stCondLst>
                                            <p:cond delay="400"/>
                                          </p:stCondLst>
                                        </p:cTn>
                                        <p:tgtEl>
                                          <p:spTgt spid="13"/>
                                        </p:tgtEl>
                                        <p:attrNameLst>
                                          <p:attrName>style.visibility</p:attrName>
                                        </p:attrNameLst>
                                      </p:cBhvr>
                                      <p:to>
                                        <p:strVal val="hidden"/>
                                      </p:to>
                                    </p:set>
                                    <p:animEffect transition="out" filter="fade">
                                      <p:cBhvr>
                                        <p:cTn id="107" dur="400"/>
                                        <p:tgtEl>
                                          <p:spTgt spid="13"/>
                                        </p:tgtEl>
                                      </p:cBhvr>
                                    </p:animEffect>
                                  </p:childTnLst>
                                </p:cTn>
                              </p:par>
                              <p:par>
                                <p:cTn id="111" presetID="10" presetClass="exit" presetSubtype="0" fill="hold" grpId="0" nodeType="withEffect">
                                  <p:stCondLst>
                                    <p:cond delay="0"/>
                                  </p:stCondLst>
                                  <p:childTnLst>
                                    <p:set>
                                      <p:cBhvr>
                                        <p:cTn id="109" dur="1" fill="hold">
                                          <p:stCondLst>
                                            <p:cond delay="400"/>
                                          </p:stCondLst>
                                        </p:cTn>
                                        <p:tgtEl>
                                          <p:spTgt spid="14"/>
                                        </p:tgtEl>
                                        <p:attrNameLst>
                                          <p:attrName>style.visibility</p:attrName>
                                        </p:attrNameLst>
                                      </p:cBhvr>
                                      <p:to>
                                        <p:strVal val="hidden"/>
                                      </p:to>
                                    </p:set>
                                    <p:animEffect transition="out" filter="fade">
                                      <p:cBhvr>
                                        <p:cTn id="110" dur="400"/>
                                        <p:tgtEl>
                                          <p:spTgt spid="14"/>
                                        </p:tgtEl>
                                      </p:cBhvr>
                                    </p:animEffect>
                                  </p:childTnLst>
                                </p:cTn>
                              </p:par>
                              <p:par>
                                <p:cTn id="114" presetID="10" presetClass="exit" presetSubtype="0" fill="hold" grpId="0" nodeType="withEffect">
                                  <p:stCondLst>
                                    <p:cond delay="0"/>
                                  </p:stCondLst>
                                  <p:childTnLst>
                                    <p:set>
                                      <p:cBhvr>
                                        <p:cTn id="112" dur="1" fill="hold">
                                          <p:stCondLst>
                                            <p:cond delay="400"/>
                                          </p:stCondLst>
                                        </p:cTn>
                                        <p:tgtEl>
                                          <p:spTgt spid="15"/>
                                        </p:tgtEl>
                                        <p:attrNameLst>
                                          <p:attrName>style.visibility</p:attrName>
                                        </p:attrNameLst>
                                      </p:cBhvr>
                                      <p:to>
                                        <p:strVal val="hidden"/>
                                      </p:to>
                                    </p:set>
                                    <p:animEffect transition="out" filter="fade">
                                      <p:cBhvr>
                                        <p:cTn id="113" dur="400"/>
                                        <p:tgtEl>
                                          <p:spTgt spid="15"/>
                                        </p:tgtEl>
                                      </p:cBhvr>
                                    </p:animEffect>
                                  </p:childTnLst>
                                </p:cTn>
                              </p:par>
                              <p:par>
                                <p:cTn id="117" presetID="10" presetClass="exit" presetSubtype="0" fill="hold" grpId="0" nodeType="withEffect">
                                  <p:stCondLst>
                                    <p:cond delay="0"/>
                                  </p:stCondLst>
                                  <p:childTnLst>
                                    <p:set>
                                      <p:cBhvr>
                                        <p:cTn id="115" dur="1" fill="hold">
                                          <p:stCondLst>
                                            <p:cond delay="400"/>
                                          </p:stCondLst>
                                        </p:cTn>
                                        <p:tgtEl>
                                          <p:spTgt spid="16"/>
                                        </p:tgtEl>
                                        <p:attrNameLst>
                                          <p:attrName>style.visibility</p:attrName>
                                        </p:attrNameLst>
                                      </p:cBhvr>
                                      <p:to>
                                        <p:strVal val="hidden"/>
                                      </p:to>
                                    </p:set>
                                    <p:animEffect transition="out" filter="fade">
                                      <p:cBhvr>
                                        <p:cTn id="116" dur="400"/>
                                        <p:tgtEl>
                                          <p:spTgt spid="16"/>
                                        </p:tgtEl>
                                      </p:cBhvr>
                                    </p:animEffect>
                                  </p:childTnLst>
                                </p:cTn>
                              </p:par>
                              <p:par>
                                <p:cTn id="120" presetID="10" presetClass="exit" presetSubtype="0" fill="hold" grpId="0" nodeType="withEffect">
                                  <p:stCondLst>
                                    <p:cond delay="0"/>
                                  </p:stCondLst>
                                  <p:childTnLst>
                                    <p:set>
                                      <p:cBhvr>
                                        <p:cTn id="118" dur="1" fill="hold">
                                          <p:stCondLst>
                                            <p:cond delay="400"/>
                                          </p:stCondLst>
                                        </p:cTn>
                                        <p:tgtEl>
                                          <p:spTgt spid="17"/>
                                        </p:tgtEl>
                                        <p:attrNameLst>
                                          <p:attrName>style.visibility</p:attrName>
                                        </p:attrNameLst>
                                      </p:cBhvr>
                                      <p:to>
                                        <p:strVal val="hidden"/>
                                      </p:to>
                                    </p:set>
                                    <p:animEffect transition="out" filter="fade">
                                      <p:cBhvr>
                                        <p:cTn id="119" dur="400"/>
                                        <p:tgtEl>
                                          <p:spTgt spid="17"/>
                                        </p:tgtEl>
                                      </p:cBhvr>
                                    </p:animEffect>
                                  </p:childTnLst>
                                </p:cTn>
                              </p:par>
                              <p:par>
                                <p:cTn id="123" presetID="10" presetClass="exit" presetSubtype="0" fill="hold" grpId="0" nodeType="withEffect">
                                  <p:stCondLst>
                                    <p:cond delay="0"/>
                                  </p:stCondLst>
                                  <p:childTnLst>
                                    <p:set>
                                      <p:cBhvr>
                                        <p:cTn id="121" dur="1" fill="hold">
                                          <p:stCondLst>
                                            <p:cond delay="400"/>
                                          </p:stCondLst>
                                        </p:cTn>
                                        <p:tgtEl>
                                          <p:spTgt spid="18"/>
                                        </p:tgtEl>
                                        <p:attrNameLst>
                                          <p:attrName>style.visibility</p:attrName>
                                        </p:attrNameLst>
                                      </p:cBhvr>
                                      <p:to>
                                        <p:strVal val="hidden"/>
                                      </p:to>
                                    </p:set>
                                    <p:animEffect transition="out" filter="fade">
                                      <p:cBhvr>
                                        <p:cTn id="122" dur="400"/>
                                        <p:tgtEl>
                                          <p:spTgt spid="18"/>
                                        </p:tgtEl>
                                      </p:cBhvr>
                                    </p:animEffect>
                                  </p:childTnLst>
                                </p:cTn>
                              </p:par>
                              <p:par>
                                <p:cTn id="126" presetID="10" presetClass="exit" presetSubtype="0" fill="hold" grpId="0" nodeType="withEffect">
                                  <p:stCondLst>
                                    <p:cond delay="0"/>
                                  </p:stCondLst>
                                  <p:childTnLst>
                                    <p:set>
                                      <p:cBhvr>
                                        <p:cTn id="124" dur="1" fill="hold">
                                          <p:stCondLst>
                                            <p:cond delay="400"/>
                                          </p:stCondLst>
                                        </p:cTn>
                                        <p:tgtEl>
                                          <p:spTgt spid="19"/>
                                        </p:tgtEl>
                                        <p:attrNameLst>
                                          <p:attrName>style.visibility</p:attrName>
                                        </p:attrNameLst>
                                      </p:cBhvr>
                                      <p:to>
                                        <p:strVal val="hidden"/>
                                      </p:to>
                                    </p:set>
                                    <p:animEffect transition="out" filter="fade">
                                      <p:cBhvr>
                                        <p:cTn id="125" dur="400"/>
                                        <p:tgtEl>
                                          <p:spTgt spid="19"/>
                                        </p:tgtEl>
                                      </p:cBhvr>
                                    </p:animEffect>
                                  </p:childTnLst>
                                </p:cTn>
                              </p:par>
                              <p:par>
                                <p:cTn id="129" presetID="10" presetClass="exit" presetSubtype="0" fill="hold" grpId="0" nodeType="withEffect">
                                  <p:stCondLst>
                                    <p:cond delay="0"/>
                                  </p:stCondLst>
                                  <p:childTnLst>
                                    <p:set>
                                      <p:cBhvr>
                                        <p:cTn id="127" dur="1" fill="hold">
                                          <p:stCondLst>
                                            <p:cond delay="400"/>
                                          </p:stCondLst>
                                        </p:cTn>
                                        <p:tgtEl>
                                          <p:spTgt spid="20"/>
                                        </p:tgtEl>
                                        <p:attrNameLst>
                                          <p:attrName>style.visibility</p:attrName>
                                        </p:attrNameLst>
                                      </p:cBhvr>
                                      <p:to>
                                        <p:strVal val="hidden"/>
                                      </p:to>
                                    </p:set>
                                    <p:animEffect transition="out" filter="fade">
                                      <p:cBhvr>
                                        <p:cTn id="128" dur="400"/>
                                        <p:tgtEl>
                                          <p:spTgt spid="20"/>
                                        </p:tgtEl>
                                      </p:cBhvr>
                                    </p:animEffect>
                                  </p:childTnLst>
                                </p:cTn>
                              </p:par>
                              <p:par>
                                <p:cTn id="132" presetID="10" presetClass="exit" presetSubtype="0" fill="hold" grpId="0" nodeType="withEffect">
                                  <p:stCondLst>
                                    <p:cond delay="0"/>
                                  </p:stCondLst>
                                  <p:childTnLst>
                                    <p:set>
                                      <p:cBhvr>
                                        <p:cTn id="130" dur="1" fill="hold">
                                          <p:stCondLst>
                                            <p:cond delay="400"/>
                                          </p:stCondLst>
                                        </p:cTn>
                                        <p:tgtEl>
                                          <p:spTgt spid="21"/>
                                        </p:tgtEl>
                                        <p:attrNameLst>
                                          <p:attrName>style.visibility</p:attrName>
                                        </p:attrNameLst>
                                      </p:cBhvr>
                                      <p:to>
                                        <p:strVal val="hidden"/>
                                      </p:to>
                                    </p:set>
                                    <p:animEffect transition="out" filter="fade">
                                      <p:cBhvr>
                                        <p:cTn id="131" dur="400"/>
                                        <p:tgtEl>
                                          <p:spTgt spid="21"/>
                                        </p:tgtEl>
                                      </p:cBhvr>
                                    </p:animEffect>
                                  </p:childTnLst>
                                </p:cTn>
                              </p:par>
                              <p:par>
                                <p:cTn id="135" presetID="10" presetClass="exit" presetSubtype="0" fill="hold" grpId="0" nodeType="withEffect">
                                  <p:stCondLst>
                                    <p:cond delay="0"/>
                                  </p:stCondLst>
                                  <p:childTnLst>
                                    <p:set>
                                      <p:cBhvr>
                                        <p:cTn id="133" dur="1" fill="hold">
                                          <p:stCondLst>
                                            <p:cond delay="400"/>
                                          </p:stCondLst>
                                        </p:cTn>
                                        <p:tgtEl>
                                          <p:spTgt spid="22"/>
                                        </p:tgtEl>
                                        <p:attrNameLst>
                                          <p:attrName>style.visibility</p:attrName>
                                        </p:attrNameLst>
                                      </p:cBhvr>
                                      <p:to>
                                        <p:strVal val="hidden"/>
                                      </p:to>
                                    </p:set>
                                    <p:animEffect transition="out" filter="fade">
                                      <p:cBhvr>
                                        <p:cTn id="134" dur="400"/>
                                        <p:tgtEl>
                                          <p:spTgt spid="22"/>
                                        </p:tgtEl>
                                      </p:cBhvr>
                                    </p:animEffect>
                                  </p:childTnLst>
                                </p:cTn>
                              </p:par>
                              <p:par>
                                <p:cTn id="138" presetID="10" presetClass="exit" presetSubtype="0" fill="hold" grpId="0" nodeType="withEffect">
                                  <p:stCondLst>
                                    <p:cond delay="0"/>
                                  </p:stCondLst>
                                  <p:childTnLst>
                                    <p:set>
                                      <p:cBhvr>
                                        <p:cTn id="136" dur="1" fill="hold">
                                          <p:stCondLst>
                                            <p:cond delay="400"/>
                                          </p:stCondLst>
                                        </p:cTn>
                                        <p:tgtEl>
                                          <p:spTgt spid="23"/>
                                        </p:tgtEl>
                                        <p:attrNameLst>
                                          <p:attrName>style.visibility</p:attrName>
                                        </p:attrNameLst>
                                      </p:cBhvr>
                                      <p:to>
                                        <p:strVal val="hidden"/>
                                      </p:to>
                                    </p:set>
                                    <p:animEffect transition="out" filter="fade">
                                      <p:cBhvr>
                                        <p:cTn id="137" dur="400"/>
                                        <p:tgtEl>
                                          <p:spTgt spid="23"/>
                                        </p:tgtEl>
                                      </p:cBhvr>
                                    </p:animEffect>
                                  </p:childTnLst>
                                </p:cTn>
                              </p:par>
                              <p:par>
                                <p:cTn id="141" presetID="10" presetClass="exit" presetSubtype="0" fill="hold" grpId="0" nodeType="withEffect">
                                  <p:stCondLst>
                                    <p:cond delay="0"/>
                                  </p:stCondLst>
                                  <p:childTnLst>
                                    <p:set>
                                      <p:cBhvr>
                                        <p:cTn id="139" dur="1" fill="hold">
                                          <p:stCondLst>
                                            <p:cond delay="400"/>
                                          </p:stCondLst>
                                        </p:cTn>
                                        <p:tgtEl>
                                          <p:spTgt spid="24"/>
                                        </p:tgtEl>
                                        <p:attrNameLst>
                                          <p:attrName>style.visibility</p:attrName>
                                        </p:attrNameLst>
                                      </p:cBhvr>
                                      <p:to>
                                        <p:strVal val="hidden"/>
                                      </p:to>
                                    </p:set>
                                    <p:animEffect transition="out" filter="fade">
                                      <p:cBhvr>
                                        <p:cTn id="140" dur="400"/>
                                        <p:tgtEl>
                                          <p:spTgt spid="24"/>
                                        </p:tgtEl>
                                      </p:cBhvr>
                                    </p:animEffect>
                                  </p:childTnLst>
                                </p:cTn>
                              </p:par>
                              <p:par>
                                <p:cTn id="144" presetID="10" presetClass="exit" presetSubtype="0" fill="hold" grpId="0" nodeType="withEffect">
                                  <p:stCondLst>
                                    <p:cond delay="0"/>
                                  </p:stCondLst>
                                  <p:childTnLst>
                                    <p:set>
                                      <p:cBhvr>
                                        <p:cTn id="142" dur="1" fill="hold">
                                          <p:stCondLst>
                                            <p:cond delay="400"/>
                                          </p:stCondLst>
                                        </p:cTn>
                                        <p:tgtEl>
                                          <p:spTgt spid="25"/>
                                        </p:tgtEl>
                                        <p:attrNameLst>
                                          <p:attrName>style.visibility</p:attrName>
                                        </p:attrNameLst>
                                      </p:cBhvr>
                                      <p:to>
                                        <p:strVal val="hidden"/>
                                      </p:to>
                                    </p:set>
                                    <p:animEffect transition="out" filter="fade">
                                      <p:cBhvr>
                                        <p:cTn id="143" dur="400"/>
                                        <p:tgtEl>
                                          <p:spTgt spid="25"/>
                                        </p:tgtEl>
                                      </p:cBhvr>
                                    </p:animEffect>
                                  </p:childTnLst>
                                </p:cTn>
                              </p:par>
                              <p:par>
                                <p:cTn id="147" presetID="10" presetClass="exit" presetSubtype="0" fill="hold" grpId="0" nodeType="withEffect">
                                  <p:stCondLst>
                                    <p:cond delay="0"/>
                                  </p:stCondLst>
                                  <p:childTnLst>
                                    <p:set>
                                      <p:cBhvr>
                                        <p:cTn id="145" dur="1" fill="hold">
                                          <p:stCondLst>
                                            <p:cond delay="400"/>
                                          </p:stCondLst>
                                        </p:cTn>
                                        <p:tgtEl>
                                          <p:spTgt spid="26"/>
                                        </p:tgtEl>
                                        <p:attrNameLst>
                                          <p:attrName>style.visibility</p:attrName>
                                        </p:attrNameLst>
                                      </p:cBhvr>
                                      <p:to>
                                        <p:strVal val="hidden"/>
                                      </p:to>
                                    </p:set>
                                    <p:animEffect transition="out" filter="fade">
                                      <p:cBhvr>
                                        <p:cTn id="146" dur="400"/>
                                        <p:tgtEl>
                                          <p:spTgt spid="26"/>
                                        </p:tgtEl>
                                      </p:cBhvr>
                                    </p:animEffect>
                                  </p:childTnLst>
                                </p:cTn>
                              </p:par>
                              <p:par>
                                <p:cTn id="150" presetID="10" presetClass="exit" presetSubtype="0" fill="hold" grpId="0" nodeType="withEffect">
                                  <p:stCondLst>
                                    <p:cond delay="0"/>
                                  </p:stCondLst>
                                  <p:childTnLst>
                                    <p:set>
                                      <p:cBhvr>
                                        <p:cTn id="148" dur="1" fill="hold">
                                          <p:stCondLst>
                                            <p:cond delay="400"/>
                                          </p:stCondLst>
                                        </p:cTn>
                                        <p:tgtEl>
                                          <p:spTgt spid="27"/>
                                        </p:tgtEl>
                                        <p:attrNameLst>
                                          <p:attrName>style.visibility</p:attrName>
                                        </p:attrNameLst>
                                      </p:cBhvr>
                                      <p:to>
                                        <p:strVal val="hidden"/>
                                      </p:to>
                                    </p:set>
                                    <p:animEffect transition="out" filter="fade">
                                      <p:cBhvr>
                                        <p:cTn id="149" dur="400"/>
                                        <p:tgtEl>
                                          <p:spTgt spid="27"/>
                                        </p:tgtEl>
                                      </p:cBhvr>
                                    </p:animEffect>
                                  </p:childTnLst>
                                </p:cTn>
                              </p:par>
                              <p:par>
                                <p:cTn id="153" presetID="10" presetClass="exit" presetSubtype="0" fill="hold" grpId="0" nodeType="withEffect">
                                  <p:stCondLst>
                                    <p:cond delay="0"/>
                                  </p:stCondLst>
                                  <p:childTnLst>
                                    <p:set>
                                      <p:cBhvr>
                                        <p:cTn id="151" dur="1" fill="hold">
                                          <p:stCondLst>
                                            <p:cond delay="400"/>
                                          </p:stCondLst>
                                        </p:cTn>
                                        <p:tgtEl>
                                          <p:spTgt spid="28"/>
                                        </p:tgtEl>
                                        <p:attrNameLst>
                                          <p:attrName>style.visibility</p:attrName>
                                        </p:attrNameLst>
                                      </p:cBhvr>
                                      <p:to>
                                        <p:strVal val="hidden"/>
                                      </p:to>
                                    </p:set>
                                    <p:animEffect transition="out" filter="fade">
                                      <p:cBhvr>
                                        <p:cTn id="152" dur="400"/>
                                        <p:tgtEl>
                                          <p:spTgt spid="28"/>
                                        </p:tgtEl>
                                      </p:cBhvr>
                                    </p:animEffect>
                                  </p:childTnLst>
                                </p:cTn>
                              </p:par>
                              <p:par>
                                <p:cTn id="156" presetID="10" presetClass="exit" presetSubtype="0" fill="hold" grpId="0" nodeType="withEffect">
                                  <p:stCondLst>
                                    <p:cond delay="0"/>
                                  </p:stCondLst>
                                  <p:childTnLst>
                                    <p:set>
                                      <p:cBhvr>
                                        <p:cTn id="154" dur="1" fill="hold">
                                          <p:stCondLst>
                                            <p:cond delay="400"/>
                                          </p:stCondLst>
                                        </p:cTn>
                                        <p:tgtEl>
                                          <p:spTgt spid="29"/>
                                        </p:tgtEl>
                                        <p:attrNameLst>
                                          <p:attrName>style.visibility</p:attrName>
                                        </p:attrNameLst>
                                      </p:cBhvr>
                                      <p:to>
                                        <p:strVal val="hidden"/>
                                      </p:to>
                                    </p:set>
                                    <p:animEffect transition="out" filter="fade">
                                      <p:cBhvr>
                                        <p:cTn id="155" dur="400"/>
                                        <p:tgtEl>
                                          <p:spTgt spid="29"/>
                                        </p:tgtEl>
                                      </p:cBhvr>
                                    </p:animEffect>
                                  </p:childTnLst>
                                </p:cTn>
                              </p:par>
                              <p:par>
                                <p:cTn id="159" presetID="10" presetClass="exit" presetSubtype="0" fill="hold" grpId="0" nodeType="withEffect">
                                  <p:stCondLst>
                                    <p:cond delay="0"/>
                                  </p:stCondLst>
                                  <p:childTnLst>
                                    <p:set>
                                      <p:cBhvr>
                                        <p:cTn id="157" dur="1" fill="hold">
                                          <p:stCondLst>
                                            <p:cond delay="400"/>
                                          </p:stCondLst>
                                        </p:cTn>
                                        <p:tgtEl>
                                          <p:spTgt spid="30"/>
                                        </p:tgtEl>
                                        <p:attrNameLst>
                                          <p:attrName>style.visibility</p:attrName>
                                        </p:attrNameLst>
                                      </p:cBhvr>
                                      <p:to>
                                        <p:strVal val="hidden"/>
                                      </p:to>
                                    </p:set>
                                    <p:animEffect transition="out" filter="fade">
                                      <p:cBhvr>
                                        <p:cTn id="158" dur="400"/>
                                        <p:tgtEl>
                                          <p:spTgt spid="30"/>
                                        </p:tgtEl>
                                      </p:cBhvr>
                                    </p:animEffect>
                                  </p:childTnLst>
                                </p:cTn>
                              </p:par>
                              <p:par>
                                <p:cTn id="162" presetID="10" presetClass="exit" presetSubtype="0" fill="hold" grpId="0" nodeType="withEffect">
                                  <p:stCondLst>
                                    <p:cond delay="0"/>
                                  </p:stCondLst>
                                  <p:childTnLst>
                                    <p:set>
                                      <p:cBhvr>
                                        <p:cTn id="160" dur="1" fill="hold">
                                          <p:stCondLst>
                                            <p:cond delay="400"/>
                                          </p:stCondLst>
                                        </p:cTn>
                                        <p:tgtEl>
                                          <p:spTgt spid="31"/>
                                        </p:tgtEl>
                                        <p:attrNameLst>
                                          <p:attrName>style.visibility</p:attrName>
                                        </p:attrNameLst>
                                      </p:cBhvr>
                                      <p:to>
                                        <p:strVal val="hidden"/>
                                      </p:to>
                                    </p:set>
                                    <p:animEffect transition="out" filter="fade">
                                      <p:cBhvr>
                                        <p:cTn id="161" dur="400"/>
                                        <p:tgtEl>
                                          <p:spTgt spid="31"/>
                                        </p:tgtEl>
                                      </p:cBhvr>
                                    </p:animEffect>
                                  </p:childTnLst>
                                </p:cTn>
                              </p:par>
                              <p:par>
                                <p:cTn id="165" presetID="10" presetClass="exit" presetSubtype="0" fill="hold" grpId="0" nodeType="withEffect">
                                  <p:stCondLst>
                                    <p:cond delay="0"/>
                                  </p:stCondLst>
                                  <p:childTnLst>
                                    <p:set>
                                      <p:cBhvr>
                                        <p:cTn id="163" dur="1" fill="hold">
                                          <p:stCondLst>
                                            <p:cond delay="400"/>
                                          </p:stCondLst>
                                        </p:cTn>
                                        <p:tgtEl>
                                          <p:spTgt spid="32"/>
                                        </p:tgtEl>
                                        <p:attrNameLst>
                                          <p:attrName>style.visibility</p:attrName>
                                        </p:attrNameLst>
                                      </p:cBhvr>
                                      <p:to>
                                        <p:strVal val="hidden"/>
                                      </p:to>
                                    </p:set>
                                    <p:animEffect transition="out" filter="fade">
                                      <p:cBhvr>
                                        <p:cTn id="164" dur="400"/>
                                        <p:tgtEl>
                                          <p:spTgt spid="32"/>
                                        </p:tgtEl>
                                      </p:cBhvr>
                                    </p:animEffect>
                                  </p:childTnLst>
                                </p:cTn>
                              </p:par>
                              <p:par>
                                <p:cTn id="168" presetID="10" presetClass="exit" presetSubtype="0" fill="hold" grpId="0" nodeType="withEffect">
                                  <p:stCondLst>
                                    <p:cond delay="0"/>
                                  </p:stCondLst>
                                  <p:childTnLst>
                                    <p:set>
                                      <p:cBhvr>
                                        <p:cTn id="166" dur="1" fill="hold">
                                          <p:stCondLst>
                                            <p:cond delay="400"/>
                                          </p:stCondLst>
                                        </p:cTn>
                                        <p:tgtEl>
                                          <p:spTgt spid="33"/>
                                        </p:tgtEl>
                                        <p:attrNameLst>
                                          <p:attrName>style.visibility</p:attrName>
                                        </p:attrNameLst>
                                      </p:cBhvr>
                                      <p:to>
                                        <p:strVal val="hidden"/>
                                      </p:to>
                                    </p:set>
                                    <p:animEffect transition="out" filter="fade">
                                      <p:cBhvr>
                                        <p:cTn id="167" dur="400"/>
                                        <p:tgtEl>
                                          <p:spTgt spid="33"/>
                                        </p:tgtEl>
                                      </p:cBhvr>
                                    </p:animEffect>
                                  </p:childTnLst>
                                </p:cTn>
                              </p:par>
                              <p:par>
                                <p:cTn id="171" presetID="10" presetClass="exit" presetSubtype="0" fill="hold" grpId="0" nodeType="withEffect">
                                  <p:stCondLst>
                                    <p:cond delay="0"/>
                                  </p:stCondLst>
                                  <p:childTnLst>
                                    <p:set>
                                      <p:cBhvr>
                                        <p:cTn id="169" dur="1" fill="hold">
                                          <p:stCondLst>
                                            <p:cond delay="400"/>
                                          </p:stCondLst>
                                        </p:cTn>
                                        <p:tgtEl>
                                          <p:spTgt spid="34"/>
                                        </p:tgtEl>
                                        <p:attrNameLst>
                                          <p:attrName>style.visibility</p:attrName>
                                        </p:attrNameLst>
                                      </p:cBhvr>
                                      <p:to>
                                        <p:strVal val="hidden"/>
                                      </p:to>
                                    </p:set>
                                    <p:animEffect transition="out" filter="fade">
                                      <p:cBhvr>
                                        <p:cTn id="170" dur="400"/>
                                        <p:tgtEl>
                                          <p:spTgt spid="34"/>
                                        </p:tgtEl>
                                      </p:cBhvr>
                                    </p:animEffect>
                                  </p:childTnLst>
                                </p:cTn>
                              </p:par>
                              <p:par>
                                <p:cTn id="174" presetID="10" presetClass="exit" presetSubtype="0" fill="hold" grpId="0" nodeType="withEffect">
                                  <p:stCondLst>
                                    <p:cond delay="0"/>
                                  </p:stCondLst>
                                  <p:childTnLst>
                                    <p:set>
                                      <p:cBhvr>
                                        <p:cTn id="172" dur="1" fill="hold">
                                          <p:stCondLst>
                                            <p:cond delay="400"/>
                                          </p:stCondLst>
                                        </p:cTn>
                                        <p:tgtEl>
                                          <p:spTgt spid="35"/>
                                        </p:tgtEl>
                                        <p:attrNameLst>
                                          <p:attrName>style.visibility</p:attrName>
                                        </p:attrNameLst>
                                      </p:cBhvr>
                                      <p:to>
                                        <p:strVal val="hidden"/>
                                      </p:to>
                                    </p:set>
                                    <p:animEffect transition="out" filter="fade">
                                      <p:cBhvr>
                                        <p:cTn id="173" dur="400"/>
                                        <p:tgtEl>
                                          <p:spTgt spid="35"/>
                                        </p:tgtEl>
                                      </p:cBhvr>
                                    </p:animEffect>
                                  </p:childTnLst>
                                </p:cTn>
                              </p:par>
                              <p:par>
                                <p:cTn id="177" presetID="10" presetClass="exit" presetSubtype="0" fill="hold" grpId="0" nodeType="withEffect">
                                  <p:stCondLst>
                                    <p:cond delay="0"/>
                                  </p:stCondLst>
                                  <p:childTnLst>
                                    <p:set>
                                      <p:cBhvr>
                                        <p:cTn id="175" dur="1" fill="hold">
                                          <p:stCondLst>
                                            <p:cond delay="400"/>
                                          </p:stCondLst>
                                        </p:cTn>
                                        <p:tgtEl>
                                          <p:spTgt spid="36"/>
                                        </p:tgtEl>
                                        <p:attrNameLst>
                                          <p:attrName>style.visibility</p:attrName>
                                        </p:attrNameLst>
                                      </p:cBhvr>
                                      <p:to>
                                        <p:strVal val="hidden"/>
                                      </p:to>
                                    </p:set>
                                    <p:animEffect transition="out" filter="fade">
                                      <p:cBhvr>
                                        <p:cTn id="176" dur="400"/>
                                        <p:tgtEl>
                                          <p:spTgt spid="36"/>
                                        </p:tgtEl>
                                      </p:cBhvr>
                                    </p:animEffect>
                                  </p:childTnLst>
                                </p:cTn>
                              </p:par>
                              <p:par>
                                <p:cTn id="180" presetID="10" presetClass="exit" presetSubtype="0" fill="hold" grpId="0" nodeType="withEffect">
                                  <p:stCondLst>
                                    <p:cond delay="0"/>
                                  </p:stCondLst>
                                  <p:childTnLst>
                                    <p:set>
                                      <p:cBhvr>
                                        <p:cTn id="178" dur="1" fill="hold">
                                          <p:stCondLst>
                                            <p:cond delay="400"/>
                                          </p:stCondLst>
                                        </p:cTn>
                                        <p:tgtEl>
                                          <p:spTgt spid="37"/>
                                        </p:tgtEl>
                                        <p:attrNameLst>
                                          <p:attrName>style.visibility</p:attrName>
                                        </p:attrNameLst>
                                      </p:cBhvr>
                                      <p:to>
                                        <p:strVal val="hidden"/>
                                      </p:to>
                                    </p:set>
                                    <p:animEffect transition="out" filter="fade">
                                      <p:cBhvr>
                                        <p:cTn id="179" dur="400"/>
                                        <p:tgtEl>
                                          <p:spTgt spid="37"/>
                                        </p:tgtEl>
                                      </p:cBhvr>
                                    </p:animEffect>
                                  </p:childTnLst>
                                </p:cTn>
                              </p:par>
                              <p:par>
                                <p:cTn id="183" presetID="10" presetClass="entr" presetSubtype="0" fill="hold" grpId="0" nodeType="withEffect">
                                  <p:stCondLst>
                                    <p:cond delay="400"/>
                                  </p:stCondLst>
                                  <p:childTnLst>
                                    <p:set>
                                      <p:cBhvr>
                                        <p:cTn id="181" dur="1" fill="hold">
                                          <p:stCondLst>
                                            <p:cond delay="0"/>
                                          </p:stCondLst>
                                        </p:cTn>
                                        <p:tgtEl>
                                          <p:spTgt spid="38"/>
                                        </p:tgtEl>
                                        <p:attrNameLst>
                                          <p:attrName>style.visibility</p:attrName>
                                        </p:attrNameLst>
                                      </p:cBhvr>
                                      <p:to>
                                        <p:strVal val="visible"/>
                                      </p:to>
                                    </p:set>
                                    <p:animEffect transition="in" filter="fade">
                                      <p:cBhvr>
                                        <p:cTn id="182" dur="500"/>
                                        <p:tgtEl>
                                          <p:spTgt spid="38"/>
                                        </p:tgtEl>
                                      </p:cBhvr>
                                    </p:animEffect>
                                  </p:childTnLst>
                                </p:cTn>
                              </p:par>
                              <p:par>
                                <p:cTn id="186" presetID="10" presetClass="entr" presetSubtype="0" fill="hold" grpId="0" nodeType="withEffect">
                                  <p:stCondLst>
                                    <p:cond delay="550"/>
                                  </p:stCondLst>
                                  <p:childTnLst>
                                    <p:set>
                                      <p:cBhvr>
                                        <p:cTn id="184" dur="1" fill="hold">
                                          <p:stCondLst>
                                            <p:cond delay="0"/>
                                          </p:stCondLst>
                                        </p:cTn>
                                        <p:tgtEl>
                                          <p:spTgt spid="43"/>
                                        </p:tgtEl>
                                        <p:attrNameLst>
                                          <p:attrName>style.visibility</p:attrName>
                                        </p:attrNameLst>
                                      </p:cBhvr>
                                      <p:to>
                                        <p:strVal val="visible"/>
                                      </p:to>
                                    </p:set>
                                    <p:animEffect transition="in" filter="fade">
                                      <p:cBhvr>
                                        <p:cTn id="185" dur="500"/>
                                        <p:tgtEl>
                                          <p:spTgt spid="43"/>
                                        </p:tgtEl>
                                      </p:cBhvr>
                                    </p:animEffect>
                                  </p:childTnLst>
                                </p:cTn>
                              </p:par>
                              <p:par>
                                <p:cTn id="189" presetID="10" presetClass="entr" presetSubtype="0" fill="hold" grpId="0" nodeType="withEffect">
                                  <p:stCondLst>
                                    <p:cond delay="700"/>
                                  </p:stCondLst>
                                  <p:childTnLst>
                                    <p:set>
                                      <p:cBhvr>
                                        <p:cTn id="187" dur="1" fill="hold">
                                          <p:stCondLst>
                                            <p:cond delay="0"/>
                                          </p:stCondLst>
                                        </p:cTn>
                                        <p:tgtEl>
                                          <p:spTgt spid="39"/>
                                        </p:tgtEl>
                                        <p:attrNameLst>
                                          <p:attrName>style.visibility</p:attrName>
                                        </p:attrNameLst>
                                      </p:cBhvr>
                                      <p:to>
                                        <p:strVal val="visible"/>
                                      </p:to>
                                    </p:set>
                                    <p:animEffect transition="in" filter="fade">
                                      <p:cBhvr>
                                        <p:cTn id="188" dur="500"/>
                                        <p:tgtEl>
                                          <p:spTgt spid="39"/>
                                        </p:tgtEl>
                                      </p:cBhvr>
                                    </p:animEffect>
                                  </p:childTnLst>
                                </p:cTn>
                              </p:par>
                              <p:par>
                                <p:cTn id="192" presetID="10" presetClass="entr" presetSubtype="0" fill="hold" grpId="0" nodeType="withEffect">
                                  <p:stCondLst>
                                    <p:cond delay="800"/>
                                  </p:stCondLst>
                                  <p:childTnLst>
                                    <p:set>
                                      <p:cBhvr>
                                        <p:cTn id="190" dur="1" fill="hold">
                                          <p:stCondLst>
                                            <p:cond delay="0"/>
                                          </p:stCondLst>
                                        </p:cTn>
                                        <p:tgtEl>
                                          <p:spTgt spid="40"/>
                                        </p:tgtEl>
                                        <p:attrNameLst>
                                          <p:attrName>style.visibility</p:attrName>
                                        </p:attrNameLst>
                                      </p:cBhvr>
                                      <p:to>
                                        <p:strVal val="visible"/>
                                      </p:to>
                                    </p:set>
                                    <p:animEffect transition="in" filter="fade">
                                      <p:cBhvr>
                                        <p:cTn id="191" dur="500"/>
                                        <p:tgtEl>
                                          <p:spTgt spid="40"/>
                                        </p:tgtEl>
                                      </p:cBhvr>
                                    </p:animEffect>
                                  </p:childTnLst>
                                </p:cTn>
                              </p:par>
                              <p:par>
                                <p:cTn id="195" presetID="10" presetClass="entr" presetSubtype="0" fill="hold" grpId="0" nodeType="withEffect">
                                  <p:stCondLst>
                                    <p:cond delay="900"/>
                                  </p:stCondLst>
                                  <p:childTnLst>
                                    <p:set>
                                      <p:cBhvr>
                                        <p:cTn id="193" dur="1" fill="hold">
                                          <p:stCondLst>
                                            <p:cond delay="0"/>
                                          </p:stCondLst>
                                        </p:cTn>
                                        <p:tgtEl>
                                          <p:spTgt spid="41"/>
                                        </p:tgtEl>
                                        <p:attrNameLst>
                                          <p:attrName>style.visibility</p:attrName>
                                        </p:attrNameLst>
                                      </p:cBhvr>
                                      <p:to>
                                        <p:strVal val="visible"/>
                                      </p:to>
                                    </p:set>
                                    <p:animEffect transition="in" filter="fade">
                                      <p:cBhvr>
                                        <p:cTn id="194" dur="500"/>
                                        <p:tgtEl>
                                          <p:spTgt spid="41"/>
                                        </p:tgtEl>
                                      </p:cBhvr>
                                    </p:animEffect>
                                  </p:childTnLst>
                                </p:cTn>
                              </p:par>
                              <p:par>
                                <p:cTn id="198" presetID="10" presetClass="entr" presetSubtype="0" fill="hold" grpId="0" nodeType="withEffect">
                                  <p:stCondLst>
                                    <p:cond delay="1000"/>
                                  </p:stCondLst>
                                  <p:childTnLst>
                                    <p:set>
                                      <p:cBhvr>
                                        <p:cTn id="196" dur="1" fill="hold">
                                          <p:stCondLst>
                                            <p:cond delay="0"/>
                                          </p:stCondLst>
                                        </p:cTn>
                                        <p:tgtEl>
                                          <p:spTgt spid="44"/>
                                        </p:tgtEl>
                                        <p:attrNameLst>
                                          <p:attrName>style.visibility</p:attrName>
                                        </p:attrNameLst>
                                      </p:cBhvr>
                                      <p:to>
                                        <p:strVal val="visible"/>
                                      </p:to>
                                    </p:set>
                                    <p:animEffect transition="in" filter="fade">
                                      <p:cBhvr>
                                        <p:cTn id="197" dur="500"/>
                                        <p:tgtEl>
                                          <p:spTgt spid="44"/>
                                        </p:tgtEl>
                                      </p:cBhvr>
                                    </p:animEffect>
                                  </p:childTnLst>
                                </p:cTn>
                              </p:par>
                              <p:par>
                                <p:cTn id="201" presetID="10" presetClass="entr" presetSubtype="0" fill="hold" grpId="0" nodeType="withEffect">
                                  <p:stCondLst>
                                    <p:cond delay="1150"/>
                                  </p:stCondLst>
                                  <p:childTnLst>
                                    <p:set>
                                      <p:cBhvr>
                                        <p:cTn id="199" dur="1" fill="hold">
                                          <p:stCondLst>
                                            <p:cond delay="0"/>
                                          </p:stCondLst>
                                        </p:cTn>
                                        <p:tgtEl>
                                          <p:spTgt spid="42"/>
                                        </p:tgtEl>
                                        <p:attrNameLst>
                                          <p:attrName>style.visibility</p:attrName>
                                        </p:attrNameLst>
                                      </p:cBhvr>
                                      <p:to>
                                        <p:strVal val="visible"/>
                                      </p:to>
                                    </p:set>
                                    <p:animEffect transition="in" filter="fade">
                                      <p:cBhvr>
                                        <p:cTn id="200" dur="500"/>
                                        <p:tgtEl>
                                          <p:spTgt spid="42"/>
                                        </p:tgtEl>
                                      </p:cBhvr>
                                    </p:animEffect>
                                  </p:childTnLst>
                                </p:cTn>
                              </p:par>
                              <p:par>
                                <p:cTn id="204" presetID="10" presetClass="entr" presetSubtype="0" fill="hold" grpId="0" nodeType="withEffect">
                                  <p:stCondLst>
                                    <p:cond delay="1500"/>
                                  </p:stCondLst>
                                  <p:childTnLst>
                                    <p:set>
                                      <p:cBhvr>
                                        <p:cTn id="202" dur="1" fill="hold">
                                          <p:stCondLst>
                                            <p:cond delay="0"/>
                                          </p:stCondLst>
                                        </p:cTn>
                                        <p:tgtEl>
                                          <p:spTgt spid="45"/>
                                        </p:tgtEl>
                                        <p:attrNameLst>
                                          <p:attrName>style.visibility</p:attrName>
                                        </p:attrNameLst>
                                      </p:cBhvr>
                                      <p:to>
                                        <p:strVal val="visible"/>
                                      </p:to>
                                    </p:set>
                                    <p:animEffect transition="in" filter="fade">
                                      <p:cBhvr>
                                        <p:cTn id="203" dur="500"/>
                                        <p:tgtEl>
                                          <p:spTgt spid="45"/>
                                        </p:tgtEl>
                                      </p:cBhvr>
                                    </p:animEffect>
                                  </p:childTnLst>
                                </p:cTn>
                              </p:par>
                              <p:par>
                                <p:cTn id="207" presetID="10" presetClass="entr" presetSubtype="0" fill="hold" grpId="0" nodeType="withEffect">
                                  <p:stCondLst>
                                    <p:cond delay="1620"/>
                                  </p:stCondLst>
                                  <p:childTnLst>
                                    <p:set>
                                      <p:cBhvr>
                                        <p:cTn id="205" dur="1" fill="hold">
                                          <p:stCondLst>
                                            <p:cond delay="0"/>
                                          </p:stCondLst>
                                        </p:cTn>
                                        <p:tgtEl>
                                          <p:spTgt spid="46"/>
                                        </p:tgtEl>
                                        <p:attrNameLst>
                                          <p:attrName>style.visibility</p:attrName>
                                        </p:attrNameLst>
                                      </p:cBhvr>
                                      <p:to>
                                        <p:strVal val="visible"/>
                                      </p:to>
                                    </p:set>
                                    <p:animEffect transition="in" filter="fade">
                                      <p:cBhvr>
                                        <p:cTn id="206" dur="500"/>
                                        <p:tgtEl>
                                          <p:spTgt spid="46"/>
                                        </p:tgtEl>
                                      </p:cBhvr>
                                    </p:animEffect>
                                  </p:childTnLst>
                                </p:cTn>
                              </p:par>
                              <p:par>
                                <p:cTn id="210" presetID="10" presetClass="entr" presetSubtype="0" fill="hold" grpId="0" nodeType="withEffect">
                                  <p:stCondLst>
                                    <p:cond delay="1740"/>
                                  </p:stCondLst>
                                  <p:childTnLst>
                                    <p:set>
                                      <p:cBhvr>
                                        <p:cTn id="208" dur="1" fill="hold">
                                          <p:stCondLst>
                                            <p:cond delay="0"/>
                                          </p:stCondLst>
                                        </p:cTn>
                                        <p:tgtEl>
                                          <p:spTgt spid="47"/>
                                        </p:tgtEl>
                                        <p:attrNameLst>
                                          <p:attrName>style.visibility</p:attrName>
                                        </p:attrNameLst>
                                      </p:cBhvr>
                                      <p:to>
                                        <p:strVal val="visible"/>
                                      </p:to>
                                    </p:set>
                                    <p:animEffect transition="in" filter="fade">
                                      <p:cBhvr>
                                        <p:cTn id="209" dur="500"/>
                                        <p:tgtEl>
                                          <p:spTgt spid="47"/>
                                        </p:tgtEl>
                                      </p:cBhvr>
                                    </p:animEffect>
                                  </p:childTnLst>
                                </p:cTn>
                              </p:par>
                              <p:par>
                                <p:cTn id="213" presetID="10" presetClass="entr" presetSubtype="0" fill="hold" grpId="0" nodeType="withEffect">
                                  <p:stCondLst>
                                    <p:cond delay="1860"/>
                                  </p:stCondLst>
                                  <p:childTnLst>
                                    <p:set>
                                      <p:cBhvr>
                                        <p:cTn id="211" dur="1" fill="hold">
                                          <p:stCondLst>
                                            <p:cond delay="0"/>
                                          </p:stCondLst>
                                        </p:cTn>
                                        <p:tgtEl>
                                          <p:spTgt spid="48"/>
                                        </p:tgtEl>
                                        <p:attrNameLst>
                                          <p:attrName>style.visibility</p:attrName>
                                        </p:attrNameLst>
                                      </p:cBhvr>
                                      <p:to>
                                        <p:strVal val="visible"/>
                                      </p:to>
                                    </p:set>
                                    <p:animEffect transition="in" filter="fade">
                                      <p:cBhvr>
                                        <p:cTn id="212" dur="500"/>
                                        <p:tgtEl>
                                          <p:spTgt spid="48"/>
                                        </p:tgtEl>
                                      </p:cBhvr>
                                    </p:animEffect>
                                  </p:childTnLst>
                                </p:cTn>
                              </p:par>
                              <p:par>
                                <p:cTn id="216" presetID="10" presetClass="entr" presetSubtype="0" fill="hold" grpId="0" nodeType="withEffect">
                                  <p:stCondLst>
                                    <p:cond delay="1980"/>
                                  </p:stCondLst>
                                  <p:childTnLst>
                                    <p:set>
                                      <p:cBhvr>
                                        <p:cTn id="214" dur="1" fill="hold">
                                          <p:stCondLst>
                                            <p:cond delay="0"/>
                                          </p:stCondLst>
                                        </p:cTn>
                                        <p:tgtEl>
                                          <p:spTgt spid="49"/>
                                        </p:tgtEl>
                                        <p:attrNameLst>
                                          <p:attrName>style.visibility</p:attrName>
                                        </p:attrNameLst>
                                      </p:cBhvr>
                                      <p:to>
                                        <p:strVal val="visible"/>
                                      </p:to>
                                    </p:set>
                                    <p:animEffect transition="in" filter="fade">
                                      <p:cBhvr>
                                        <p:cTn id="215" dur="500"/>
                                        <p:tgtEl>
                                          <p:spTgt spid="49"/>
                                        </p:tgtEl>
                                      </p:cBhvr>
                                    </p:animEffect>
                                  </p:childTnLst>
                                </p:cTn>
                              </p:par>
                              <p:par>
                                <p:cTn id="219" presetID="10" presetClass="entr" presetSubtype="0" fill="hold" grpId="0" nodeType="withEffect">
                                  <p:stCondLst>
                                    <p:cond delay="2100"/>
                                  </p:stCondLst>
                                  <p:childTnLst>
                                    <p:set>
                                      <p:cBhvr>
                                        <p:cTn id="217" dur="1" fill="hold">
                                          <p:stCondLst>
                                            <p:cond delay="0"/>
                                          </p:stCondLst>
                                        </p:cTn>
                                        <p:tgtEl>
                                          <p:spTgt spid="50"/>
                                        </p:tgtEl>
                                        <p:attrNameLst>
                                          <p:attrName>style.visibility</p:attrName>
                                        </p:attrNameLst>
                                      </p:cBhvr>
                                      <p:to>
                                        <p:strVal val="visible"/>
                                      </p:to>
                                    </p:set>
                                    <p:animEffect transition="in" filter="fade">
                                      <p:cBhvr>
                                        <p:cTn id="218" dur="500"/>
                                        <p:tgtEl>
                                          <p:spTgt spid="50"/>
                                        </p:tgtEl>
                                      </p:cBhvr>
                                    </p:animEffect>
                                  </p:childTnLst>
                                </p:cTn>
                              </p:par>
                              <p:par>
                                <p:cTn id="222" presetID="10" presetClass="entr" presetSubtype="0" fill="hold" grpId="0" nodeType="withEffect">
                                  <p:stCondLst>
                                    <p:cond delay="2100"/>
                                  </p:stCondLst>
                                  <p:childTnLst>
                                    <p:set>
                                      <p:cBhvr>
                                        <p:cTn id="220" dur="1" fill="hold">
                                          <p:stCondLst>
                                            <p:cond delay="0"/>
                                          </p:stCondLst>
                                        </p:cTn>
                                        <p:tgtEl>
                                          <p:spTgt spid="51"/>
                                        </p:tgtEl>
                                        <p:attrNameLst>
                                          <p:attrName>style.visibility</p:attrName>
                                        </p:attrNameLst>
                                      </p:cBhvr>
                                      <p:to>
                                        <p:strVal val="visible"/>
                                      </p:to>
                                    </p:set>
                                    <p:animEffect transition="in" filter="fade">
                                      <p:cBhvr>
                                        <p:cTn id="221" dur="500"/>
                                        <p:tgtEl>
                                          <p:spTgt spid="51"/>
                                        </p:tgtEl>
                                      </p:cBhvr>
                                    </p:animEffect>
                                  </p:childTnLst>
                                </p:cTn>
                              </p:par>
                              <p:par>
                                <p:cTn id="225" presetID="10" presetClass="entr" presetSubtype="0" fill="hold" grpId="0" nodeType="withEffect">
                                  <p:stCondLst>
                                    <p:cond delay="2220"/>
                                  </p:stCondLst>
                                  <p:childTnLst>
                                    <p:set>
                                      <p:cBhvr>
                                        <p:cTn id="223" dur="1" fill="hold">
                                          <p:stCondLst>
                                            <p:cond delay="0"/>
                                          </p:stCondLst>
                                        </p:cTn>
                                        <p:tgtEl>
                                          <p:spTgt spid="52"/>
                                        </p:tgtEl>
                                        <p:attrNameLst>
                                          <p:attrName>style.visibility</p:attrName>
                                        </p:attrNameLst>
                                      </p:cBhvr>
                                      <p:to>
                                        <p:strVal val="visible"/>
                                      </p:to>
                                    </p:set>
                                    <p:animEffect transition="in" filter="fade">
                                      <p:cBhvr>
                                        <p:cTn id="224" dur="500"/>
                                        <p:tgtEl>
                                          <p:spTgt spid="52"/>
                                        </p:tgtEl>
                                      </p:cBhvr>
                                    </p:animEffect>
                                  </p:childTnLst>
                                </p:cTn>
                              </p:par>
                              <p:par>
                                <p:cTn id="228" presetID="10" presetClass="entr" presetSubtype="0" fill="hold" grpId="0" nodeType="withEffect">
                                  <p:stCondLst>
                                    <p:cond delay="2340"/>
                                  </p:stCondLst>
                                  <p:childTnLst>
                                    <p:set>
                                      <p:cBhvr>
                                        <p:cTn id="226" dur="1" fill="hold">
                                          <p:stCondLst>
                                            <p:cond delay="0"/>
                                          </p:stCondLst>
                                        </p:cTn>
                                        <p:tgtEl>
                                          <p:spTgt spid="53"/>
                                        </p:tgtEl>
                                        <p:attrNameLst>
                                          <p:attrName>style.visibility</p:attrName>
                                        </p:attrNameLst>
                                      </p:cBhvr>
                                      <p:to>
                                        <p:strVal val="visible"/>
                                      </p:to>
                                    </p:set>
                                    <p:animEffect transition="in" filter="fade">
                                      <p:cBhvr>
                                        <p:cTn id="227" dur="500"/>
                                        <p:tgtEl>
                                          <p:spTgt spid="53"/>
                                        </p:tgtEl>
                                      </p:cBhvr>
                                    </p:animEffect>
                                  </p:childTnLst>
                                </p:cTn>
                              </p:par>
                              <p:par>
                                <p:cTn id="231" presetID="10" presetClass="entr" presetSubtype="0" fill="hold" grpId="0" nodeType="withEffect">
                                  <p:stCondLst>
                                    <p:cond delay="2460"/>
                                  </p:stCondLst>
                                  <p:childTnLst>
                                    <p:set>
                                      <p:cBhvr>
                                        <p:cTn id="229" dur="1" fill="hold">
                                          <p:stCondLst>
                                            <p:cond delay="0"/>
                                          </p:stCondLst>
                                        </p:cTn>
                                        <p:tgtEl>
                                          <p:spTgt spid="54"/>
                                        </p:tgtEl>
                                        <p:attrNameLst>
                                          <p:attrName>style.visibility</p:attrName>
                                        </p:attrNameLst>
                                      </p:cBhvr>
                                      <p:to>
                                        <p:strVal val="visible"/>
                                      </p:to>
                                    </p:set>
                                    <p:animEffect transition="in" filter="fade">
                                      <p:cBhvr>
                                        <p:cTn id="230" dur="500"/>
                                        <p:tgtEl>
                                          <p:spTgt spid="54"/>
                                        </p:tgtEl>
                                      </p:cBhvr>
                                    </p:animEffect>
                                  </p:childTnLst>
                                </p:cTn>
                              </p:par>
                              <p:par>
                                <p:cTn id="234" presetID="10" presetClass="entr" presetSubtype="0" fill="hold" grpId="0" nodeType="withEffect">
                                  <p:stCondLst>
                                    <p:cond delay="2580"/>
                                  </p:stCondLst>
                                  <p:childTnLst>
                                    <p:set>
                                      <p:cBhvr>
                                        <p:cTn id="232" dur="1" fill="hold">
                                          <p:stCondLst>
                                            <p:cond delay="0"/>
                                          </p:stCondLst>
                                        </p:cTn>
                                        <p:tgtEl>
                                          <p:spTgt spid="55"/>
                                        </p:tgtEl>
                                        <p:attrNameLst>
                                          <p:attrName>style.visibility</p:attrName>
                                        </p:attrNameLst>
                                      </p:cBhvr>
                                      <p:to>
                                        <p:strVal val="visible"/>
                                      </p:to>
                                    </p:set>
                                    <p:animEffect transition="in" filter="fade">
                                      <p:cBhvr>
                                        <p:cTn id="233" dur="500"/>
                                        <p:tgtEl>
                                          <p:spTgt spid="55"/>
                                        </p:tgtEl>
                                      </p:cBhvr>
                                    </p:animEffect>
                                  </p:childTnLst>
                                </p:cTn>
                              </p:par>
                              <p:par>
                                <p:cTn id="237" presetID="10" presetClass="entr" presetSubtype="0" fill="hold" grpId="0" nodeType="withEffect">
                                  <p:stCondLst>
                                    <p:cond delay="2700"/>
                                  </p:stCondLst>
                                  <p:childTnLst>
                                    <p:set>
                                      <p:cBhvr>
                                        <p:cTn id="235" dur="1" fill="hold">
                                          <p:stCondLst>
                                            <p:cond delay="0"/>
                                          </p:stCondLst>
                                        </p:cTn>
                                        <p:tgtEl>
                                          <p:spTgt spid="56"/>
                                        </p:tgtEl>
                                        <p:attrNameLst>
                                          <p:attrName>style.visibility</p:attrName>
                                        </p:attrNameLst>
                                      </p:cBhvr>
                                      <p:to>
                                        <p:strVal val="visible"/>
                                      </p:to>
                                    </p:set>
                                    <p:animEffect transition="in" filter="fade">
                                      <p:cBhvr>
                                        <p:cTn id="236" dur="500"/>
                                        <p:tgtEl>
                                          <p:spTgt spid="56"/>
                                        </p:tgtEl>
                                      </p:cBhvr>
                                    </p:animEffect>
                                  </p:childTnLst>
                                </p:cTn>
                              </p:par>
                            </p:childTnLst>
                          </p:cTn>
                        </p:par>
                      </p:childTnLst>
                    </p:cTn>
                  </p:par>
                  <p:par>
                    <p:cTn id="238" fill="hold">
                      <p:stCondLst>
                        <p:cond delay="indefinite"/>
                      </p:stCondLst>
                      <p:childTnLst>
                        <p:par>
                          <p:cTn id="239" fill="hold">
                            <p:stCondLst>
                              <p:cond delay="0"/>
                            </p:stCondLst>
                            <p:childTnLst>
                              <p:par>
                                <p:cTn id="242" presetID="10" presetClass="exit" presetSubtype="0" fill="hold" grpId="0" nodeType="clickEffect">
                                  <p:stCondLst>
                                    <p:cond delay="0"/>
                                  </p:stCondLst>
                                  <p:childTnLst>
                                    <p:set>
                                      <p:cBhvr>
                                        <p:cTn id="240" dur="1" fill="hold">
                                          <p:stCondLst>
                                            <p:cond delay="400"/>
                                          </p:stCondLst>
                                        </p:cTn>
                                        <p:tgtEl>
                                          <p:spTgt spid="38"/>
                                        </p:tgtEl>
                                        <p:attrNameLst>
                                          <p:attrName>style.visibility</p:attrName>
                                        </p:attrNameLst>
                                      </p:cBhvr>
                                      <p:to>
                                        <p:strVal val="hidden"/>
                                      </p:to>
                                    </p:set>
                                    <p:animEffect transition="out" filter="fade">
                                      <p:cBhvr>
                                        <p:cTn id="241" dur="400"/>
                                        <p:tgtEl>
                                          <p:spTgt spid="38"/>
                                        </p:tgtEl>
                                      </p:cBhvr>
                                    </p:animEffect>
                                  </p:childTnLst>
                                </p:cTn>
                              </p:par>
                              <p:par>
                                <p:cTn id="245" presetID="10" presetClass="exit" presetSubtype="0" fill="hold" grpId="0" nodeType="withEffect">
                                  <p:stCondLst>
                                    <p:cond delay="0"/>
                                  </p:stCondLst>
                                  <p:childTnLst>
                                    <p:set>
                                      <p:cBhvr>
                                        <p:cTn id="243" dur="1" fill="hold">
                                          <p:stCondLst>
                                            <p:cond delay="400"/>
                                          </p:stCondLst>
                                        </p:cTn>
                                        <p:tgtEl>
                                          <p:spTgt spid="39"/>
                                        </p:tgtEl>
                                        <p:attrNameLst>
                                          <p:attrName>style.visibility</p:attrName>
                                        </p:attrNameLst>
                                      </p:cBhvr>
                                      <p:to>
                                        <p:strVal val="hidden"/>
                                      </p:to>
                                    </p:set>
                                    <p:animEffect transition="out" filter="fade">
                                      <p:cBhvr>
                                        <p:cTn id="244" dur="400"/>
                                        <p:tgtEl>
                                          <p:spTgt spid="39"/>
                                        </p:tgtEl>
                                      </p:cBhvr>
                                    </p:animEffect>
                                  </p:childTnLst>
                                </p:cTn>
                              </p:par>
                              <p:par>
                                <p:cTn id="248" presetID="10" presetClass="exit" presetSubtype="0" fill="hold" grpId="0" nodeType="withEffect">
                                  <p:stCondLst>
                                    <p:cond delay="0"/>
                                  </p:stCondLst>
                                  <p:childTnLst>
                                    <p:set>
                                      <p:cBhvr>
                                        <p:cTn id="246" dur="1" fill="hold">
                                          <p:stCondLst>
                                            <p:cond delay="400"/>
                                          </p:stCondLst>
                                        </p:cTn>
                                        <p:tgtEl>
                                          <p:spTgt spid="40"/>
                                        </p:tgtEl>
                                        <p:attrNameLst>
                                          <p:attrName>style.visibility</p:attrName>
                                        </p:attrNameLst>
                                      </p:cBhvr>
                                      <p:to>
                                        <p:strVal val="hidden"/>
                                      </p:to>
                                    </p:set>
                                    <p:animEffect transition="out" filter="fade">
                                      <p:cBhvr>
                                        <p:cTn id="247" dur="400"/>
                                        <p:tgtEl>
                                          <p:spTgt spid="40"/>
                                        </p:tgtEl>
                                      </p:cBhvr>
                                    </p:animEffect>
                                  </p:childTnLst>
                                </p:cTn>
                              </p:par>
                              <p:par>
                                <p:cTn id="251" presetID="10" presetClass="exit" presetSubtype="0" fill="hold" grpId="0" nodeType="withEffect">
                                  <p:stCondLst>
                                    <p:cond delay="0"/>
                                  </p:stCondLst>
                                  <p:childTnLst>
                                    <p:set>
                                      <p:cBhvr>
                                        <p:cTn id="249" dur="1" fill="hold">
                                          <p:stCondLst>
                                            <p:cond delay="400"/>
                                          </p:stCondLst>
                                        </p:cTn>
                                        <p:tgtEl>
                                          <p:spTgt spid="41"/>
                                        </p:tgtEl>
                                        <p:attrNameLst>
                                          <p:attrName>style.visibility</p:attrName>
                                        </p:attrNameLst>
                                      </p:cBhvr>
                                      <p:to>
                                        <p:strVal val="hidden"/>
                                      </p:to>
                                    </p:set>
                                    <p:animEffect transition="out" filter="fade">
                                      <p:cBhvr>
                                        <p:cTn id="250" dur="400"/>
                                        <p:tgtEl>
                                          <p:spTgt spid="41"/>
                                        </p:tgtEl>
                                      </p:cBhvr>
                                    </p:animEffect>
                                  </p:childTnLst>
                                </p:cTn>
                              </p:par>
                              <p:par>
                                <p:cTn id="254" presetID="10" presetClass="exit" presetSubtype="0" fill="hold" grpId="0" nodeType="withEffect">
                                  <p:stCondLst>
                                    <p:cond delay="0"/>
                                  </p:stCondLst>
                                  <p:childTnLst>
                                    <p:set>
                                      <p:cBhvr>
                                        <p:cTn id="252" dur="1" fill="hold">
                                          <p:stCondLst>
                                            <p:cond delay="400"/>
                                          </p:stCondLst>
                                        </p:cTn>
                                        <p:tgtEl>
                                          <p:spTgt spid="42"/>
                                        </p:tgtEl>
                                        <p:attrNameLst>
                                          <p:attrName>style.visibility</p:attrName>
                                        </p:attrNameLst>
                                      </p:cBhvr>
                                      <p:to>
                                        <p:strVal val="hidden"/>
                                      </p:to>
                                    </p:set>
                                    <p:animEffect transition="out" filter="fade">
                                      <p:cBhvr>
                                        <p:cTn id="253" dur="400"/>
                                        <p:tgtEl>
                                          <p:spTgt spid="42"/>
                                        </p:tgtEl>
                                      </p:cBhvr>
                                    </p:animEffect>
                                  </p:childTnLst>
                                </p:cTn>
                              </p:par>
                              <p:par>
                                <p:cTn id="257" presetID="10" presetClass="exit" presetSubtype="0" fill="hold" grpId="0" nodeType="withEffect">
                                  <p:stCondLst>
                                    <p:cond delay="0"/>
                                  </p:stCondLst>
                                  <p:childTnLst>
                                    <p:set>
                                      <p:cBhvr>
                                        <p:cTn id="255" dur="1" fill="hold">
                                          <p:stCondLst>
                                            <p:cond delay="400"/>
                                          </p:stCondLst>
                                        </p:cTn>
                                        <p:tgtEl>
                                          <p:spTgt spid="43"/>
                                        </p:tgtEl>
                                        <p:attrNameLst>
                                          <p:attrName>style.visibility</p:attrName>
                                        </p:attrNameLst>
                                      </p:cBhvr>
                                      <p:to>
                                        <p:strVal val="hidden"/>
                                      </p:to>
                                    </p:set>
                                    <p:animEffect transition="out" filter="fade">
                                      <p:cBhvr>
                                        <p:cTn id="256" dur="400"/>
                                        <p:tgtEl>
                                          <p:spTgt spid="43"/>
                                        </p:tgtEl>
                                      </p:cBhvr>
                                    </p:animEffect>
                                  </p:childTnLst>
                                </p:cTn>
                              </p:par>
                              <p:par>
                                <p:cTn id="260" presetID="10" presetClass="exit" presetSubtype="0" fill="hold" grpId="0" nodeType="withEffect">
                                  <p:stCondLst>
                                    <p:cond delay="0"/>
                                  </p:stCondLst>
                                  <p:childTnLst>
                                    <p:set>
                                      <p:cBhvr>
                                        <p:cTn id="258" dur="1" fill="hold">
                                          <p:stCondLst>
                                            <p:cond delay="400"/>
                                          </p:stCondLst>
                                        </p:cTn>
                                        <p:tgtEl>
                                          <p:spTgt spid="44"/>
                                        </p:tgtEl>
                                        <p:attrNameLst>
                                          <p:attrName>style.visibility</p:attrName>
                                        </p:attrNameLst>
                                      </p:cBhvr>
                                      <p:to>
                                        <p:strVal val="hidden"/>
                                      </p:to>
                                    </p:set>
                                    <p:animEffect transition="out" filter="fade">
                                      <p:cBhvr>
                                        <p:cTn id="259" dur="400"/>
                                        <p:tgtEl>
                                          <p:spTgt spid="44"/>
                                        </p:tgtEl>
                                      </p:cBhvr>
                                    </p:animEffect>
                                  </p:childTnLst>
                                </p:cTn>
                              </p:par>
                              <p:par>
                                <p:cTn id="263" presetID="10" presetClass="exit" presetSubtype="0" fill="hold" grpId="0" nodeType="withEffect">
                                  <p:stCondLst>
                                    <p:cond delay="0"/>
                                  </p:stCondLst>
                                  <p:childTnLst>
                                    <p:set>
                                      <p:cBhvr>
                                        <p:cTn id="261" dur="1" fill="hold">
                                          <p:stCondLst>
                                            <p:cond delay="400"/>
                                          </p:stCondLst>
                                        </p:cTn>
                                        <p:tgtEl>
                                          <p:spTgt spid="45"/>
                                        </p:tgtEl>
                                        <p:attrNameLst>
                                          <p:attrName>style.visibility</p:attrName>
                                        </p:attrNameLst>
                                      </p:cBhvr>
                                      <p:to>
                                        <p:strVal val="hidden"/>
                                      </p:to>
                                    </p:set>
                                    <p:animEffect transition="out" filter="fade">
                                      <p:cBhvr>
                                        <p:cTn id="262" dur="400"/>
                                        <p:tgtEl>
                                          <p:spTgt spid="45"/>
                                        </p:tgtEl>
                                      </p:cBhvr>
                                    </p:animEffect>
                                  </p:childTnLst>
                                </p:cTn>
                              </p:par>
                              <p:par>
                                <p:cTn id="266" presetID="10" presetClass="exit" presetSubtype="0" fill="hold" grpId="0" nodeType="withEffect">
                                  <p:stCondLst>
                                    <p:cond delay="0"/>
                                  </p:stCondLst>
                                  <p:childTnLst>
                                    <p:set>
                                      <p:cBhvr>
                                        <p:cTn id="264" dur="1" fill="hold">
                                          <p:stCondLst>
                                            <p:cond delay="400"/>
                                          </p:stCondLst>
                                        </p:cTn>
                                        <p:tgtEl>
                                          <p:spTgt spid="46"/>
                                        </p:tgtEl>
                                        <p:attrNameLst>
                                          <p:attrName>style.visibility</p:attrName>
                                        </p:attrNameLst>
                                      </p:cBhvr>
                                      <p:to>
                                        <p:strVal val="hidden"/>
                                      </p:to>
                                    </p:set>
                                    <p:animEffect transition="out" filter="fade">
                                      <p:cBhvr>
                                        <p:cTn id="265" dur="400"/>
                                        <p:tgtEl>
                                          <p:spTgt spid="46"/>
                                        </p:tgtEl>
                                      </p:cBhvr>
                                    </p:animEffect>
                                  </p:childTnLst>
                                </p:cTn>
                              </p:par>
                              <p:par>
                                <p:cTn id="269" presetID="10" presetClass="exit" presetSubtype="0" fill="hold" grpId="0" nodeType="withEffect">
                                  <p:stCondLst>
                                    <p:cond delay="0"/>
                                  </p:stCondLst>
                                  <p:childTnLst>
                                    <p:set>
                                      <p:cBhvr>
                                        <p:cTn id="267" dur="1" fill="hold">
                                          <p:stCondLst>
                                            <p:cond delay="400"/>
                                          </p:stCondLst>
                                        </p:cTn>
                                        <p:tgtEl>
                                          <p:spTgt spid="47"/>
                                        </p:tgtEl>
                                        <p:attrNameLst>
                                          <p:attrName>style.visibility</p:attrName>
                                        </p:attrNameLst>
                                      </p:cBhvr>
                                      <p:to>
                                        <p:strVal val="hidden"/>
                                      </p:to>
                                    </p:set>
                                    <p:animEffect transition="out" filter="fade">
                                      <p:cBhvr>
                                        <p:cTn id="268" dur="400"/>
                                        <p:tgtEl>
                                          <p:spTgt spid="47"/>
                                        </p:tgtEl>
                                      </p:cBhvr>
                                    </p:animEffect>
                                  </p:childTnLst>
                                </p:cTn>
                              </p:par>
                              <p:par>
                                <p:cTn id="272" presetID="10" presetClass="exit" presetSubtype="0" fill="hold" grpId="0" nodeType="withEffect">
                                  <p:stCondLst>
                                    <p:cond delay="0"/>
                                  </p:stCondLst>
                                  <p:childTnLst>
                                    <p:set>
                                      <p:cBhvr>
                                        <p:cTn id="270" dur="1" fill="hold">
                                          <p:stCondLst>
                                            <p:cond delay="400"/>
                                          </p:stCondLst>
                                        </p:cTn>
                                        <p:tgtEl>
                                          <p:spTgt spid="48"/>
                                        </p:tgtEl>
                                        <p:attrNameLst>
                                          <p:attrName>style.visibility</p:attrName>
                                        </p:attrNameLst>
                                      </p:cBhvr>
                                      <p:to>
                                        <p:strVal val="hidden"/>
                                      </p:to>
                                    </p:set>
                                    <p:animEffect transition="out" filter="fade">
                                      <p:cBhvr>
                                        <p:cTn id="271" dur="400"/>
                                        <p:tgtEl>
                                          <p:spTgt spid="48"/>
                                        </p:tgtEl>
                                      </p:cBhvr>
                                    </p:animEffect>
                                  </p:childTnLst>
                                </p:cTn>
                              </p:par>
                              <p:par>
                                <p:cTn id="275" presetID="10" presetClass="exit" presetSubtype="0" fill="hold" grpId="0" nodeType="withEffect">
                                  <p:stCondLst>
                                    <p:cond delay="0"/>
                                  </p:stCondLst>
                                  <p:childTnLst>
                                    <p:set>
                                      <p:cBhvr>
                                        <p:cTn id="273" dur="1" fill="hold">
                                          <p:stCondLst>
                                            <p:cond delay="400"/>
                                          </p:stCondLst>
                                        </p:cTn>
                                        <p:tgtEl>
                                          <p:spTgt spid="49"/>
                                        </p:tgtEl>
                                        <p:attrNameLst>
                                          <p:attrName>style.visibility</p:attrName>
                                        </p:attrNameLst>
                                      </p:cBhvr>
                                      <p:to>
                                        <p:strVal val="hidden"/>
                                      </p:to>
                                    </p:set>
                                    <p:animEffect transition="out" filter="fade">
                                      <p:cBhvr>
                                        <p:cTn id="274" dur="400"/>
                                        <p:tgtEl>
                                          <p:spTgt spid="49"/>
                                        </p:tgtEl>
                                      </p:cBhvr>
                                    </p:animEffect>
                                  </p:childTnLst>
                                </p:cTn>
                              </p:par>
                              <p:par>
                                <p:cTn id="278" presetID="10" presetClass="exit" presetSubtype="0" fill="hold" grpId="0" nodeType="withEffect">
                                  <p:stCondLst>
                                    <p:cond delay="0"/>
                                  </p:stCondLst>
                                  <p:childTnLst>
                                    <p:set>
                                      <p:cBhvr>
                                        <p:cTn id="276" dur="1" fill="hold">
                                          <p:stCondLst>
                                            <p:cond delay="400"/>
                                          </p:stCondLst>
                                        </p:cTn>
                                        <p:tgtEl>
                                          <p:spTgt spid="50"/>
                                        </p:tgtEl>
                                        <p:attrNameLst>
                                          <p:attrName>style.visibility</p:attrName>
                                        </p:attrNameLst>
                                      </p:cBhvr>
                                      <p:to>
                                        <p:strVal val="hidden"/>
                                      </p:to>
                                    </p:set>
                                    <p:animEffect transition="out" filter="fade">
                                      <p:cBhvr>
                                        <p:cTn id="277" dur="400"/>
                                        <p:tgtEl>
                                          <p:spTgt spid="50"/>
                                        </p:tgtEl>
                                      </p:cBhvr>
                                    </p:animEffect>
                                  </p:childTnLst>
                                </p:cTn>
                              </p:par>
                              <p:par>
                                <p:cTn id="281" presetID="10" presetClass="exit" presetSubtype="0" fill="hold" grpId="0" nodeType="withEffect">
                                  <p:stCondLst>
                                    <p:cond delay="0"/>
                                  </p:stCondLst>
                                  <p:childTnLst>
                                    <p:set>
                                      <p:cBhvr>
                                        <p:cTn id="279" dur="1" fill="hold">
                                          <p:stCondLst>
                                            <p:cond delay="400"/>
                                          </p:stCondLst>
                                        </p:cTn>
                                        <p:tgtEl>
                                          <p:spTgt spid="51"/>
                                        </p:tgtEl>
                                        <p:attrNameLst>
                                          <p:attrName>style.visibility</p:attrName>
                                        </p:attrNameLst>
                                      </p:cBhvr>
                                      <p:to>
                                        <p:strVal val="hidden"/>
                                      </p:to>
                                    </p:set>
                                    <p:animEffect transition="out" filter="fade">
                                      <p:cBhvr>
                                        <p:cTn id="280" dur="400"/>
                                        <p:tgtEl>
                                          <p:spTgt spid="51"/>
                                        </p:tgtEl>
                                      </p:cBhvr>
                                    </p:animEffect>
                                  </p:childTnLst>
                                </p:cTn>
                              </p:par>
                              <p:par>
                                <p:cTn id="284" presetID="10" presetClass="exit" presetSubtype="0" fill="hold" grpId="0" nodeType="withEffect">
                                  <p:stCondLst>
                                    <p:cond delay="0"/>
                                  </p:stCondLst>
                                  <p:childTnLst>
                                    <p:set>
                                      <p:cBhvr>
                                        <p:cTn id="282" dur="1" fill="hold">
                                          <p:stCondLst>
                                            <p:cond delay="400"/>
                                          </p:stCondLst>
                                        </p:cTn>
                                        <p:tgtEl>
                                          <p:spTgt spid="52"/>
                                        </p:tgtEl>
                                        <p:attrNameLst>
                                          <p:attrName>style.visibility</p:attrName>
                                        </p:attrNameLst>
                                      </p:cBhvr>
                                      <p:to>
                                        <p:strVal val="hidden"/>
                                      </p:to>
                                    </p:set>
                                    <p:animEffect transition="out" filter="fade">
                                      <p:cBhvr>
                                        <p:cTn id="283" dur="400"/>
                                        <p:tgtEl>
                                          <p:spTgt spid="52"/>
                                        </p:tgtEl>
                                      </p:cBhvr>
                                    </p:animEffect>
                                  </p:childTnLst>
                                </p:cTn>
                              </p:par>
                              <p:par>
                                <p:cTn id="287" presetID="10" presetClass="exit" presetSubtype="0" fill="hold" grpId="0" nodeType="withEffect">
                                  <p:stCondLst>
                                    <p:cond delay="0"/>
                                  </p:stCondLst>
                                  <p:childTnLst>
                                    <p:set>
                                      <p:cBhvr>
                                        <p:cTn id="285" dur="1" fill="hold">
                                          <p:stCondLst>
                                            <p:cond delay="400"/>
                                          </p:stCondLst>
                                        </p:cTn>
                                        <p:tgtEl>
                                          <p:spTgt spid="53"/>
                                        </p:tgtEl>
                                        <p:attrNameLst>
                                          <p:attrName>style.visibility</p:attrName>
                                        </p:attrNameLst>
                                      </p:cBhvr>
                                      <p:to>
                                        <p:strVal val="hidden"/>
                                      </p:to>
                                    </p:set>
                                    <p:animEffect transition="out" filter="fade">
                                      <p:cBhvr>
                                        <p:cTn id="286" dur="400"/>
                                        <p:tgtEl>
                                          <p:spTgt spid="53"/>
                                        </p:tgtEl>
                                      </p:cBhvr>
                                    </p:animEffect>
                                  </p:childTnLst>
                                </p:cTn>
                              </p:par>
                              <p:par>
                                <p:cTn id="290" presetID="10" presetClass="exit" presetSubtype="0" fill="hold" grpId="0" nodeType="withEffect">
                                  <p:stCondLst>
                                    <p:cond delay="0"/>
                                  </p:stCondLst>
                                  <p:childTnLst>
                                    <p:set>
                                      <p:cBhvr>
                                        <p:cTn id="288" dur="1" fill="hold">
                                          <p:stCondLst>
                                            <p:cond delay="400"/>
                                          </p:stCondLst>
                                        </p:cTn>
                                        <p:tgtEl>
                                          <p:spTgt spid="54"/>
                                        </p:tgtEl>
                                        <p:attrNameLst>
                                          <p:attrName>style.visibility</p:attrName>
                                        </p:attrNameLst>
                                      </p:cBhvr>
                                      <p:to>
                                        <p:strVal val="hidden"/>
                                      </p:to>
                                    </p:set>
                                    <p:animEffect transition="out" filter="fade">
                                      <p:cBhvr>
                                        <p:cTn id="289" dur="400"/>
                                        <p:tgtEl>
                                          <p:spTgt spid="54"/>
                                        </p:tgtEl>
                                      </p:cBhvr>
                                    </p:animEffect>
                                  </p:childTnLst>
                                </p:cTn>
                              </p:par>
                              <p:par>
                                <p:cTn id="293" presetID="10" presetClass="exit" presetSubtype="0" fill="hold" grpId="0" nodeType="withEffect">
                                  <p:stCondLst>
                                    <p:cond delay="0"/>
                                  </p:stCondLst>
                                  <p:childTnLst>
                                    <p:set>
                                      <p:cBhvr>
                                        <p:cTn id="291" dur="1" fill="hold">
                                          <p:stCondLst>
                                            <p:cond delay="400"/>
                                          </p:stCondLst>
                                        </p:cTn>
                                        <p:tgtEl>
                                          <p:spTgt spid="55"/>
                                        </p:tgtEl>
                                        <p:attrNameLst>
                                          <p:attrName>style.visibility</p:attrName>
                                        </p:attrNameLst>
                                      </p:cBhvr>
                                      <p:to>
                                        <p:strVal val="hidden"/>
                                      </p:to>
                                    </p:set>
                                    <p:animEffect transition="out" filter="fade">
                                      <p:cBhvr>
                                        <p:cTn id="292" dur="400"/>
                                        <p:tgtEl>
                                          <p:spTgt spid="55"/>
                                        </p:tgtEl>
                                      </p:cBhvr>
                                    </p:animEffect>
                                  </p:childTnLst>
                                </p:cTn>
                              </p:par>
                              <p:par>
                                <p:cTn id="296" presetID="10" presetClass="exit" presetSubtype="0" fill="hold" grpId="0" nodeType="withEffect">
                                  <p:stCondLst>
                                    <p:cond delay="0"/>
                                  </p:stCondLst>
                                  <p:childTnLst>
                                    <p:set>
                                      <p:cBhvr>
                                        <p:cTn id="294" dur="1" fill="hold">
                                          <p:stCondLst>
                                            <p:cond delay="400"/>
                                          </p:stCondLst>
                                        </p:cTn>
                                        <p:tgtEl>
                                          <p:spTgt spid="56"/>
                                        </p:tgtEl>
                                        <p:attrNameLst>
                                          <p:attrName>style.visibility</p:attrName>
                                        </p:attrNameLst>
                                      </p:cBhvr>
                                      <p:to>
                                        <p:strVal val="hidden"/>
                                      </p:to>
                                    </p:set>
                                    <p:animEffect transition="out" filter="fade">
                                      <p:cBhvr>
                                        <p:cTn id="295" dur="400"/>
                                        <p:tgtEl>
                                          <p:spTgt spid="56"/>
                                        </p:tgtEl>
                                      </p:cBhvr>
                                    </p:animEffect>
                                  </p:childTnLst>
                                </p:cTn>
                              </p:par>
                              <p:par>
                                <p:cTn id="299" presetID="10" presetClass="entr" presetSubtype="0" fill="hold" grpId="0" nodeType="withEffect">
                                  <p:stCondLst>
                                    <p:cond delay="400"/>
                                  </p:stCondLst>
                                  <p:childTnLst>
                                    <p:set>
                                      <p:cBhvr>
                                        <p:cTn id="297" dur="1" fill="hold">
                                          <p:stCondLst>
                                            <p:cond delay="0"/>
                                          </p:stCondLst>
                                        </p:cTn>
                                        <p:tgtEl>
                                          <p:spTgt spid="57"/>
                                        </p:tgtEl>
                                        <p:attrNameLst>
                                          <p:attrName>style.visibility</p:attrName>
                                        </p:attrNameLst>
                                      </p:cBhvr>
                                      <p:to>
                                        <p:strVal val="visible"/>
                                      </p:to>
                                    </p:set>
                                    <p:animEffect transition="in" filter="fade">
                                      <p:cBhvr>
                                        <p:cTn id="298" dur="500"/>
                                        <p:tgtEl>
                                          <p:spTgt spid="57"/>
                                        </p:tgtEl>
                                      </p:cBhvr>
                                    </p:animEffect>
                                  </p:childTnLst>
                                </p:cTn>
                              </p:par>
                              <p:par>
                                <p:cTn id="302" presetID="10" presetClass="entr" presetSubtype="0" fill="hold" grpId="0" nodeType="withEffect">
                                  <p:stCondLst>
                                    <p:cond delay="580"/>
                                  </p:stCondLst>
                                  <p:childTnLst>
                                    <p:set>
                                      <p:cBhvr>
                                        <p:cTn id="300" dur="1" fill="hold">
                                          <p:stCondLst>
                                            <p:cond delay="0"/>
                                          </p:stCondLst>
                                        </p:cTn>
                                        <p:tgtEl>
                                          <p:spTgt spid="58"/>
                                        </p:tgtEl>
                                        <p:attrNameLst>
                                          <p:attrName>style.visibility</p:attrName>
                                        </p:attrNameLst>
                                      </p:cBhvr>
                                      <p:to>
                                        <p:strVal val="visible"/>
                                      </p:to>
                                    </p:set>
                                    <p:animEffect transition="in" filter="fade">
                                      <p:cBhvr>
                                        <p:cTn id="301" dur="500"/>
                                        <p:tgtEl>
                                          <p:spTgt spid="58"/>
                                        </p:tgtEl>
                                      </p:cBhvr>
                                    </p:animEffect>
                                  </p:childTnLst>
                                </p:cTn>
                              </p:par>
                              <p:par>
                                <p:cTn id="305" presetID="10" presetClass="entr" presetSubtype="0" fill="hold" grpId="0" nodeType="withEffect">
                                  <p:stCondLst>
                                    <p:cond delay="760"/>
                                  </p:stCondLst>
                                  <p:childTnLst>
                                    <p:set>
                                      <p:cBhvr>
                                        <p:cTn id="303" dur="1" fill="hold">
                                          <p:stCondLst>
                                            <p:cond delay="0"/>
                                          </p:stCondLst>
                                        </p:cTn>
                                        <p:tgtEl>
                                          <p:spTgt spid="59"/>
                                        </p:tgtEl>
                                        <p:attrNameLst>
                                          <p:attrName>style.visibility</p:attrName>
                                        </p:attrNameLst>
                                      </p:cBhvr>
                                      <p:to>
                                        <p:strVal val="visible"/>
                                      </p:to>
                                    </p:set>
                                    <p:animEffect transition="in" filter="fade">
                                      <p:cBhvr>
                                        <p:cTn id="304" dur="500"/>
                                        <p:tgtEl>
                                          <p:spTgt spid="59"/>
                                        </p:tgtEl>
                                      </p:cBhvr>
                                    </p:animEffect>
                                  </p:childTnLst>
                                </p:cTn>
                              </p:par>
                              <p:par>
                                <p:cTn id="308" presetID="10" presetClass="entr" presetSubtype="0" fill="hold" grpId="0" nodeType="withEffect">
                                  <p:stCondLst>
                                    <p:cond delay="940"/>
                                  </p:stCondLst>
                                  <p:childTnLst>
                                    <p:set>
                                      <p:cBhvr>
                                        <p:cTn id="306" dur="1" fill="hold">
                                          <p:stCondLst>
                                            <p:cond delay="0"/>
                                          </p:stCondLst>
                                        </p:cTn>
                                        <p:tgtEl>
                                          <p:spTgt spid="60"/>
                                        </p:tgtEl>
                                        <p:attrNameLst>
                                          <p:attrName>style.visibility</p:attrName>
                                        </p:attrNameLst>
                                      </p:cBhvr>
                                      <p:to>
                                        <p:strVal val="visible"/>
                                      </p:to>
                                    </p:set>
                                    <p:animEffect transition="in" filter="fade">
                                      <p:cBhvr>
                                        <p:cTn id="307" dur="500"/>
                                        <p:tgtEl>
                                          <p:spTgt spid="60"/>
                                        </p:tgtEl>
                                      </p:cBhvr>
                                    </p:animEffect>
                                  </p:childTnLst>
                                </p:cTn>
                              </p:par>
                              <p:par>
                                <p:cTn id="311" presetID="10" presetClass="entr" presetSubtype="0" fill="hold" grpId="0" nodeType="withEffect">
                                  <p:stCondLst>
                                    <p:cond delay="1120"/>
                                  </p:stCondLst>
                                  <p:childTnLst>
                                    <p:set>
                                      <p:cBhvr>
                                        <p:cTn id="309" dur="1" fill="hold">
                                          <p:stCondLst>
                                            <p:cond delay="0"/>
                                          </p:stCondLst>
                                        </p:cTn>
                                        <p:tgtEl>
                                          <p:spTgt spid="61"/>
                                        </p:tgtEl>
                                        <p:attrNameLst>
                                          <p:attrName>style.visibility</p:attrName>
                                        </p:attrNameLst>
                                      </p:cBhvr>
                                      <p:to>
                                        <p:strVal val="visible"/>
                                      </p:to>
                                    </p:set>
                                    <p:animEffect transition="in" filter="fade">
                                      <p:cBhvr>
                                        <p:cTn id="310" dur="500"/>
                                        <p:tgtEl>
                                          <p:spTgt spid="61"/>
                                        </p:tgtEl>
                                      </p:cBhvr>
                                    </p:animEffect>
                                  </p:childTnLst>
                                </p:cTn>
                              </p:par>
                              <p:par>
                                <p:cTn id="314" presetID="10" presetClass="entr" presetSubtype="0" fill="hold" grpId="0" nodeType="withEffect">
                                  <p:stCondLst>
                                    <p:cond delay="1300"/>
                                  </p:stCondLst>
                                  <p:childTnLst>
                                    <p:set>
                                      <p:cBhvr>
                                        <p:cTn id="312" dur="1" fill="hold">
                                          <p:stCondLst>
                                            <p:cond delay="0"/>
                                          </p:stCondLst>
                                        </p:cTn>
                                        <p:tgtEl>
                                          <p:spTgt spid="62"/>
                                        </p:tgtEl>
                                        <p:attrNameLst>
                                          <p:attrName>style.visibility</p:attrName>
                                        </p:attrNameLst>
                                      </p:cBhvr>
                                      <p:to>
                                        <p:strVal val="visible"/>
                                      </p:to>
                                    </p:set>
                                    <p:animEffect transition="in" filter="fade">
                                      <p:cBhvr>
                                        <p:cTn id="313" dur="500"/>
                                        <p:tgtEl>
                                          <p:spTgt spid="62"/>
                                        </p:tgtEl>
                                      </p:cBhvr>
                                    </p:animEffect>
                                  </p:childTnLst>
                                </p:cTn>
                              </p:par>
                              <p:par>
                                <p:cTn id="317" presetID="10" presetClass="entr" presetSubtype="0" fill="hold" grpId="0" nodeType="withEffect">
                                  <p:stCondLst>
                                    <p:cond delay="1480"/>
                                  </p:stCondLst>
                                  <p:childTnLst>
                                    <p:set>
                                      <p:cBhvr>
                                        <p:cTn id="315" dur="1" fill="hold">
                                          <p:stCondLst>
                                            <p:cond delay="0"/>
                                          </p:stCondLst>
                                        </p:cTn>
                                        <p:tgtEl>
                                          <p:spTgt spid="63"/>
                                        </p:tgtEl>
                                        <p:attrNameLst>
                                          <p:attrName>style.visibility</p:attrName>
                                        </p:attrNameLst>
                                      </p:cBhvr>
                                      <p:to>
                                        <p:strVal val="visible"/>
                                      </p:to>
                                    </p:set>
                                    <p:animEffect transition="in" filter="fade">
                                      <p:cBhvr>
                                        <p:cTn id="316" dur="500"/>
                                        <p:tgtEl>
                                          <p:spTgt spid="63"/>
                                        </p:tgtEl>
                                      </p:cBhvr>
                                    </p:animEffect>
                                  </p:childTnLst>
                                </p:cTn>
                              </p:par>
                              <p:par>
                                <p:cTn id="320" presetID="10" presetClass="entr" presetSubtype="0" fill="hold" grpId="0" nodeType="withEffect">
                                  <p:stCondLst>
                                    <p:cond delay="1660"/>
                                  </p:stCondLst>
                                  <p:childTnLst>
                                    <p:set>
                                      <p:cBhvr>
                                        <p:cTn id="318" dur="1" fill="hold">
                                          <p:stCondLst>
                                            <p:cond delay="0"/>
                                          </p:stCondLst>
                                        </p:cTn>
                                        <p:tgtEl>
                                          <p:spTgt spid="64"/>
                                        </p:tgtEl>
                                        <p:attrNameLst>
                                          <p:attrName>style.visibility</p:attrName>
                                        </p:attrNameLst>
                                      </p:cBhvr>
                                      <p:to>
                                        <p:strVal val="visible"/>
                                      </p:to>
                                    </p:set>
                                    <p:animEffect transition="in" filter="fade">
                                      <p:cBhvr>
                                        <p:cTn id="319" dur="500"/>
                                        <p:tgtEl>
                                          <p:spTgt spid="64"/>
                                        </p:tgtEl>
                                      </p:cBhvr>
                                    </p:animEffect>
                                  </p:childTnLst>
                                </p:cTn>
                              </p:par>
                              <p:par>
                                <p:cTn id="323" presetID="10" presetClass="entr" presetSubtype="0" fill="hold" grpId="0" nodeType="withEffect">
                                  <p:stCondLst>
                                    <p:cond delay="1840"/>
                                  </p:stCondLst>
                                  <p:childTnLst>
                                    <p:set>
                                      <p:cBhvr>
                                        <p:cTn id="321" dur="1" fill="hold">
                                          <p:stCondLst>
                                            <p:cond delay="0"/>
                                          </p:stCondLst>
                                        </p:cTn>
                                        <p:tgtEl>
                                          <p:spTgt spid="65"/>
                                        </p:tgtEl>
                                        <p:attrNameLst>
                                          <p:attrName>style.visibility</p:attrName>
                                        </p:attrNameLst>
                                      </p:cBhvr>
                                      <p:to>
                                        <p:strVal val="visible"/>
                                      </p:to>
                                    </p:set>
                                    <p:animEffect transition="in" filter="fade">
                                      <p:cBhvr>
                                        <p:cTn id="322" dur="500"/>
                                        <p:tgtEl>
                                          <p:spTgt spid="65"/>
                                        </p:tgtEl>
                                      </p:cBhvr>
                                    </p:animEffect>
                                  </p:childTnLst>
                                </p:cTn>
                              </p:par>
                              <p:par>
                                <p:cTn id="326" presetID="10" presetClass="entr" presetSubtype="0" fill="hold" grpId="0" nodeType="withEffect">
                                  <p:stCondLst>
                                    <p:cond delay="2020"/>
                                  </p:stCondLst>
                                  <p:childTnLst>
                                    <p:set>
                                      <p:cBhvr>
                                        <p:cTn id="324" dur="1" fill="hold">
                                          <p:stCondLst>
                                            <p:cond delay="0"/>
                                          </p:stCondLst>
                                        </p:cTn>
                                        <p:tgtEl>
                                          <p:spTgt spid="66"/>
                                        </p:tgtEl>
                                        <p:attrNameLst>
                                          <p:attrName>style.visibility</p:attrName>
                                        </p:attrNameLst>
                                      </p:cBhvr>
                                      <p:to>
                                        <p:strVal val="visible"/>
                                      </p:to>
                                    </p:set>
                                    <p:animEffect transition="in" filter="fade">
                                      <p:cBhvr>
                                        <p:cTn id="325" dur="500"/>
                                        <p:tgtEl>
                                          <p:spTgt spid="66"/>
                                        </p:tgtEl>
                                      </p:cBhvr>
                                    </p:animEffect>
                                  </p:childTnLst>
                                </p:cTn>
                              </p:par>
                              <p:par>
                                <p:cTn id="329" presetID="10" presetClass="entr" presetSubtype="0" fill="hold" grpId="0" nodeType="withEffect">
                                  <p:stCondLst>
                                    <p:cond delay="2200"/>
                                  </p:stCondLst>
                                  <p:childTnLst>
                                    <p:set>
                                      <p:cBhvr>
                                        <p:cTn id="327" dur="1" fill="hold">
                                          <p:stCondLst>
                                            <p:cond delay="0"/>
                                          </p:stCondLst>
                                        </p:cTn>
                                        <p:tgtEl>
                                          <p:spTgt spid="67"/>
                                        </p:tgtEl>
                                        <p:attrNameLst>
                                          <p:attrName>style.visibility</p:attrName>
                                        </p:attrNameLst>
                                      </p:cBhvr>
                                      <p:to>
                                        <p:strVal val="visible"/>
                                      </p:to>
                                    </p:set>
                                    <p:animEffect transition="in" filter="fade">
                                      <p:cBhvr>
                                        <p:cTn id="328" dur="500"/>
                                        <p:tgtEl>
                                          <p:spTgt spid="67"/>
                                        </p:tgtEl>
                                      </p:cBhvr>
                                    </p:animEffect>
                                  </p:childTnLst>
                                </p:cTn>
                              </p:par>
                              <p:par>
                                <p:cTn id="332" presetID="10" presetClass="entr" presetSubtype="0" fill="hold" grpId="0" nodeType="withEffect">
                                  <p:stCondLst>
                                    <p:cond delay="2380"/>
                                  </p:stCondLst>
                                  <p:childTnLst>
                                    <p:set>
                                      <p:cBhvr>
                                        <p:cTn id="330" dur="1" fill="hold">
                                          <p:stCondLst>
                                            <p:cond delay="0"/>
                                          </p:stCondLst>
                                        </p:cTn>
                                        <p:tgtEl>
                                          <p:spTgt spid="68"/>
                                        </p:tgtEl>
                                        <p:attrNameLst>
                                          <p:attrName>style.visibility</p:attrName>
                                        </p:attrNameLst>
                                      </p:cBhvr>
                                      <p:to>
                                        <p:strVal val="visible"/>
                                      </p:to>
                                    </p:set>
                                    <p:animEffect transition="in" filter="fade">
                                      <p:cBhvr>
                                        <p:cTn id="331" dur="500"/>
                                        <p:tgtEl>
                                          <p:spTgt spid="68"/>
                                        </p:tgtEl>
                                      </p:cBhvr>
                                    </p:animEffect>
                                  </p:childTnLst>
                                </p:cTn>
                              </p:par>
                            </p:childTnLst>
                          </p:cTn>
                        </p:par>
                      </p:childTnLst>
                    </p:cTn>
                  </p:par>
                  <p:par>
                    <p:cTn id="333" fill="hold">
                      <p:stCondLst>
                        <p:cond delay="indefinite"/>
                      </p:stCondLst>
                      <p:childTnLst>
                        <p:par>
                          <p:cTn id="334" fill="hold">
                            <p:stCondLst>
                              <p:cond delay="0"/>
                            </p:stCondLst>
                            <p:childTnLst>
                              <p:par>
                                <p:cTn id="337" presetID="10" presetClass="exit" presetSubtype="0" fill="hold" grpId="0" nodeType="clickEffect">
                                  <p:stCondLst>
                                    <p:cond delay="0"/>
                                  </p:stCondLst>
                                  <p:childTnLst>
                                    <p:set>
                                      <p:cBhvr>
                                        <p:cTn id="335" dur="1" fill="hold">
                                          <p:stCondLst>
                                            <p:cond delay="400"/>
                                          </p:stCondLst>
                                        </p:cTn>
                                        <p:tgtEl>
                                          <p:spTgt spid="57"/>
                                        </p:tgtEl>
                                        <p:attrNameLst>
                                          <p:attrName>style.visibility</p:attrName>
                                        </p:attrNameLst>
                                      </p:cBhvr>
                                      <p:to>
                                        <p:strVal val="hidden"/>
                                      </p:to>
                                    </p:set>
                                    <p:animEffect transition="out" filter="fade">
                                      <p:cBhvr>
                                        <p:cTn id="336" dur="400"/>
                                        <p:tgtEl>
                                          <p:spTgt spid="57"/>
                                        </p:tgtEl>
                                      </p:cBhvr>
                                    </p:animEffect>
                                  </p:childTnLst>
                                </p:cTn>
                              </p:par>
                              <p:par>
                                <p:cTn id="340" presetID="10" presetClass="exit" presetSubtype="0" fill="hold" grpId="0" nodeType="withEffect">
                                  <p:stCondLst>
                                    <p:cond delay="0"/>
                                  </p:stCondLst>
                                  <p:childTnLst>
                                    <p:set>
                                      <p:cBhvr>
                                        <p:cTn id="338" dur="1" fill="hold">
                                          <p:stCondLst>
                                            <p:cond delay="400"/>
                                          </p:stCondLst>
                                        </p:cTn>
                                        <p:tgtEl>
                                          <p:spTgt spid="58"/>
                                        </p:tgtEl>
                                        <p:attrNameLst>
                                          <p:attrName>style.visibility</p:attrName>
                                        </p:attrNameLst>
                                      </p:cBhvr>
                                      <p:to>
                                        <p:strVal val="hidden"/>
                                      </p:to>
                                    </p:set>
                                    <p:animEffect transition="out" filter="fade">
                                      <p:cBhvr>
                                        <p:cTn id="339" dur="400"/>
                                        <p:tgtEl>
                                          <p:spTgt spid="58"/>
                                        </p:tgtEl>
                                      </p:cBhvr>
                                    </p:animEffect>
                                  </p:childTnLst>
                                </p:cTn>
                              </p:par>
                              <p:par>
                                <p:cTn id="343" presetID="10" presetClass="exit" presetSubtype="0" fill="hold" grpId="0" nodeType="withEffect">
                                  <p:stCondLst>
                                    <p:cond delay="0"/>
                                  </p:stCondLst>
                                  <p:childTnLst>
                                    <p:set>
                                      <p:cBhvr>
                                        <p:cTn id="341" dur="1" fill="hold">
                                          <p:stCondLst>
                                            <p:cond delay="400"/>
                                          </p:stCondLst>
                                        </p:cTn>
                                        <p:tgtEl>
                                          <p:spTgt spid="59"/>
                                        </p:tgtEl>
                                        <p:attrNameLst>
                                          <p:attrName>style.visibility</p:attrName>
                                        </p:attrNameLst>
                                      </p:cBhvr>
                                      <p:to>
                                        <p:strVal val="hidden"/>
                                      </p:to>
                                    </p:set>
                                    <p:animEffect transition="out" filter="fade">
                                      <p:cBhvr>
                                        <p:cTn id="342" dur="400"/>
                                        <p:tgtEl>
                                          <p:spTgt spid="59"/>
                                        </p:tgtEl>
                                      </p:cBhvr>
                                    </p:animEffect>
                                  </p:childTnLst>
                                </p:cTn>
                              </p:par>
                              <p:par>
                                <p:cTn id="346" presetID="10" presetClass="exit" presetSubtype="0" fill="hold" grpId="0" nodeType="withEffect">
                                  <p:stCondLst>
                                    <p:cond delay="0"/>
                                  </p:stCondLst>
                                  <p:childTnLst>
                                    <p:set>
                                      <p:cBhvr>
                                        <p:cTn id="344" dur="1" fill="hold">
                                          <p:stCondLst>
                                            <p:cond delay="400"/>
                                          </p:stCondLst>
                                        </p:cTn>
                                        <p:tgtEl>
                                          <p:spTgt spid="60"/>
                                        </p:tgtEl>
                                        <p:attrNameLst>
                                          <p:attrName>style.visibility</p:attrName>
                                        </p:attrNameLst>
                                      </p:cBhvr>
                                      <p:to>
                                        <p:strVal val="hidden"/>
                                      </p:to>
                                    </p:set>
                                    <p:animEffect transition="out" filter="fade">
                                      <p:cBhvr>
                                        <p:cTn id="345" dur="400"/>
                                        <p:tgtEl>
                                          <p:spTgt spid="60"/>
                                        </p:tgtEl>
                                      </p:cBhvr>
                                    </p:animEffect>
                                  </p:childTnLst>
                                </p:cTn>
                              </p:par>
                              <p:par>
                                <p:cTn id="349" presetID="10" presetClass="exit" presetSubtype="0" fill="hold" grpId="0" nodeType="withEffect">
                                  <p:stCondLst>
                                    <p:cond delay="0"/>
                                  </p:stCondLst>
                                  <p:childTnLst>
                                    <p:set>
                                      <p:cBhvr>
                                        <p:cTn id="347" dur="1" fill="hold">
                                          <p:stCondLst>
                                            <p:cond delay="400"/>
                                          </p:stCondLst>
                                        </p:cTn>
                                        <p:tgtEl>
                                          <p:spTgt spid="61"/>
                                        </p:tgtEl>
                                        <p:attrNameLst>
                                          <p:attrName>style.visibility</p:attrName>
                                        </p:attrNameLst>
                                      </p:cBhvr>
                                      <p:to>
                                        <p:strVal val="hidden"/>
                                      </p:to>
                                    </p:set>
                                    <p:animEffect transition="out" filter="fade">
                                      <p:cBhvr>
                                        <p:cTn id="348" dur="400"/>
                                        <p:tgtEl>
                                          <p:spTgt spid="61"/>
                                        </p:tgtEl>
                                      </p:cBhvr>
                                    </p:animEffect>
                                  </p:childTnLst>
                                </p:cTn>
                              </p:par>
                              <p:par>
                                <p:cTn id="352" presetID="10" presetClass="exit" presetSubtype="0" fill="hold" grpId="0" nodeType="withEffect">
                                  <p:stCondLst>
                                    <p:cond delay="0"/>
                                  </p:stCondLst>
                                  <p:childTnLst>
                                    <p:set>
                                      <p:cBhvr>
                                        <p:cTn id="350" dur="1" fill="hold">
                                          <p:stCondLst>
                                            <p:cond delay="400"/>
                                          </p:stCondLst>
                                        </p:cTn>
                                        <p:tgtEl>
                                          <p:spTgt spid="62"/>
                                        </p:tgtEl>
                                        <p:attrNameLst>
                                          <p:attrName>style.visibility</p:attrName>
                                        </p:attrNameLst>
                                      </p:cBhvr>
                                      <p:to>
                                        <p:strVal val="hidden"/>
                                      </p:to>
                                    </p:set>
                                    <p:animEffect transition="out" filter="fade">
                                      <p:cBhvr>
                                        <p:cTn id="351" dur="400"/>
                                        <p:tgtEl>
                                          <p:spTgt spid="62"/>
                                        </p:tgtEl>
                                      </p:cBhvr>
                                    </p:animEffect>
                                  </p:childTnLst>
                                </p:cTn>
                              </p:par>
                              <p:par>
                                <p:cTn id="355" presetID="10" presetClass="exit" presetSubtype="0" fill="hold" grpId="0" nodeType="withEffect">
                                  <p:stCondLst>
                                    <p:cond delay="0"/>
                                  </p:stCondLst>
                                  <p:childTnLst>
                                    <p:set>
                                      <p:cBhvr>
                                        <p:cTn id="353" dur="1" fill="hold">
                                          <p:stCondLst>
                                            <p:cond delay="400"/>
                                          </p:stCondLst>
                                        </p:cTn>
                                        <p:tgtEl>
                                          <p:spTgt spid="63"/>
                                        </p:tgtEl>
                                        <p:attrNameLst>
                                          <p:attrName>style.visibility</p:attrName>
                                        </p:attrNameLst>
                                      </p:cBhvr>
                                      <p:to>
                                        <p:strVal val="hidden"/>
                                      </p:to>
                                    </p:set>
                                    <p:animEffect transition="out" filter="fade">
                                      <p:cBhvr>
                                        <p:cTn id="354" dur="400"/>
                                        <p:tgtEl>
                                          <p:spTgt spid="63"/>
                                        </p:tgtEl>
                                      </p:cBhvr>
                                    </p:animEffect>
                                  </p:childTnLst>
                                </p:cTn>
                              </p:par>
                              <p:par>
                                <p:cTn id="358" presetID="10" presetClass="exit" presetSubtype="0" fill="hold" grpId="0" nodeType="withEffect">
                                  <p:stCondLst>
                                    <p:cond delay="0"/>
                                  </p:stCondLst>
                                  <p:childTnLst>
                                    <p:set>
                                      <p:cBhvr>
                                        <p:cTn id="356" dur="1" fill="hold">
                                          <p:stCondLst>
                                            <p:cond delay="400"/>
                                          </p:stCondLst>
                                        </p:cTn>
                                        <p:tgtEl>
                                          <p:spTgt spid="64"/>
                                        </p:tgtEl>
                                        <p:attrNameLst>
                                          <p:attrName>style.visibility</p:attrName>
                                        </p:attrNameLst>
                                      </p:cBhvr>
                                      <p:to>
                                        <p:strVal val="hidden"/>
                                      </p:to>
                                    </p:set>
                                    <p:animEffect transition="out" filter="fade">
                                      <p:cBhvr>
                                        <p:cTn id="357" dur="400"/>
                                        <p:tgtEl>
                                          <p:spTgt spid="64"/>
                                        </p:tgtEl>
                                      </p:cBhvr>
                                    </p:animEffect>
                                  </p:childTnLst>
                                </p:cTn>
                              </p:par>
                              <p:par>
                                <p:cTn id="361" presetID="10" presetClass="exit" presetSubtype="0" fill="hold" grpId="0" nodeType="withEffect">
                                  <p:stCondLst>
                                    <p:cond delay="0"/>
                                  </p:stCondLst>
                                  <p:childTnLst>
                                    <p:set>
                                      <p:cBhvr>
                                        <p:cTn id="359" dur="1" fill="hold">
                                          <p:stCondLst>
                                            <p:cond delay="400"/>
                                          </p:stCondLst>
                                        </p:cTn>
                                        <p:tgtEl>
                                          <p:spTgt spid="65"/>
                                        </p:tgtEl>
                                        <p:attrNameLst>
                                          <p:attrName>style.visibility</p:attrName>
                                        </p:attrNameLst>
                                      </p:cBhvr>
                                      <p:to>
                                        <p:strVal val="hidden"/>
                                      </p:to>
                                    </p:set>
                                    <p:animEffect transition="out" filter="fade">
                                      <p:cBhvr>
                                        <p:cTn id="360" dur="400"/>
                                        <p:tgtEl>
                                          <p:spTgt spid="65"/>
                                        </p:tgtEl>
                                      </p:cBhvr>
                                    </p:animEffect>
                                  </p:childTnLst>
                                </p:cTn>
                              </p:par>
                              <p:par>
                                <p:cTn id="364" presetID="10" presetClass="exit" presetSubtype="0" fill="hold" grpId="0" nodeType="withEffect">
                                  <p:stCondLst>
                                    <p:cond delay="0"/>
                                  </p:stCondLst>
                                  <p:childTnLst>
                                    <p:set>
                                      <p:cBhvr>
                                        <p:cTn id="362" dur="1" fill="hold">
                                          <p:stCondLst>
                                            <p:cond delay="400"/>
                                          </p:stCondLst>
                                        </p:cTn>
                                        <p:tgtEl>
                                          <p:spTgt spid="66"/>
                                        </p:tgtEl>
                                        <p:attrNameLst>
                                          <p:attrName>style.visibility</p:attrName>
                                        </p:attrNameLst>
                                      </p:cBhvr>
                                      <p:to>
                                        <p:strVal val="hidden"/>
                                      </p:to>
                                    </p:set>
                                    <p:animEffect transition="out" filter="fade">
                                      <p:cBhvr>
                                        <p:cTn id="363" dur="400"/>
                                        <p:tgtEl>
                                          <p:spTgt spid="66"/>
                                        </p:tgtEl>
                                      </p:cBhvr>
                                    </p:animEffect>
                                  </p:childTnLst>
                                </p:cTn>
                              </p:par>
                              <p:par>
                                <p:cTn id="367" presetID="10" presetClass="exit" presetSubtype="0" fill="hold" grpId="0" nodeType="withEffect">
                                  <p:stCondLst>
                                    <p:cond delay="0"/>
                                  </p:stCondLst>
                                  <p:childTnLst>
                                    <p:set>
                                      <p:cBhvr>
                                        <p:cTn id="365" dur="1" fill="hold">
                                          <p:stCondLst>
                                            <p:cond delay="400"/>
                                          </p:stCondLst>
                                        </p:cTn>
                                        <p:tgtEl>
                                          <p:spTgt spid="67"/>
                                        </p:tgtEl>
                                        <p:attrNameLst>
                                          <p:attrName>style.visibility</p:attrName>
                                        </p:attrNameLst>
                                      </p:cBhvr>
                                      <p:to>
                                        <p:strVal val="hidden"/>
                                      </p:to>
                                    </p:set>
                                    <p:animEffect transition="out" filter="fade">
                                      <p:cBhvr>
                                        <p:cTn id="366" dur="400"/>
                                        <p:tgtEl>
                                          <p:spTgt spid="67"/>
                                        </p:tgtEl>
                                      </p:cBhvr>
                                    </p:animEffect>
                                  </p:childTnLst>
                                </p:cTn>
                              </p:par>
                              <p:par>
                                <p:cTn id="370" presetID="10" presetClass="exit" presetSubtype="0" fill="hold" grpId="0" nodeType="withEffect">
                                  <p:stCondLst>
                                    <p:cond delay="0"/>
                                  </p:stCondLst>
                                  <p:childTnLst>
                                    <p:set>
                                      <p:cBhvr>
                                        <p:cTn id="368" dur="1" fill="hold">
                                          <p:stCondLst>
                                            <p:cond delay="400"/>
                                          </p:stCondLst>
                                        </p:cTn>
                                        <p:tgtEl>
                                          <p:spTgt spid="68"/>
                                        </p:tgtEl>
                                        <p:attrNameLst>
                                          <p:attrName>style.visibility</p:attrName>
                                        </p:attrNameLst>
                                      </p:cBhvr>
                                      <p:to>
                                        <p:strVal val="hidden"/>
                                      </p:to>
                                    </p:set>
                                    <p:animEffect transition="out" filter="fade">
                                      <p:cBhvr>
                                        <p:cTn id="369" dur="400"/>
                                        <p:tgtEl>
                                          <p:spTgt spid="68"/>
                                        </p:tgtEl>
                                      </p:cBhvr>
                                    </p:animEffect>
                                  </p:childTnLst>
                                </p:cTn>
                              </p:par>
                              <p:par>
                                <p:cTn id="373" presetID="10" presetClass="entr" presetSubtype="0" fill="hold" grpId="0" nodeType="withEffect">
                                  <p:stCondLst>
                                    <p:cond delay="400"/>
                                  </p:stCondLst>
                                  <p:childTnLst>
                                    <p:set>
                                      <p:cBhvr>
                                        <p:cTn id="371" dur="1" fill="hold">
                                          <p:stCondLst>
                                            <p:cond delay="0"/>
                                          </p:stCondLst>
                                        </p:cTn>
                                        <p:tgtEl>
                                          <p:spTgt spid="75"/>
                                        </p:tgtEl>
                                        <p:attrNameLst>
                                          <p:attrName>style.visibility</p:attrName>
                                        </p:attrNameLst>
                                      </p:cBhvr>
                                      <p:to>
                                        <p:strVal val="visible"/>
                                      </p:to>
                                    </p:set>
                                    <p:animEffect transition="in" filter="fade">
                                      <p:cBhvr>
                                        <p:cTn id="372" dur="500"/>
                                        <p:tgtEl>
                                          <p:spTgt spid="75"/>
                                        </p:tgtEl>
                                      </p:cBhvr>
                                    </p:animEffect>
                                  </p:childTnLst>
                                </p:cTn>
                              </p:par>
                              <p:par>
                                <p:cTn id="376" presetID="10" presetClass="entr" presetSubtype="0" fill="hold" grpId="0" nodeType="withEffect">
                                  <p:stCondLst>
                                    <p:cond delay="550"/>
                                  </p:stCondLst>
                                  <p:childTnLst>
                                    <p:set>
                                      <p:cBhvr>
                                        <p:cTn id="374" dur="1" fill="hold">
                                          <p:stCondLst>
                                            <p:cond delay="0"/>
                                          </p:stCondLst>
                                        </p:cTn>
                                        <p:tgtEl>
                                          <p:spTgt spid="76"/>
                                        </p:tgtEl>
                                        <p:attrNameLst>
                                          <p:attrName>style.visibility</p:attrName>
                                        </p:attrNameLst>
                                      </p:cBhvr>
                                      <p:to>
                                        <p:strVal val="visible"/>
                                      </p:to>
                                    </p:set>
                                    <p:animEffect transition="in" filter="fade">
                                      <p:cBhvr>
                                        <p:cTn id="375" dur="500"/>
                                        <p:tgtEl>
                                          <p:spTgt spid="76"/>
                                        </p:tgtEl>
                                      </p:cBhvr>
                                    </p:animEffect>
                                  </p:childTnLst>
                                </p:cTn>
                              </p:par>
                              <p:par>
                                <p:cTn id="379" presetID="10" presetClass="entr" presetSubtype="0" fill="hold" grpId="0" nodeType="withEffect">
                                  <p:stCondLst>
                                    <p:cond delay="800"/>
                                  </p:stCondLst>
                                  <p:childTnLst>
                                    <p:set>
                                      <p:cBhvr>
                                        <p:cTn id="377" dur="1" fill="hold">
                                          <p:stCondLst>
                                            <p:cond delay="0"/>
                                          </p:stCondLst>
                                        </p:cTn>
                                        <p:tgtEl>
                                          <p:spTgt spid="77"/>
                                        </p:tgtEl>
                                        <p:attrNameLst>
                                          <p:attrName>style.visibility</p:attrName>
                                        </p:attrNameLst>
                                      </p:cBhvr>
                                      <p:to>
                                        <p:strVal val="visible"/>
                                      </p:to>
                                    </p:set>
                                    <p:animEffect transition="in" filter="fade">
                                      <p:cBhvr>
                                        <p:cTn id="378" dur="500"/>
                                        <p:tgtEl>
                                          <p:spTgt spid="77"/>
                                        </p:tgtEl>
                                      </p:cBhvr>
                                    </p:animEffect>
                                  </p:childTnLst>
                                </p:cTn>
                              </p:par>
                              <p:par>
                                <p:cTn id="382" presetID="10" presetClass="entr" presetSubtype="0" fill="hold" grpId="0" nodeType="withEffect">
                                  <p:stCondLst>
                                    <p:cond delay="1000"/>
                                  </p:stCondLst>
                                  <p:childTnLst>
                                    <p:set>
                                      <p:cBhvr>
                                        <p:cTn id="380" dur="1" fill="hold">
                                          <p:stCondLst>
                                            <p:cond delay="0"/>
                                          </p:stCondLst>
                                        </p:cTn>
                                        <p:tgtEl>
                                          <p:spTgt spid="78"/>
                                        </p:tgtEl>
                                        <p:attrNameLst>
                                          <p:attrName>style.visibility</p:attrName>
                                        </p:attrNameLst>
                                      </p:cBhvr>
                                      <p:to>
                                        <p:strVal val="visible"/>
                                      </p:to>
                                    </p:set>
                                    <p:animEffect transition="in" filter="fade">
                                      <p:cBhvr>
                                        <p:cTn id="381" dur="500"/>
                                        <p:tgtEl>
                                          <p:spTgt spid="78"/>
                                        </p:tgtEl>
                                      </p:cBhvr>
                                    </p:animEffect>
                                  </p:childTnLst>
                                </p:cTn>
                              </p:par>
                              <p:par>
                                <p:cTn id="385" presetID="10" presetClass="entr" presetSubtype="0" fill="hold" grpId="0" nodeType="withEffect">
                                  <p:stCondLst>
                                    <p:cond delay="1200"/>
                                  </p:stCondLst>
                                  <p:childTnLst>
                                    <p:set>
                                      <p:cBhvr>
                                        <p:cTn id="383" dur="1" fill="hold">
                                          <p:stCondLst>
                                            <p:cond delay="0"/>
                                          </p:stCondLst>
                                        </p:cTn>
                                        <p:tgtEl>
                                          <p:spTgt spid="79"/>
                                        </p:tgtEl>
                                        <p:attrNameLst>
                                          <p:attrName>style.visibility</p:attrName>
                                        </p:attrNameLst>
                                      </p:cBhvr>
                                      <p:to>
                                        <p:strVal val="visible"/>
                                      </p:to>
                                    </p:set>
                                    <p:animEffect transition="in" filter="fade">
                                      <p:cBhvr>
                                        <p:cTn id="384" dur="500"/>
                                        <p:tgtEl>
                                          <p:spTgt spid="79"/>
                                        </p:tgtEl>
                                      </p:cBhvr>
                                    </p:animEffect>
                                  </p:childTnLst>
                                </p:cTn>
                              </p:par>
                              <p:par>
                                <p:cTn id="388" presetID="10" presetClass="entr" presetSubtype="0" fill="hold" grpId="0" nodeType="withEffect">
                                  <p:stCondLst>
                                    <p:cond delay="1600"/>
                                  </p:stCondLst>
                                  <p:childTnLst>
                                    <p:set>
                                      <p:cBhvr>
                                        <p:cTn id="386" dur="1" fill="hold">
                                          <p:stCondLst>
                                            <p:cond delay="0"/>
                                          </p:stCondLst>
                                        </p:cTn>
                                        <p:tgtEl>
                                          <p:spTgt spid="80"/>
                                        </p:tgtEl>
                                        <p:attrNameLst>
                                          <p:attrName>style.visibility</p:attrName>
                                        </p:attrNameLst>
                                      </p:cBhvr>
                                      <p:to>
                                        <p:strVal val="visible"/>
                                      </p:to>
                                    </p:set>
                                    <p:animEffect transition="in" filter="fade">
                                      <p:cBhvr>
                                        <p:cTn id="387" dur="500"/>
                                        <p:tgtEl>
                                          <p:spTgt spid="80"/>
                                        </p:tgtEl>
                                      </p:cBhvr>
                                    </p:animEffect>
                                  </p:childTnLst>
                                </p:cTn>
                              </p:par>
                              <p:par>
                                <p:cTn id="391" presetID="10" presetClass="entr" presetSubtype="0" fill="hold" grpId="0" nodeType="withEffect">
                                  <p:stCondLst>
                                    <p:cond delay="1750"/>
                                  </p:stCondLst>
                                  <p:childTnLst>
                                    <p:set>
                                      <p:cBhvr>
                                        <p:cTn id="389" dur="1" fill="hold">
                                          <p:stCondLst>
                                            <p:cond delay="0"/>
                                          </p:stCondLst>
                                        </p:cTn>
                                        <p:tgtEl>
                                          <p:spTgt spid="81"/>
                                        </p:tgtEl>
                                        <p:attrNameLst>
                                          <p:attrName>style.visibility</p:attrName>
                                        </p:attrNameLst>
                                      </p:cBhvr>
                                      <p:to>
                                        <p:strVal val="visible"/>
                                      </p:to>
                                    </p:set>
                                    <p:animEffect transition="in" filter="fade">
                                      <p:cBhvr>
                                        <p:cTn id="390" dur="500"/>
                                        <p:tgtEl>
                                          <p:spTgt spid="81"/>
                                        </p:tgtEl>
                                      </p:cBhvr>
                                    </p:animEffect>
                                  </p:childTnLst>
                                </p:cTn>
                              </p:par>
                              <p:par>
                                <p:cTn id="394" presetID="10" presetClass="entr" presetSubtype="0" fill="hold" grpId="0" nodeType="withEffect">
                                  <p:stCondLst>
                                    <p:cond delay="1900"/>
                                  </p:stCondLst>
                                  <p:childTnLst>
                                    <p:set>
                                      <p:cBhvr>
                                        <p:cTn id="392" dur="1" fill="hold">
                                          <p:stCondLst>
                                            <p:cond delay="0"/>
                                          </p:stCondLst>
                                        </p:cTn>
                                        <p:tgtEl>
                                          <p:spTgt spid="82"/>
                                        </p:tgtEl>
                                        <p:attrNameLst>
                                          <p:attrName>style.visibility</p:attrName>
                                        </p:attrNameLst>
                                      </p:cBhvr>
                                      <p:to>
                                        <p:strVal val="visible"/>
                                      </p:to>
                                    </p:set>
                                    <p:animEffect transition="in" filter="fade">
                                      <p:cBhvr>
                                        <p:cTn id="393" dur="500"/>
                                        <p:tgtEl>
                                          <p:spTgt spid="82"/>
                                        </p:tgtEl>
                                      </p:cBhvr>
                                    </p:animEffect>
                                  </p:childTnLst>
                                </p:cTn>
                              </p:par>
                              <p:par>
                                <p:cTn id="397" presetID="10" presetClass="entr" presetSubtype="0" fill="hold" grpId="0" nodeType="withEffect">
                                  <p:stCondLst>
                                    <p:cond delay="2000"/>
                                  </p:stCondLst>
                                  <p:childTnLst>
                                    <p:set>
                                      <p:cBhvr>
                                        <p:cTn id="395" dur="1" fill="hold">
                                          <p:stCondLst>
                                            <p:cond delay="0"/>
                                          </p:stCondLst>
                                        </p:cTn>
                                        <p:tgtEl>
                                          <p:spTgt spid="83"/>
                                        </p:tgtEl>
                                        <p:attrNameLst>
                                          <p:attrName>style.visibility</p:attrName>
                                        </p:attrNameLst>
                                      </p:cBhvr>
                                      <p:to>
                                        <p:strVal val="visible"/>
                                      </p:to>
                                    </p:set>
                                    <p:animEffect transition="in" filter="fade">
                                      <p:cBhvr>
                                        <p:cTn id="396" dur="500"/>
                                        <p:tgtEl>
                                          <p:spTgt spid="83"/>
                                        </p:tgtEl>
                                      </p:cBhvr>
                                    </p:animEffect>
                                  </p:childTnLst>
                                </p:cTn>
                              </p:par>
                              <p:par>
                                <p:cTn id="400" presetID="10" presetClass="entr" presetSubtype="0" fill="hold" grpId="0" nodeType="withEffect">
                                  <p:stCondLst>
                                    <p:cond delay="2200"/>
                                  </p:stCondLst>
                                  <p:childTnLst>
                                    <p:set>
                                      <p:cBhvr>
                                        <p:cTn id="398" dur="1" fill="hold">
                                          <p:stCondLst>
                                            <p:cond delay="0"/>
                                          </p:stCondLst>
                                        </p:cTn>
                                        <p:tgtEl>
                                          <p:spTgt spid="69"/>
                                        </p:tgtEl>
                                        <p:attrNameLst>
                                          <p:attrName>style.visibility</p:attrName>
                                        </p:attrNameLst>
                                      </p:cBhvr>
                                      <p:to>
                                        <p:strVal val="visible"/>
                                      </p:to>
                                    </p:set>
                                    <p:animEffect transition="in" filter="fade">
                                      <p:cBhvr>
                                        <p:cTn id="399" dur="500"/>
                                        <p:tgtEl>
                                          <p:spTgt spid="69"/>
                                        </p:tgtEl>
                                      </p:cBhvr>
                                    </p:animEffect>
                                  </p:childTnLst>
                                </p:cTn>
                              </p:par>
                              <p:par>
                                <p:cTn id="403" presetID="10" presetClass="entr" presetSubtype="0" fill="hold" grpId="0" nodeType="withEffect">
                                  <p:stCondLst>
                                    <p:cond delay="2350"/>
                                  </p:stCondLst>
                                  <p:childTnLst>
                                    <p:set>
                                      <p:cBhvr>
                                        <p:cTn id="401" dur="1" fill="hold">
                                          <p:stCondLst>
                                            <p:cond delay="0"/>
                                          </p:stCondLst>
                                        </p:cTn>
                                        <p:tgtEl>
                                          <p:spTgt spid="70"/>
                                        </p:tgtEl>
                                        <p:attrNameLst>
                                          <p:attrName>style.visibility</p:attrName>
                                        </p:attrNameLst>
                                      </p:cBhvr>
                                      <p:to>
                                        <p:strVal val="visible"/>
                                      </p:to>
                                    </p:set>
                                    <p:animEffect transition="in" filter="fade">
                                      <p:cBhvr>
                                        <p:cTn id="402" dur="500"/>
                                        <p:tgtEl>
                                          <p:spTgt spid="70"/>
                                        </p:tgtEl>
                                      </p:cBhvr>
                                    </p:animEffect>
                                  </p:childTnLst>
                                </p:cTn>
                              </p:par>
                              <p:par>
                                <p:cTn id="406" presetID="10" presetClass="entr" presetSubtype="0" fill="hold" grpId="0" nodeType="withEffect">
                                  <p:stCondLst>
                                    <p:cond delay="2500"/>
                                  </p:stCondLst>
                                  <p:childTnLst>
                                    <p:set>
                                      <p:cBhvr>
                                        <p:cTn id="404" dur="1" fill="hold">
                                          <p:stCondLst>
                                            <p:cond delay="0"/>
                                          </p:stCondLst>
                                        </p:cTn>
                                        <p:tgtEl>
                                          <p:spTgt spid="71"/>
                                        </p:tgtEl>
                                        <p:attrNameLst>
                                          <p:attrName>style.visibility</p:attrName>
                                        </p:attrNameLst>
                                      </p:cBhvr>
                                      <p:to>
                                        <p:strVal val="visible"/>
                                      </p:to>
                                    </p:set>
                                    <p:animEffect transition="in" filter="fade">
                                      <p:cBhvr>
                                        <p:cTn id="405" dur="500"/>
                                        <p:tgtEl>
                                          <p:spTgt spid="71"/>
                                        </p:tgtEl>
                                      </p:cBhvr>
                                    </p:animEffect>
                                  </p:childTnLst>
                                </p:cTn>
                              </p:par>
                              <p:par>
                                <p:cTn id="409" presetID="10" presetClass="entr" presetSubtype="0" fill="hold" grpId="0" nodeType="withEffect">
                                  <p:stCondLst>
                                    <p:cond delay="2700"/>
                                  </p:stCondLst>
                                  <p:childTnLst>
                                    <p:set>
                                      <p:cBhvr>
                                        <p:cTn id="407" dur="1" fill="hold">
                                          <p:stCondLst>
                                            <p:cond delay="0"/>
                                          </p:stCondLst>
                                        </p:cTn>
                                        <p:tgtEl>
                                          <p:spTgt spid="72"/>
                                        </p:tgtEl>
                                        <p:attrNameLst>
                                          <p:attrName>style.visibility</p:attrName>
                                        </p:attrNameLst>
                                      </p:cBhvr>
                                      <p:to>
                                        <p:strVal val="visible"/>
                                      </p:to>
                                    </p:set>
                                    <p:animEffect transition="in" filter="fade">
                                      <p:cBhvr>
                                        <p:cTn id="408" dur="500"/>
                                        <p:tgtEl>
                                          <p:spTgt spid="72"/>
                                        </p:tgtEl>
                                      </p:cBhvr>
                                    </p:animEffect>
                                  </p:childTnLst>
                                </p:cTn>
                              </p:par>
                              <p:par>
                                <p:cTn id="412" presetID="10" presetClass="entr" presetSubtype="0" fill="hold" grpId="0" nodeType="withEffect">
                                  <p:stCondLst>
                                    <p:cond delay="2900"/>
                                  </p:stCondLst>
                                  <p:childTnLst>
                                    <p:set>
                                      <p:cBhvr>
                                        <p:cTn id="410" dur="1" fill="hold">
                                          <p:stCondLst>
                                            <p:cond delay="0"/>
                                          </p:stCondLst>
                                        </p:cTn>
                                        <p:tgtEl>
                                          <p:spTgt spid="73"/>
                                        </p:tgtEl>
                                        <p:attrNameLst>
                                          <p:attrName>style.visibility</p:attrName>
                                        </p:attrNameLst>
                                      </p:cBhvr>
                                      <p:to>
                                        <p:strVal val="visible"/>
                                      </p:to>
                                    </p:set>
                                    <p:animEffect transition="in" filter="fade">
                                      <p:cBhvr>
                                        <p:cTn id="411" dur="500"/>
                                        <p:tgtEl>
                                          <p:spTgt spid="73"/>
                                        </p:tgtEl>
                                      </p:cBhvr>
                                    </p:animEffect>
                                  </p:childTnLst>
                                </p:cTn>
                              </p:par>
                              <p:par>
                                <p:cTn id="415" presetID="10" presetClass="entr" presetSubtype="0" fill="hold" grpId="0" nodeType="withEffect">
                                  <p:stCondLst>
                                    <p:cond delay="3100"/>
                                  </p:stCondLst>
                                  <p:childTnLst>
                                    <p:set>
                                      <p:cBhvr>
                                        <p:cTn id="413" dur="1" fill="hold">
                                          <p:stCondLst>
                                            <p:cond delay="0"/>
                                          </p:stCondLst>
                                        </p:cTn>
                                        <p:tgtEl>
                                          <p:spTgt spid="74"/>
                                        </p:tgtEl>
                                        <p:attrNameLst>
                                          <p:attrName>style.visibility</p:attrName>
                                        </p:attrNameLst>
                                      </p:cBhvr>
                                      <p:to>
                                        <p:strVal val="visible"/>
                                      </p:to>
                                    </p:set>
                                    <p:animEffect transition="in" filter="fade">
                                      <p:cBhvr>
                                        <p:cTn id="414" dur="500"/>
                                        <p:tgtEl>
                                          <p:spTgt spid="7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5" grpId="0" animBg="1"/>
      <p:bldP spid="46" grpId="0" animBg="1"/>
      <p:bldP spid="47" grpId="0" animBg="1"/>
      <p:bldP spid="48" grpId="0" animBg="1"/>
      <p:bldP spid="49" grpId="0" animBg="1"/>
      <p:bldP spid="50" grpId="0" animBg="1"/>
      <p:bldP spid="51" grpId="0" animBg="1"/>
      <p:bldP spid="52" grpId="0" animBg="1"/>
      <p:bldP spid="53" grpId="0" animBg="1"/>
      <p:bldP spid="54" grpId="0" animBg="1"/>
      <p:bldP spid="55" grpId="0" animBg="1"/>
      <p:bldP spid="56" grpId="0" animBg="1"/>
      <p:bldP spid="57" grpId="0" animBg="1"/>
      <p:bldP spid="58" grpId="0" animBg="1"/>
      <p:bldP spid="59" grpId="0" animBg="1"/>
      <p:bldP spid="60" grpId="0" animBg="1"/>
      <p:bldP spid="61" grpId="0" animBg="1"/>
      <p:bldP spid="62" grpId="0" animBg="1"/>
      <p:bldP spid="63" grpId="0" animBg="1"/>
      <p:bldP spid="64" grpId="0" animBg="1"/>
      <p:bldP spid="65" grpId="0" animBg="1"/>
      <p:bldP spid="66" grpId="0" animBg="1"/>
      <p:bldP spid="67" grpId="0" animBg="1"/>
      <p:bldP spid="68" grpId="0" animBg="1"/>
      <p:bldP spid="75" grpId="0" animBg="1"/>
      <p:bldP spid="76" grpId="0" animBg="1"/>
      <p:bldP spid="77" grpId="0" animBg="1"/>
      <p:bldP spid="78" grpId="0" animBg="1"/>
      <p:bldP spid="79" grpId="0" animBg="1"/>
      <p:bldP spid="80" grpId="0" animBg="1"/>
      <p:bldP spid="81" grpId="0" animBg="1"/>
      <p:bldP spid="82" grpId="0" animBg="1"/>
      <p:bldP spid="83" grpId="0" animBg="1"/>
      <p:bldP spid="69" grpId="0" animBg="1"/>
      <p:bldP spid="70" grpId="0" animBg="1"/>
      <p:bldP spid="71" grpId="0" animBg="1"/>
      <p:bldP spid="72" grpId="0" animBg="1"/>
      <p:bldP spid="73" grpId="0" animBg="1"/>
      <p:bldP spid="74" grpId="0" animBg="1"/>
    </p:bldLst>
  </p:timing>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9902952" cy="6858000"/>
          </a:xfrm>
          <a:prstGeom prst="rect">
            <a:avLst/>
          </a:prstGeom>
          <a:solidFill>
            <a:srgbClr val="F6F2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0075" y="642937"/>
            <a:ext cx="5143500" cy="291465"/>
          </a:xfrm>
          <a:prstGeom prst="rect">
            <a:avLst/>
          </a:prstGeom>
          <a:noFill/>
        </p:spPr>
        <p:txBody>
          <a:bodyPr wrap="square" lIns="0" rIns="0" tIns="0" bIns="0" anchor="ctr">
            <a:spAutoFit/>
          </a:bodyPr>
          <a:lstStyle/>
          <a:p>
            <a:pPr algn="l"/>
            <a:r>
              <a:rPr sz="1800" b="1">
                <a:solidFill>
                  <a:srgbClr val="C6986B"/>
                </a:solidFill>
                <a:latin typeface="Readex Pro"/>
                <a:cs typeface="Readex Pro"/>
                <a:ea typeface="Readex Pro"/>
              </a:rPr>
              <a:t>05 · RESULTS</a:t>
            </a:r>
          </a:p>
        </p:txBody>
      </p:sp>
      <p:sp>
        <p:nvSpPr>
          <p:cNvPr id="4" name="Rectangle 3"/>
          <p:cNvSpPr/>
          <p:nvPr/>
        </p:nvSpPr>
        <p:spPr>
          <a:xfrm>
            <a:off x="360045" y="591502"/>
            <a:ext cx="68580" cy="394335"/>
          </a:xfrm>
          <a:prstGeom prst="rect">
            <a:avLst/>
          </a:prstGeom>
          <a:solidFill>
            <a:srgbClr val="C69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00075" y="1174432"/>
            <a:ext cx="8702675" cy="600075"/>
          </a:xfrm>
          <a:prstGeom prst="rect">
            <a:avLst/>
          </a:prstGeom>
          <a:noFill/>
        </p:spPr>
        <p:txBody>
          <a:bodyPr wrap="square" lIns="0" rIns="0" tIns="0" bIns="0" anchor="ctr">
            <a:spAutoFit/>
          </a:bodyPr>
          <a:lstStyle/>
          <a:p>
            <a:pPr algn="l"/>
            <a:r>
              <a:rPr sz="4000" b="1">
                <a:solidFill>
                  <a:srgbClr val="282824"/>
                </a:solidFill>
                <a:latin typeface="Readex Pro"/>
                <a:cs typeface="Readex Pro"/>
                <a:ea typeface="Readex Pro"/>
              </a:rPr>
              <a:t>v0.3 is our best model</a:t>
            </a:r>
          </a:p>
        </p:txBody>
      </p:sp>
      <p:pic>
        <p:nvPicPr>
          <p:cNvPr id="6" name="Samsung logo" descr="Samsung"/>
          <p:cNvPicPr>
            <a:picLocks noChangeAspect="1"/>
          </p:cNvPicPr>
          <p:nvPr/>
        </p:nvPicPr>
        <p:blipFill>
          <a:blip r:embed="rId2"/>
          <a:stretch>
            <a:fillRect/>
          </a:stretch>
        </p:blipFill>
        <p:spPr>
          <a:xfrm>
            <a:off x="600075" y="6429375"/>
            <a:ext cx="1071562" cy="164753"/>
          </a:xfrm>
          <a:prstGeom prst="rect">
            <a:avLst/>
          </a:prstGeom>
        </p:spPr>
      </p:pic>
      <p:sp>
        <p:nvSpPr>
          <p:cNvPr id="7" name="TextBox 6"/>
          <p:cNvSpPr txBox="1"/>
          <p:nvPr/>
        </p:nvSpPr>
        <p:spPr>
          <a:xfrm>
            <a:off x="1928812" y="6429375"/>
            <a:ext cx="3857625" cy="240030"/>
          </a:xfrm>
          <a:prstGeom prst="rect">
            <a:avLst/>
          </a:prstGeom>
          <a:noFill/>
        </p:spPr>
        <p:txBody>
          <a:bodyPr wrap="square" lIns="0" rIns="0" tIns="0" bIns="0" anchor="ctr">
            <a:spAutoFit/>
          </a:bodyPr>
          <a:lstStyle/>
          <a:p>
            <a:pPr algn="l"/>
            <a:r>
              <a:rPr sz="1300" b="0">
                <a:solidFill>
                  <a:srgbClr val="6F6B5E"/>
                </a:solidFill>
                <a:latin typeface="Readex Pro"/>
                <a:cs typeface="Readex Pro"/>
                <a:ea typeface="Readex Pro"/>
              </a:rPr>
              <a:t>Samsung Innovation Campus  ·  AI Course</a:t>
            </a:r>
          </a:p>
        </p:txBody>
      </p:sp>
      <p:sp>
        <p:nvSpPr>
          <p:cNvPr id="8" name="TextBox 7"/>
          <p:cNvSpPr txBox="1"/>
          <p:nvPr/>
        </p:nvSpPr>
        <p:spPr>
          <a:xfrm>
            <a:off x="8445500" y="6429375"/>
            <a:ext cx="857250" cy="240030"/>
          </a:xfrm>
          <a:prstGeom prst="rect">
            <a:avLst/>
          </a:prstGeom>
          <a:noFill/>
        </p:spPr>
        <p:txBody>
          <a:bodyPr wrap="square" lIns="0" rIns="0" tIns="0" bIns="0" anchor="ctr">
            <a:spAutoFit/>
          </a:bodyPr>
          <a:lstStyle/>
          <a:p>
            <a:pPr algn="r"/>
            <a:r>
              <a:rPr sz="1300" b="0">
                <a:solidFill>
                  <a:srgbClr val="6F6B5E"/>
                </a:solidFill>
                <a:latin typeface="Readex Pro"/>
                <a:cs typeface="Readex Pro"/>
                <a:ea typeface="Readex Pro"/>
              </a:rPr>
              <a:t>6 / 8</a:t>
            </a:r>
          </a:p>
        </p:txBody>
      </p:sp>
      <p:cxnSp>
        <p:nvCxnSpPr>
          <p:cNvPr id="9" name="Connector 8"/>
          <p:cNvCxnSpPr/>
          <p:nvPr/>
        </p:nvCxnSpPr>
        <p:spPr>
          <a:xfrm>
            <a:off x="750887" y="5057775"/>
            <a:ext cx="4457700" cy="0"/>
          </a:xfrm>
          <a:prstGeom prst="line">
            <a:avLst/>
          </a:prstGeom>
          <a:ln w="25400">
            <a:solidFill>
              <a:srgbClr val="A29D8C"/>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750887" y="2228850"/>
            <a:ext cx="0" cy="2828925"/>
          </a:xfrm>
          <a:prstGeom prst="line">
            <a:avLst/>
          </a:prstGeom>
          <a:ln w="25400">
            <a:solidFill>
              <a:srgbClr val="A29D8C"/>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836612" y="5160645"/>
            <a:ext cx="4286250" cy="240030"/>
          </a:xfrm>
          <a:prstGeom prst="rect">
            <a:avLst/>
          </a:prstGeom>
          <a:noFill/>
        </p:spPr>
        <p:txBody>
          <a:bodyPr wrap="square" lIns="0" rIns="0" tIns="0" bIns="0" anchor="ctr">
            <a:spAutoFit/>
          </a:bodyPr>
          <a:lstStyle/>
          <a:p>
            <a:pPr algn="ctr"/>
            <a:r>
              <a:rPr sz="1200" b="0">
                <a:solidFill>
                  <a:srgbClr val="6F6B5E"/>
                </a:solidFill>
                <a:latin typeface="Readex Pro"/>
                <a:cs typeface="Readex Pro"/>
                <a:ea typeface="Readex Pro"/>
              </a:rPr>
              <a:t>meaning kept (%)  →</a:t>
            </a:r>
          </a:p>
        </p:txBody>
      </p:sp>
      <p:sp>
        <p:nvSpPr>
          <p:cNvPr id="12" name="TextBox 11"/>
          <p:cNvSpPr txBox="1"/>
          <p:nvPr/>
        </p:nvSpPr>
        <p:spPr>
          <a:xfrm>
            <a:off x="279399" y="2614612"/>
            <a:ext cx="600075" cy="2057400"/>
          </a:xfrm>
          <a:prstGeom prst="rect">
            <a:avLst/>
          </a:prstGeom>
          <a:noFill/>
        </p:spPr>
        <p:txBody>
          <a:bodyPr wrap="square" lIns="0" rIns="0" tIns="0" bIns="0" anchor="ctr">
            <a:spAutoFit/>
          </a:bodyPr>
          <a:lstStyle/>
          <a:p>
            <a:pPr algn="ctr"/>
            <a:r>
              <a:rPr sz="1200" b="0">
                <a:solidFill>
                  <a:srgbClr val="6F6B5E"/>
                </a:solidFill>
                <a:latin typeface="Readex Pro"/>
                <a:cs typeface="Readex Pro"/>
                <a:ea typeface="Readex Pro"/>
              </a:rPr>
              <a:t>simplification: words cut</a:t>
            </a:r>
          </a:p>
          <a:p>
            <a:pPr algn="ctr"/>
            <a:r>
              <a:rPr sz="1200" b="0">
                <a:solidFill>
                  <a:srgbClr val="6F6B5E"/>
                </a:solidFill>
                <a:latin typeface="Readex Pro"/>
                <a:cs typeface="Readex Pro"/>
                <a:ea typeface="Readex Pro"/>
              </a:rPr>
              <a:t>from the longest clause  →</a:t>
            </a:r>
          </a:p>
        </p:txBody>
      </p:sp>
      <p:sp>
        <p:nvSpPr>
          <p:cNvPr id="13" name="Oval 12"/>
          <p:cNvSpPr/>
          <p:nvPr/>
        </p:nvSpPr>
        <p:spPr>
          <a:xfrm>
            <a:off x="4808537" y="4747910"/>
            <a:ext cx="205739" cy="205739"/>
          </a:xfrm>
          <a:prstGeom prst="ellipse">
            <a:avLst/>
          </a:prstGeom>
          <a:solidFill>
            <a:srgbClr val="A29D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968432" y="4465017"/>
            <a:ext cx="1885950" cy="240030"/>
          </a:xfrm>
          <a:prstGeom prst="rect">
            <a:avLst/>
          </a:prstGeom>
          <a:noFill/>
        </p:spPr>
        <p:txBody>
          <a:bodyPr wrap="square" lIns="0" rIns="0" tIns="0" bIns="0" anchor="ctr">
            <a:spAutoFit/>
          </a:bodyPr>
          <a:lstStyle/>
          <a:p>
            <a:pPr algn="ctr"/>
            <a:r>
              <a:rPr sz="1200" b="0">
                <a:solidFill>
                  <a:srgbClr val="4A4842"/>
                </a:solidFill>
                <a:latin typeface="Readex Pro"/>
                <a:cs typeface="Readex Pro"/>
                <a:ea typeface="Readex Pro"/>
              </a:rPr>
              <a:t>copy</a:t>
            </a:r>
          </a:p>
        </p:txBody>
      </p:sp>
      <p:sp>
        <p:nvSpPr>
          <p:cNvPr id="15" name="Oval 14"/>
          <p:cNvSpPr/>
          <p:nvPr/>
        </p:nvSpPr>
        <p:spPr>
          <a:xfrm>
            <a:off x="3524719" y="4195925"/>
            <a:ext cx="205739" cy="205739"/>
          </a:xfrm>
          <a:prstGeom prst="ellipse">
            <a:avLst/>
          </a:prstGeom>
          <a:solidFill>
            <a:srgbClr val="8A5E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684614" y="3913032"/>
            <a:ext cx="1885950" cy="240030"/>
          </a:xfrm>
          <a:prstGeom prst="rect">
            <a:avLst/>
          </a:prstGeom>
          <a:noFill/>
        </p:spPr>
        <p:txBody>
          <a:bodyPr wrap="square" lIns="0" rIns="0" tIns="0" bIns="0" anchor="ctr">
            <a:spAutoFit/>
          </a:bodyPr>
          <a:lstStyle/>
          <a:p>
            <a:pPr algn="ctr"/>
            <a:r>
              <a:rPr sz="1200" b="0">
                <a:solidFill>
                  <a:srgbClr val="4A4842"/>
                </a:solidFill>
                <a:latin typeface="Readex Pro"/>
                <a:cs typeface="Readex Pro"/>
                <a:ea typeface="Readex Pro"/>
              </a:rPr>
              <a:t>app-arat5 (today)</a:t>
            </a:r>
          </a:p>
        </p:txBody>
      </p:sp>
      <p:sp>
        <p:nvSpPr>
          <p:cNvPr id="17" name="Oval 16"/>
          <p:cNvSpPr/>
          <p:nvPr/>
        </p:nvSpPr>
        <p:spPr>
          <a:xfrm>
            <a:off x="3489058" y="3505943"/>
            <a:ext cx="205739" cy="205739"/>
          </a:xfrm>
          <a:prstGeom prst="ellipse">
            <a:avLst/>
          </a:prstGeom>
          <a:solidFill>
            <a:srgbClr val="6F6B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2579687" y="2781462"/>
            <a:ext cx="205739" cy="205739"/>
          </a:xfrm>
          <a:prstGeom prst="ellipse">
            <a:avLst/>
          </a:prstGeom>
          <a:solidFill>
            <a:srgbClr val="6F6B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2116086" y="3367947"/>
            <a:ext cx="205739" cy="205739"/>
          </a:xfrm>
          <a:prstGeom prst="ellipse">
            <a:avLst/>
          </a:prstGeom>
          <a:solidFill>
            <a:srgbClr val="8A5E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275981" y="3085054"/>
            <a:ext cx="1885950" cy="240030"/>
          </a:xfrm>
          <a:prstGeom prst="rect">
            <a:avLst/>
          </a:prstGeom>
          <a:noFill/>
        </p:spPr>
        <p:txBody>
          <a:bodyPr wrap="square" lIns="0" rIns="0" tIns="0" bIns="0" anchor="ctr">
            <a:spAutoFit/>
          </a:bodyPr>
          <a:lstStyle/>
          <a:p>
            <a:pPr algn="ctr"/>
            <a:r>
              <a:rPr sz="1200" b="0">
                <a:solidFill>
                  <a:srgbClr val="4A4842"/>
                </a:solidFill>
                <a:latin typeface="Readex Pro"/>
                <a:cs typeface="Readex Pro"/>
                <a:ea typeface="Readex Pro"/>
              </a:rPr>
              <a:t>app-arabart</a:t>
            </a:r>
          </a:p>
        </p:txBody>
      </p:sp>
      <p:sp>
        <p:nvSpPr>
          <p:cNvPr id="21" name="Oval 20"/>
          <p:cNvSpPr/>
          <p:nvPr/>
        </p:nvSpPr>
        <p:spPr>
          <a:xfrm>
            <a:off x="2169579" y="3505943"/>
            <a:ext cx="205739" cy="205739"/>
          </a:xfrm>
          <a:prstGeom prst="ellipse">
            <a:avLst/>
          </a:prstGeom>
          <a:solidFill>
            <a:srgbClr val="6F6B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1355305" y="2677965"/>
            <a:ext cx="205739" cy="205739"/>
          </a:xfrm>
          <a:prstGeom prst="ellipse">
            <a:avLst/>
          </a:prstGeom>
          <a:solidFill>
            <a:srgbClr val="6F6B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3594957" y="2785288"/>
            <a:ext cx="612076" cy="612076"/>
          </a:xfrm>
          <a:prstGeom prst="ellipse">
            <a:avLst/>
          </a:prstGeom>
          <a:noFill/>
          <a:ln w="19050">
            <a:solidFill>
              <a:srgbClr val="C6986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3755263" y="2945594"/>
            <a:ext cx="291465" cy="291465"/>
          </a:xfrm>
          <a:prstGeom prst="ellipse">
            <a:avLst/>
          </a:prstGeom>
          <a:solidFill>
            <a:srgbClr val="B553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132453" y="2962739"/>
            <a:ext cx="1543050" cy="257175"/>
          </a:xfrm>
          <a:prstGeom prst="rect">
            <a:avLst/>
          </a:prstGeom>
          <a:noFill/>
        </p:spPr>
        <p:txBody>
          <a:bodyPr wrap="square" lIns="0" rIns="0" tIns="0" bIns="0" anchor="ctr">
            <a:spAutoFit/>
          </a:bodyPr>
          <a:lstStyle/>
          <a:p>
            <a:pPr algn="l"/>
            <a:r>
              <a:rPr sz="1200" b="1">
                <a:solidFill>
                  <a:srgbClr val="B5533C"/>
                </a:solidFill>
                <a:latin typeface="Readex Pro"/>
                <a:cs typeface="Readex Pro"/>
                <a:ea typeface="Readex Pro"/>
              </a:rPr>
              <a:t>model 3 + net</a:t>
            </a:r>
          </a:p>
        </p:txBody>
      </p:sp>
      <p:sp>
        <p:nvSpPr>
          <p:cNvPr id="26" name="Rectangle 25"/>
          <p:cNvSpPr/>
          <p:nvPr/>
        </p:nvSpPr>
        <p:spPr>
          <a:xfrm>
            <a:off x="2808287" y="5563552"/>
            <a:ext cx="51434" cy="264033"/>
          </a:xfrm>
          <a:prstGeom prst="rect">
            <a:avLst/>
          </a:prstGeom>
          <a:solidFill>
            <a:srgbClr val="C69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048317" y="5529262"/>
            <a:ext cx="5143500" cy="183356"/>
          </a:xfrm>
          <a:prstGeom prst="rect">
            <a:avLst/>
          </a:prstGeom>
          <a:noFill/>
        </p:spPr>
        <p:txBody>
          <a:bodyPr wrap="square" lIns="0" rIns="0" tIns="0" bIns="0" anchor="ctr">
            <a:spAutoFit/>
          </a:bodyPr>
          <a:lstStyle/>
          <a:p>
            <a:pPr algn="l"/>
            <a:r>
              <a:rPr sz="1100" b="0">
                <a:solidFill>
                  <a:srgbClr val="6F6B5E"/>
                </a:solidFill>
                <a:latin typeface="Readex Pro"/>
                <a:cs typeface="Readex Pro"/>
                <a:ea typeface="Readex Pro"/>
              </a:rPr>
              <a:t>BayanBench v2, test core items</a:t>
            </a:r>
          </a:p>
        </p:txBody>
      </p:sp>
      <p:sp>
        <p:nvSpPr>
          <p:cNvPr id="28" name="Rounded Rectangle 27"/>
          <p:cNvSpPr/>
          <p:nvPr/>
        </p:nvSpPr>
        <p:spPr>
          <a:xfrm>
            <a:off x="6108700" y="2185451"/>
            <a:ext cx="28666302" cy="515421"/>
          </a:xfrm>
          <a:prstGeom prst="roundRect">
            <a:avLst>
              <a:gd name="adj" fmla="val 33264"/>
            </a:avLst>
          </a:prstGeom>
          <a:solidFill>
            <a:srgbClr val="EEDDC7"/>
          </a:solidFill>
          <a:ln w="15875">
            <a:solidFill>
              <a:srgbClr val="EEDDC7"/>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500" b="1">
                <a:solidFill>
                  <a:srgbClr val="8A5E35"/>
                </a:solidFill>
                <a:latin typeface="Readex Pro"/>
                <a:cs typeface="Readex Pro"/>
                <a:ea typeface="Readex Pro"/>
              </a:rPr>
              <a:t>the more it simplifies,</a:t>
            </a:r>
          </a:p>
          <a:p>
            <a:pPr algn="ctr"/>
            <a:r>
              <a:rPr sz="1500" b="1">
                <a:solidFill>
                  <a:srgbClr val="8A5E35"/>
                </a:solidFill>
                <a:latin typeface="Readex Pro"/>
                <a:cs typeface="Readex Pro"/>
                <a:ea typeface="Readex Pro"/>
              </a:rPr>
              <a:t>the less meaning it keeps, obviously</a:t>
            </a:r>
          </a:p>
        </p:txBody>
      </p:sp>
      <p:sp>
        <p:nvSpPr>
          <p:cNvPr id="29" name="Rounded Rectangle 28"/>
          <p:cNvSpPr/>
          <p:nvPr/>
        </p:nvSpPr>
        <p:spPr>
          <a:xfrm>
            <a:off x="6108700" y="3042701"/>
            <a:ext cx="26327450" cy="515421"/>
          </a:xfrm>
          <a:prstGeom prst="roundRect">
            <a:avLst>
              <a:gd name="adj" fmla="val 33264"/>
            </a:avLst>
          </a:prstGeom>
          <a:solidFill>
            <a:srgbClr val="C6986B"/>
          </a:solidFill>
          <a:ln w="15875">
            <a:solidFill>
              <a:srgbClr val="C6986B"/>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500" b="1">
                <a:solidFill>
                  <a:srgbClr val="1A1A14"/>
                </a:solidFill>
                <a:latin typeface="Readex Pro"/>
                <a:cs typeface="Readex Pro"/>
                <a:ea typeface="Readex Pro"/>
              </a:rPr>
              <a:t>v0.3 keeps the most meaning (82%)</a:t>
            </a:r>
          </a:p>
          <a:p>
            <a:pPr algn="ctr"/>
            <a:r>
              <a:rPr sz="1500" b="1">
                <a:solidFill>
                  <a:srgbClr val="1A1A14"/>
                </a:solidFill>
                <a:latin typeface="Readex Pro"/>
                <a:cs typeface="Readex Pro"/>
                <a:ea typeface="Readex Pro"/>
              </a:rPr>
              <a:t>and still cuts 5.2 words off</a:t>
            </a:r>
          </a:p>
          <a:p>
            <a:pPr algn="ctr"/>
            <a:r>
              <a:rPr sz="1500" b="1">
                <a:solidFill>
                  <a:srgbClr val="1A1A14"/>
                </a:solidFill>
                <a:latin typeface="Readex Pro"/>
                <a:cs typeface="Readex Pro"/>
                <a:ea typeface="Readex Pro"/>
              </a:rPr>
              <a:t>the longest clause</a:t>
            </a:r>
          </a:p>
        </p:txBody>
      </p:sp>
      <p:sp>
        <p:nvSpPr>
          <p:cNvPr id="30" name="Rounded Rectangle 29"/>
          <p:cNvSpPr/>
          <p:nvPr/>
        </p:nvSpPr>
        <p:spPr>
          <a:xfrm>
            <a:off x="6108700" y="3993713"/>
            <a:ext cx="22429363" cy="499348"/>
          </a:xfrm>
          <a:prstGeom prst="roundRect">
            <a:avLst>
              <a:gd name="adj" fmla="val 34334"/>
            </a:avLst>
          </a:prstGeom>
          <a:solidFill>
            <a:srgbClr val="EFE9D9"/>
          </a:solidFill>
          <a:ln w="15875">
            <a:solidFill>
              <a:srgbClr val="EFE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400" b="0">
                <a:solidFill>
                  <a:srgbClr val="4A4842"/>
                </a:solidFill>
                <a:latin typeface="Readex Pro"/>
                <a:cs typeface="Readex Pro"/>
                <a:ea typeface="Readex Pro"/>
              </a:rPr>
              <a:t>v0.3 is the app's large model,</a:t>
            </a:r>
          </a:p>
          <a:p>
            <a:pPr algn="ctr"/>
            <a:r>
              <a:rPr sz="1400" b="0">
                <a:solidFill>
                  <a:srgbClr val="4A4842"/>
                </a:solidFill>
                <a:latin typeface="Readex Pro"/>
                <a:cs typeface="Readex Pro"/>
                <a:ea typeface="Readex Pro"/>
              </a:rPr>
              <a:t>decoded with four beams</a:t>
            </a:r>
          </a:p>
        </p:txBody>
      </p:sp>
      <p:sp>
        <p:nvSpPr>
          <p:cNvPr id="31" name="TextBox 30"/>
          <p:cNvSpPr txBox="1"/>
          <p:nvPr/>
        </p:nvSpPr>
        <p:spPr>
          <a:xfrm>
            <a:off x="0" y="1628774"/>
            <a:ext cx="9902952" cy="257175"/>
          </a:xfrm>
          <a:prstGeom prst="rect">
            <a:avLst/>
          </a:prstGeom>
          <a:noFill/>
        </p:spPr>
        <p:txBody>
          <a:bodyPr wrap="square" lIns="0" rIns="0" tIns="0" bIns="0" anchor="ctr">
            <a:spAutoFit/>
          </a:bodyPr>
          <a:lstStyle/>
          <a:p>
            <a:pPr algn="ctr"/>
            <a:r>
              <a:rPr sz="1300" b="0">
                <a:solidFill>
                  <a:srgbClr val="6F6B5E"/>
                </a:solidFill>
                <a:latin typeface="Readex Pro"/>
                <a:cs typeface="Readex Pro"/>
                <a:ea typeface="Readex Pro"/>
              </a:rPr>
              <a:t>In the app: v0.3 (four beams) minus v0.2, same text step, test core, 95% interval</a:t>
            </a:r>
          </a:p>
        </p:txBody>
      </p:sp>
      <p:sp>
        <p:nvSpPr>
          <p:cNvPr id="32" name="TextBox 31"/>
          <p:cNvSpPr txBox="1"/>
          <p:nvPr/>
        </p:nvSpPr>
        <p:spPr>
          <a:xfrm>
            <a:off x="600075" y="2057400"/>
            <a:ext cx="3686175" cy="257175"/>
          </a:xfrm>
          <a:prstGeom prst="rect">
            <a:avLst/>
          </a:prstGeom>
          <a:noFill/>
        </p:spPr>
        <p:txBody>
          <a:bodyPr wrap="square" lIns="0" rIns="0" tIns="0" bIns="0" anchor="ctr">
            <a:spAutoFit/>
          </a:bodyPr>
          <a:lstStyle/>
          <a:p>
            <a:pPr algn="l"/>
            <a:r>
              <a:rPr sz="1400" b="0">
                <a:solidFill>
                  <a:srgbClr val="4A4842"/>
                </a:solidFill>
                <a:latin typeface="Readex Pro"/>
                <a:cs typeface="Readex Pro"/>
                <a:ea typeface="Readex Pro"/>
              </a:rPr>
              <a:t>words cut from the longest clause</a:t>
            </a:r>
          </a:p>
        </p:txBody>
      </p:sp>
      <p:cxnSp>
        <p:nvCxnSpPr>
          <p:cNvPr id="33" name="Connector 32"/>
          <p:cNvCxnSpPr/>
          <p:nvPr/>
        </p:nvCxnSpPr>
        <p:spPr>
          <a:xfrm>
            <a:off x="3751262" y="2185987"/>
            <a:ext cx="4457700" cy="0"/>
          </a:xfrm>
          <a:prstGeom prst="line">
            <a:avLst/>
          </a:prstGeom>
          <a:ln w="38100">
            <a:solidFill>
              <a:srgbClr val="E6DFCC"/>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flipV="1">
            <a:off x="5980112" y="2074544"/>
            <a:ext cx="0" cy="222886"/>
          </a:xfrm>
          <a:prstGeom prst="line">
            <a:avLst/>
          </a:prstGeom>
          <a:ln w="25400">
            <a:solidFill>
              <a:srgbClr val="A29D8C"/>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6871652" y="2185987"/>
            <a:ext cx="742950" cy="0"/>
          </a:xfrm>
          <a:prstGeom prst="line">
            <a:avLst/>
          </a:prstGeom>
          <a:ln w="76200">
            <a:solidFill>
              <a:srgbClr val="8A5E35"/>
            </a:solidFill>
          </a:ln>
        </p:spPr>
        <p:style>
          <a:lnRef idx="2">
            <a:schemeClr val="accent1"/>
          </a:lnRef>
          <a:fillRef idx="0">
            <a:schemeClr val="accent1"/>
          </a:fillRef>
          <a:effectRef idx="1">
            <a:schemeClr val="accent1"/>
          </a:effectRef>
          <a:fontRef idx="minor">
            <a:schemeClr val="tx1"/>
          </a:fontRef>
        </p:style>
      </p:cxnSp>
      <p:sp>
        <p:nvSpPr>
          <p:cNvPr id="36" name="Oval 35"/>
          <p:cNvSpPr/>
          <p:nvPr/>
        </p:nvSpPr>
        <p:spPr>
          <a:xfrm>
            <a:off x="7157402" y="2100262"/>
            <a:ext cx="171450" cy="171450"/>
          </a:xfrm>
          <a:prstGeom prst="ellipse">
            <a:avLst/>
          </a:prstGeom>
          <a:solidFill>
            <a:srgbClr val="8A5E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337550" y="2057400"/>
            <a:ext cx="1028700" cy="257175"/>
          </a:xfrm>
          <a:prstGeom prst="rect">
            <a:avLst/>
          </a:prstGeom>
          <a:noFill/>
        </p:spPr>
        <p:txBody>
          <a:bodyPr wrap="square" lIns="0" rIns="0" tIns="0" bIns="0" anchor="ctr">
            <a:spAutoFit/>
          </a:bodyPr>
          <a:lstStyle/>
          <a:p>
            <a:pPr algn="l"/>
            <a:r>
              <a:rPr sz="1400" b="1">
                <a:solidFill>
                  <a:srgbClr val="8A5E35"/>
                </a:solidFill>
                <a:latin typeface="Readex Pro"/>
                <a:cs typeface="Readex Pro"/>
                <a:ea typeface="Readex Pro"/>
              </a:rPr>
              <a:t>+3.4</a:t>
            </a:r>
          </a:p>
        </p:txBody>
      </p:sp>
      <p:sp>
        <p:nvSpPr>
          <p:cNvPr id="38" name="TextBox 37"/>
          <p:cNvSpPr txBox="1"/>
          <p:nvPr/>
        </p:nvSpPr>
        <p:spPr>
          <a:xfrm>
            <a:off x="600075" y="2528887"/>
            <a:ext cx="3686175" cy="257175"/>
          </a:xfrm>
          <a:prstGeom prst="rect">
            <a:avLst/>
          </a:prstGeom>
          <a:noFill/>
        </p:spPr>
        <p:txBody>
          <a:bodyPr wrap="square" lIns="0" rIns="0" tIns="0" bIns="0" anchor="ctr">
            <a:spAutoFit/>
          </a:bodyPr>
          <a:lstStyle/>
          <a:p>
            <a:pPr algn="l"/>
            <a:r>
              <a:rPr sz="1400" b="0">
                <a:solidFill>
                  <a:srgbClr val="4A4842"/>
                </a:solidFill>
                <a:latin typeface="Readex Pro"/>
                <a:cs typeface="Readex Pro"/>
                <a:ea typeface="Readex Pro"/>
              </a:rPr>
              <a:t>hard words removed</a:t>
            </a:r>
          </a:p>
        </p:txBody>
      </p:sp>
      <p:cxnSp>
        <p:nvCxnSpPr>
          <p:cNvPr id="39" name="Connector 38"/>
          <p:cNvCxnSpPr/>
          <p:nvPr/>
        </p:nvCxnSpPr>
        <p:spPr>
          <a:xfrm>
            <a:off x="3751262" y="2657475"/>
            <a:ext cx="4457700" cy="0"/>
          </a:xfrm>
          <a:prstGeom prst="line">
            <a:avLst/>
          </a:prstGeom>
          <a:ln w="38100">
            <a:solidFill>
              <a:srgbClr val="E6DFCC"/>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flipV="1">
            <a:off x="5980112" y="2546032"/>
            <a:ext cx="0" cy="222885"/>
          </a:xfrm>
          <a:prstGeom prst="line">
            <a:avLst/>
          </a:prstGeom>
          <a:ln w="25400">
            <a:solidFill>
              <a:srgbClr val="A29D8C"/>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6760210" y="2657475"/>
            <a:ext cx="1170146" cy="0"/>
          </a:xfrm>
          <a:prstGeom prst="line">
            <a:avLst/>
          </a:prstGeom>
          <a:ln w="76200">
            <a:solidFill>
              <a:srgbClr val="8A5E35"/>
            </a:solidFill>
          </a:ln>
        </p:spPr>
        <p:style>
          <a:lnRef idx="2">
            <a:schemeClr val="accent1"/>
          </a:lnRef>
          <a:fillRef idx="0">
            <a:schemeClr val="accent1"/>
          </a:fillRef>
          <a:effectRef idx="1">
            <a:schemeClr val="accent1"/>
          </a:effectRef>
          <a:fontRef idx="minor">
            <a:schemeClr val="tx1"/>
          </a:fontRef>
        </p:style>
      </p:cxnSp>
      <p:sp>
        <p:nvSpPr>
          <p:cNvPr id="42" name="Oval 41"/>
          <p:cNvSpPr/>
          <p:nvPr/>
        </p:nvSpPr>
        <p:spPr>
          <a:xfrm>
            <a:off x="7231697" y="2571750"/>
            <a:ext cx="171450" cy="171450"/>
          </a:xfrm>
          <a:prstGeom prst="ellipse">
            <a:avLst/>
          </a:prstGeom>
          <a:solidFill>
            <a:srgbClr val="8A5E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8337550" y="2528887"/>
            <a:ext cx="1028700" cy="257175"/>
          </a:xfrm>
          <a:prstGeom prst="rect">
            <a:avLst/>
          </a:prstGeom>
          <a:noFill/>
        </p:spPr>
        <p:txBody>
          <a:bodyPr wrap="square" lIns="0" rIns="0" tIns="0" bIns="0" anchor="ctr">
            <a:spAutoFit/>
          </a:bodyPr>
          <a:lstStyle/>
          <a:p>
            <a:pPr algn="l"/>
            <a:r>
              <a:rPr sz="1400" b="1">
                <a:solidFill>
                  <a:srgbClr val="8A5E35"/>
                </a:solidFill>
                <a:latin typeface="Readex Pro"/>
                <a:cs typeface="Readex Pro"/>
                <a:ea typeface="Readex Pro"/>
              </a:rPr>
              <a:t>+0.24</a:t>
            </a:r>
          </a:p>
        </p:txBody>
      </p:sp>
      <p:sp>
        <p:nvSpPr>
          <p:cNvPr id="44" name="TextBox 43"/>
          <p:cNvSpPr txBox="1"/>
          <p:nvPr/>
        </p:nvSpPr>
        <p:spPr>
          <a:xfrm>
            <a:off x="600075" y="3000375"/>
            <a:ext cx="3686175" cy="257175"/>
          </a:xfrm>
          <a:prstGeom prst="rect">
            <a:avLst/>
          </a:prstGeom>
          <a:noFill/>
        </p:spPr>
        <p:txBody>
          <a:bodyPr wrap="square" lIns="0" rIns="0" tIns="0" bIns="0" anchor="ctr">
            <a:spAutoFit/>
          </a:bodyPr>
          <a:lstStyle/>
          <a:p>
            <a:pPr algn="l"/>
            <a:r>
              <a:rPr sz="1400" b="0">
                <a:solidFill>
                  <a:srgbClr val="4A4842"/>
                </a:solidFill>
                <a:latin typeface="Readex Pro"/>
                <a:cs typeface="Readex Pro"/>
                <a:ea typeface="Readex Pro"/>
              </a:rPr>
              <a:t>reading levels lowered</a:t>
            </a:r>
          </a:p>
        </p:txBody>
      </p:sp>
      <p:cxnSp>
        <p:nvCxnSpPr>
          <p:cNvPr id="45" name="Connector 44"/>
          <p:cNvCxnSpPr/>
          <p:nvPr/>
        </p:nvCxnSpPr>
        <p:spPr>
          <a:xfrm>
            <a:off x="3751262" y="3128962"/>
            <a:ext cx="4457700" cy="0"/>
          </a:xfrm>
          <a:prstGeom prst="line">
            <a:avLst/>
          </a:prstGeom>
          <a:ln w="38100">
            <a:solidFill>
              <a:srgbClr val="E6DFCC"/>
            </a:solidFill>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flipV="1">
            <a:off x="5980112" y="3017520"/>
            <a:ext cx="0" cy="222885"/>
          </a:xfrm>
          <a:prstGeom prst="line">
            <a:avLst/>
          </a:prstGeom>
          <a:ln w="25400">
            <a:solidFill>
              <a:srgbClr val="A29D8C"/>
            </a:solidFill>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a:off x="5980112" y="3128962"/>
            <a:ext cx="1188720" cy="0"/>
          </a:xfrm>
          <a:prstGeom prst="line">
            <a:avLst/>
          </a:prstGeom>
          <a:ln w="76200">
            <a:solidFill>
              <a:srgbClr val="8A5E35"/>
            </a:solidFill>
          </a:ln>
        </p:spPr>
        <p:style>
          <a:lnRef idx="2">
            <a:schemeClr val="accent1"/>
          </a:lnRef>
          <a:fillRef idx="0">
            <a:schemeClr val="accent1"/>
          </a:fillRef>
          <a:effectRef idx="1">
            <a:schemeClr val="accent1"/>
          </a:effectRef>
          <a:fontRef idx="minor">
            <a:schemeClr val="tx1"/>
          </a:fontRef>
        </p:style>
      </p:cxnSp>
      <p:sp>
        <p:nvSpPr>
          <p:cNvPr id="48" name="Oval 47"/>
          <p:cNvSpPr/>
          <p:nvPr/>
        </p:nvSpPr>
        <p:spPr>
          <a:xfrm>
            <a:off x="6488747" y="3043237"/>
            <a:ext cx="171450" cy="171450"/>
          </a:xfrm>
          <a:prstGeom prst="ellipse">
            <a:avLst/>
          </a:prstGeom>
          <a:solidFill>
            <a:srgbClr val="8A5E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8337550" y="3000375"/>
            <a:ext cx="1028700" cy="257175"/>
          </a:xfrm>
          <a:prstGeom prst="rect">
            <a:avLst/>
          </a:prstGeom>
          <a:noFill/>
        </p:spPr>
        <p:txBody>
          <a:bodyPr wrap="square" lIns="0" rIns="0" tIns="0" bIns="0" anchor="ctr">
            <a:spAutoFit/>
          </a:bodyPr>
          <a:lstStyle/>
          <a:p>
            <a:pPr algn="l"/>
            <a:r>
              <a:rPr sz="1400" b="1">
                <a:solidFill>
                  <a:srgbClr val="8A5E35"/>
                </a:solidFill>
                <a:latin typeface="Readex Pro"/>
                <a:cs typeface="Readex Pro"/>
                <a:ea typeface="Readex Pro"/>
              </a:rPr>
              <a:t>+0.08</a:t>
            </a:r>
          </a:p>
        </p:txBody>
      </p:sp>
      <p:sp>
        <p:nvSpPr>
          <p:cNvPr id="50" name="TextBox 49"/>
          <p:cNvSpPr txBox="1"/>
          <p:nvPr/>
        </p:nvSpPr>
        <p:spPr>
          <a:xfrm>
            <a:off x="600075" y="3471862"/>
            <a:ext cx="3686175" cy="257175"/>
          </a:xfrm>
          <a:prstGeom prst="rect">
            <a:avLst/>
          </a:prstGeom>
          <a:noFill/>
        </p:spPr>
        <p:txBody>
          <a:bodyPr wrap="square" lIns="0" rIns="0" tIns="0" bIns="0" anchor="ctr">
            <a:spAutoFit/>
          </a:bodyPr>
          <a:lstStyle/>
          <a:p>
            <a:pPr algn="l"/>
            <a:r>
              <a:rPr sz="1400" b="0">
                <a:solidFill>
                  <a:srgbClr val="4A4842"/>
                </a:solidFill>
                <a:latin typeface="Readex Pro"/>
                <a:cs typeface="Readex Pro"/>
                <a:ea typeface="Readex Pro"/>
              </a:rPr>
              <a:t>meaning kept (points): no significant difference</a:t>
            </a:r>
          </a:p>
        </p:txBody>
      </p:sp>
      <p:cxnSp>
        <p:nvCxnSpPr>
          <p:cNvPr id="51" name="Connector 50"/>
          <p:cNvCxnSpPr/>
          <p:nvPr/>
        </p:nvCxnSpPr>
        <p:spPr>
          <a:xfrm>
            <a:off x="3751262" y="3600450"/>
            <a:ext cx="4457700" cy="0"/>
          </a:xfrm>
          <a:prstGeom prst="line">
            <a:avLst/>
          </a:prstGeom>
          <a:ln w="38100">
            <a:solidFill>
              <a:srgbClr val="E6DFCC"/>
            </a:solidFill>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flipV="1">
            <a:off x="5980112" y="3489007"/>
            <a:ext cx="0" cy="222885"/>
          </a:xfrm>
          <a:prstGeom prst="line">
            <a:avLst/>
          </a:prstGeom>
          <a:ln w="25400">
            <a:solidFill>
              <a:srgbClr val="A29D8C"/>
            </a:solidFill>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a:off x="4939982" y="3600450"/>
            <a:ext cx="1188720" cy="0"/>
          </a:xfrm>
          <a:prstGeom prst="line">
            <a:avLst/>
          </a:prstGeom>
          <a:ln w="76200">
            <a:solidFill>
              <a:srgbClr val="8A5E35"/>
            </a:solidFill>
          </a:ln>
        </p:spPr>
        <p:style>
          <a:lnRef idx="2">
            <a:schemeClr val="accent1"/>
          </a:lnRef>
          <a:fillRef idx="0">
            <a:schemeClr val="accent1"/>
          </a:fillRef>
          <a:effectRef idx="1">
            <a:schemeClr val="accent1"/>
          </a:effectRef>
          <a:fontRef idx="minor">
            <a:schemeClr val="tx1"/>
          </a:fontRef>
        </p:style>
      </p:cxnSp>
      <p:sp>
        <p:nvSpPr>
          <p:cNvPr id="54" name="Oval 53"/>
          <p:cNvSpPr/>
          <p:nvPr/>
        </p:nvSpPr>
        <p:spPr>
          <a:xfrm>
            <a:off x="5448617" y="3514725"/>
            <a:ext cx="171450" cy="171450"/>
          </a:xfrm>
          <a:prstGeom prst="ellipse">
            <a:avLst/>
          </a:prstGeom>
          <a:solidFill>
            <a:srgbClr val="8A5E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8337550" y="3471862"/>
            <a:ext cx="1028700" cy="257175"/>
          </a:xfrm>
          <a:prstGeom prst="rect">
            <a:avLst/>
          </a:prstGeom>
          <a:noFill/>
        </p:spPr>
        <p:txBody>
          <a:bodyPr wrap="square" lIns="0" rIns="0" tIns="0" bIns="0" anchor="ctr">
            <a:spAutoFit/>
          </a:bodyPr>
          <a:lstStyle/>
          <a:p>
            <a:pPr algn="l"/>
            <a:r>
              <a:rPr sz="1400" b="1">
                <a:solidFill>
                  <a:srgbClr val="8A5E35"/>
                </a:solidFill>
                <a:latin typeface="Readex Pro"/>
                <a:cs typeface="Readex Pro"/>
                <a:ea typeface="Readex Pro"/>
              </a:rPr>
              <a:t>−3</a:t>
            </a:r>
          </a:p>
        </p:txBody>
      </p:sp>
      <p:sp>
        <p:nvSpPr>
          <p:cNvPr id="56" name="Rounded Rectangle 55"/>
          <p:cNvSpPr/>
          <p:nvPr/>
        </p:nvSpPr>
        <p:spPr>
          <a:xfrm>
            <a:off x="-19724663" y="4079438"/>
            <a:ext cx="49352152" cy="499348"/>
          </a:xfrm>
          <a:prstGeom prst="roundRect">
            <a:avLst>
              <a:gd name="adj" fmla="val 34334"/>
            </a:avLst>
          </a:prstGeom>
          <a:solidFill>
            <a:srgbClr val="EEDDC7"/>
          </a:solidFill>
          <a:ln w="15875">
            <a:solidFill>
              <a:srgbClr val="EEDDC7"/>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400" b="1">
                <a:solidFill>
                  <a:srgbClr val="8A5E35"/>
                </a:solidFill>
                <a:latin typeface="Readex Pro"/>
                <a:cs typeface="Readex Pro"/>
                <a:ea typeface="Readex Pro"/>
              </a:rPr>
              <a:t>+18 points more easy text left unchanged · every number kept (100%)</a:t>
            </a:r>
          </a:p>
        </p:txBody>
      </p:sp>
      <p:sp>
        <p:nvSpPr>
          <p:cNvPr id="57" name="TextBox 56"/>
          <p:cNvSpPr txBox="1"/>
          <p:nvPr/>
        </p:nvSpPr>
        <p:spPr>
          <a:xfrm>
            <a:off x="0" y="1585912"/>
            <a:ext cx="9902952" cy="342900"/>
          </a:xfrm>
          <a:prstGeom prst="rect">
            <a:avLst/>
          </a:prstGeom>
          <a:noFill/>
        </p:spPr>
        <p:txBody>
          <a:bodyPr wrap="square" lIns="0" rIns="0" tIns="0" bIns="0" anchor="ctr">
            <a:spAutoFit/>
          </a:bodyPr>
          <a:lstStyle/>
          <a:p>
            <a:pPr algn="ctr"/>
            <a:r>
              <a:rPr sz="1800" b="1">
                <a:solidFill>
                  <a:srgbClr val="282824"/>
                </a:solidFill>
                <a:latin typeface="Readex Pro"/>
                <a:cs typeface="Readex Pro"/>
                <a:ea typeface="Readex Pro"/>
              </a:rPr>
              <a:t>Blind rating by the team: 18 sentences</a:t>
            </a:r>
          </a:p>
        </p:txBody>
      </p:sp>
      <p:sp>
        <p:nvSpPr>
          <p:cNvPr id="58" name="TextBox 57"/>
          <p:cNvSpPr txBox="1"/>
          <p:nvPr/>
        </p:nvSpPr>
        <p:spPr>
          <a:xfrm>
            <a:off x="0" y="2143125"/>
            <a:ext cx="9902952" cy="240030"/>
          </a:xfrm>
          <a:prstGeom prst="rect">
            <a:avLst/>
          </a:prstGeom>
          <a:noFill/>
        </p:spPr>
        <p:txBody>
          <a:bodyPr wrap="square" lIns="0" rIns="0" tIns="0" bIns="0" anchor="ctr">
            <a:spAutoFit/>
          </a:bodyPr>
          <a:lstStyle/>
          <a:p>
            <a:pPr algn="ctr"/>
            <a:r>
              <a:rPr sz="1300" b="0">
                <a:solidFill>
                  <a:srgbClr val="6F6B5E"/>
                </a:solidFill>
                <a:latin typeface="Readex Pro"/>
                <a:cs typeface="Readex Pro"/>
                <a:ea typeface="Readex Pro"/>
              </a:rPr>
              <a:t>outputs the system changed, rated easier to read</a:t>
            </a:r>
          </a:p>
        </p:txBody>
      </p:sp>
      <p:sp>
        <p:nvSpPr>
          <p:cNvPr id="59" name="TextBox 58"/>
          <p:cNvSpPr txBox="1"/>
          <p:nvPr/>
        </p:nvSpPr>
        <p:spPr>
          <a:xfrm>
            <a:off x="1265237" y="2486025"/>
            <a:ext cx="1285875" cy="257175"/>
          </a:xfrm>
          <a:prstGeom prst="rect">
            <a:avLst/>
          </a:prstGeom>
          <a:noFill/>
        </p:spPr>
        <p:txBody>
          <a:bodyPr wrap="square" lIns="0" rIns="0" tIns="0" bIns="0" anchor="ctr">
            <a:spAutoFit/>
          </a:bodyPr>
          <a:lstStyle/>
          <a:p>
            <a:pPr algn="l"/>
            <a:r>
              <a:rPr sz="1500" b="1">
                <a:solidFill>
                  <a:srgbClr val="282824"/>
                </a:solidFill>
                <a:latin typeface="Readex Pro"/>
                <a:cs typeface="Readex Pro"/>
                <a:ea typeface="Readex Pro"/>
              </a:rPr>
              <a:t>v0.3</a:t>
            </a:r>
          </a:p>
        </p:txBody>
      </p:sp>
      <p:sp>
        <p:nvSpPr>
          <p:cNvPr id="60" name="Rectangle 59"/>
          <p:cNvSpPr/>
          <p:nvPr/>
        </p:nvSpPr>
        <p:spPr>
          <a:xfrm>
            <a:off x="2894012" y="2434590"/>
            <a:ext cx="4423410" cy="360045"/>
          </a:xfrm>
          <a:prstGeom prst="rect">
            <a:avLst/>
          </a:prstGeom>
          <a:solidFill>
            <a:srgbClr val="C69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7420292" y="2486025"/>
            <a:ext cx="771525" cy="257175"/>
          </a:xfrm>
          <a:prstGeom prst="rect">
            <a:avLst/>
          </a:prstGeom>
          <a:noFill/>
        </p:spPr>
        <p:txBody>
          <a:bodyPr wrap="square" lIns="0" rIns="0" tIns="0" bIns="0" anchor="ctr">
            <a:spAutoFit/>
          </a:bodyPr>
          <a:lstStyle/>
          <a:p>
            <a:pPr algn="l"/>
            <a:r>
              <a:rPr sz="1500" b="1">
                <a:solidFill>
                  <a:srgbClr val="8A5E35"/>
                </a:solidFill>
                <a:latin typeface="Readex Pro"/>
                <a:cs typeface="Readex Pro"/>
                <a:ea typeface="Readex Pro"/>
              </a:rPr>
              <a:t>86%</a:t>
            </a:r>
          </a:p>
        </p:txBody>
      </p:sp>
      <p:sp>
        <p:nvSpPr>
          <p:cNvPr id="62" name="TextBox 61"/>
          <p:cNvSpPr txBox="1"/>
          <p:nvPr/>
        </p:nvSpPr>
        <p:spPr>
          <a:xfrm>
            <a:off x="1265237" y="3017520"/>
            <a:ext cx="1285875" cy="257175"/>
          </a:xfrm>
          <a:prstGeom prst="rect">
            <a:avLst/>
          </a:prstGeom>
          <a:noFill/>
        </p:spPr>
        <p:txBody>
          <a:bodyPr wrap="square" lIns="0" rIns="0" tIns="0" bIns="0" anchor="ctr">
            <a:spAutoFit/>
          </a:bodyPr>
          <a:lstStyle/>
          <a:p>
            <a:pPr algn="l"/>
            <a:r>
              <a:rPr sz="1500" b="0">
                <a:solidFill>
                  <a:srgbClr val="282824"/>
                </a:solidFill>
                <a:latin typeface="Readex Pro"/>
                <a:cs typeface="Readex Pro"/>
                <a:ea typeface="Readex Pro"/>
              </a:rPr>
              <a:t>v0.2</a:t>
            </a:r>
          </a:p>
        </p:txBody>
      </p:sp>
      <p:sp>
        <p:nvSpPr>
          <p:cNvPr id="63" name="Rectangle 62"/>
          <p:cNvSpPr/>
          <p:nvPr/>
        </p:nvSpPr>
        <p:spPr>
          <a:xfrm>
            <a:off x="2894012" y="2966085"/>
            <a:ext cx="3086100" cy="360045"/>
          </a:xfrm>
          <a:prstGeom prst="rect">
            <a:avLst/>
          </a:prstGeom>
          <a:solidFill>
            <a:srgbClr val="E6DF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6082982" y="3017520"/>
            <a:ext cx="771525" cy="257175"/>
          </a:xfrm>
          <a:prstGeom prst="rect">
            <a:avLst/>
          </a:prstGeom>
          <a:noFill/>
        </p:spPr>
        <p:txBody>
          <a:bodyPr wrap="square" lIns="0" rIns="0" tIns="0" bIns="0" anchor="ctr">
            <a:spAutoFit/>
          </a:bodyPr>
          <a:lstStyle/>
          <a:p>
            <a:pPr algn="l"/>
            <a:r>
              <a:rPr sz="1500" b="1">
                <a:solidFill>
                  <a:srgbClr val="4A4842"/>
                </a:solidFill>
                <a:latin typeface="Readex Pro"/>
                <a:cs typeface="Readex Pro"/>
                <a:ea typeface="Readex Pro"/>
              </a:rPr>
              <a:t>60%</a:t>
            </a:r>
          </a:p>
        </p:txBody>
      </p:sp>
      <p:sp>
        <p:nvSpPr>
          <p:cNvPr id="65" name="TextBox 64"/>
          <p:cNvSpPr txBox="1"/>
          <p:nvPr/>
        </p:nvSpPr>
        <p:spPr>
          <a:xfrm>
            <a:off x="1265237" y="3549014"/>
            <a:ext cx="1285875" cy="257175"/>
          </a:xfrm>
          <a:prstGeom prst="rect">
            <a:avLst/>
          </a:prstGeom>
          <a:noFill/>
        </p:spPr>
        <p:txBody>
          <a:bodyPr wrap="square" lIns="0" rIns="0" tIns="0" bIns="0" anchor="ctr">
            <a:spAutoFit/>
          </a:bodyPr>
          <a:lstStyle/>
          <a:p>
            <a:pPr algn="l"/>
            <a:r>
              <a:rPr sz="1500" b="0">
                <a:solidFill>
                  <a:srgbClr val="282824"/>
                </a:solidFill>
                <a:latin typeface="Readex Pro"/>
                <a:cs typeface="Readex Pro"/>
                <a:ea typeface="Readex Pro"/>
              </a:rPr>
              <a:t>v0.2-Fast</a:t>
            </a:r>
          </a:p>
        </p:txBody>
      </p:sp>
      <p:sp>
        <p:nvSpPr>
          <p:cNvPr id="66" name="Rectangle 65"/>
          <p:cNvSpPr/>
          <p:nvPr/>
        </p:nvSpPr>
        <p:spPr>
          <a:xfrm>
            <a:off x="2894012" y="3497579"/>
            <a:ext cx="2314575" cy="360045"/>
          </a:xfrm>
          <a:prstGeom prst="rect">
            <a:avLst/>
          </a:prstGeom>
          <a:solidFill>
            <a:srgbClr val="E6DF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5311457" y="3549014"/>
            <a:ext cx="771525" cy="257175"/>
          </a:xfrm>
          <a:prstGeom prst="rect">
            <a:avLst/>
          </a:prstGeom>
          <a:noFill/>
        </p:spPr>
        <p:txBody>
          <a:bodyPr wrap="square" lIns="0" rIns="0" tIns="0" bIns="0" anchor="ctr">
            <a:spAutoFit/>
          </a:bodyPr>
          <a:lstStyle/>
          <a:p>
            <a:pPr algn="l"/>
            <a:r>
              <a:rPr sz="1500" b="1">
                <a:solidFill>
                  <a:srgbClr val="4A4842"/>
                </a:solidFill>
                <a:latin typeface="Readex Pro"/>
                <a:cs typeface="Readex Pro"/>
                <a:ea typeface="Readex Pro"/>
              </a:rPr>
              <a:t>45%</a:t>
            </a:r>
          </a:p>
        </p:txBody>
      </p:sp>
      <p:sp>
        <p:nvSpPr>
          <p:cNvPr id="68" name="Rounded Rectangle 67"/>
          <p:cNvSpPr/>
          <p:nvPr/>
        </p:nvSpPr>
        <p:spPr>
          <a:xfrm>
            <a:off x="-23726699" y="4165163"/>
            <a:ext cx="57356224" cy="499348"/>
          </a:xfrm>
          <a:prstGeom prst="roundRect">
            <a:avLst>
              <a:gd name="adj" fmla="val 34334"/>
            </a:avLst>
          </a:prstGeom>
          <a:solidFill>
            <a:srgbClr val="EFE9D9"/>
          </a:solidFill>
          <a:ln w="15875">
            <a:solidFill>
              <a:srgbClr val="EFE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400" b="0">
                <a:solidFill>
                  <a:srgbClr val="4A4842"/>
                </a:solidFill>
                <a:latin typeface="Readex Pro"/>
                <a:cs typeface="Readex Pro"/>
                <a:ea typeface="Readex Pro"/>
              </a:rPr>
              <a:t>meaning kept in 96% of ratings (v0.2: 96%, v0.2-Fast: 92%) · none rated harder</a:t>
            </a:r>
          </a:p>
        </p:txBody>
      </p:sp>
      <p:sp>
        <p:nvSpPr>
          <p:cNvPr id="69" name="Rounded Rectangle 68"/>
          <p:cNvSpPr/>
          <p:nvPr/>
        </p:nvSpPr>
        <p:spPr>
          <a:xfrm>
            <a:off x="-10161356" y="4628614"/>
            <a:ext cx="30225537" cy="515421"/>
          </a:xfrm>
          <a:prstGeom prst="roundRect">
            <a:avLst>
              <a:gd name="adj" fmla="val 33264"/>
            </a:avLst>
          </a:prstGeom>
          <a:solidFill>
            <a:srgbClr val="EEDDC7"/>
          </a:solidFill>
          <a:ln w="15875">
            <a:solidFill>
              <a:srgbClr val="EEDDC7"/>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500" b="1">
                <a:solidFill>
                  <a:srgbClr val="8A5E35"/>
                </a:solidFill>
                <a:latin typeface="Readex Pro"/>
                <a:cs typeface="Readex Pro"/>
                <a:ea typeface="Readex Pro"/>
              </a:rPr>
              <a:t>8 of 8 team votes chose v0.3 over v0.2</a:t>
            </a:r>
          </a:p>
        </p:txBody>
      </p:sp>
      <p:sp>
        <p:nvSpPr>
          <p:cNvPr id="70" name="Rounded Rectangle 69"/>
          <p:cNvSpPr/>
          <p:nvPr/>
        </p:nvSpPr>
        <p:spPr>
          <a:xfrm>
            <a:off x="-31496886" y="5159037"/>
            <a:ext cx="72896598" cy="483274"/>
          </a:xfrm>
          <a:prstGeom prst="roundRect">
            <a:avLst>
              <a:gd name="adj" fmla="val 35476"/>
            </a:avLst>
          </a:prstGeom>
          <a:solidFill>
            <a:srgbClr val="EFE9D9"/>
          </a:solidFill>
          <a:ln w="15875">
            <a:solidFill>
              <a:srgbClr val="EFE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300" b="0">
                <a:solidFill>
                  <a:srgbClr val="4A4842"/>
                </a:solidFill>
                <a:latin typeface="Readex Pro"/>
                <a:cs typeface="Readex Pro"/>
                <a:ea typeface="Readex Pro"/>
              </a:rPr>
              <a:t>the reader with dyslexia chose v0.3 in 4 of 4 comparisons it was in · 18 sentences: a direction, not a size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7" presetID="10" presetClass="entr" presetSubtype="0" fill="hold" grpId="0" nodeType="afterEffect">
                                  <p:stCondLst>
                                    <p:cond delay="0"/>
                                  </p:stCondLst>
                                  <p:childTnLst>
                                    <p:set>
                                      <p:cBhvr>
                                        <p:cTn id="5" dur="1" fill="hold">
                                          <p:stCondLst>
                                            <p:cond delay="0"/>
                                          </p:stCondLst>
                                        </p:cTn>
                                        <p:tgtEl>
                                          <p:spTgt spid="9"/>
                                        </p:tgtEl>
                                        <p:attrNameLst>
                                          <p:attrName>style.visibility</p:attrName>
                                        </p:attrNameLst>
                                      </p:cBhvr>
                                      <p:to>
                                        <p:strVal val="visible"/>
                                      </p:to>
                                    </p:set>
                                    <p:animEffect transition="in" filter="fade">
                                      <p:cBhvr>
                                        <p:cTn id="6" dur="500"/>
                                        <p:tgtEl>
                                          <p:spTgt spid="9"/>
                                        </p:tgtEl>
                                      </p:cBhvr>
                                    </p:animEffect>
                                  </p:childTnLst>
                                </p:cTn>
                              </p:par>
                              <p:par>
                                <p:cTn id="10" presetID="10" presetClass="entr" presetSubtype="0" fill="hold" grpId="0" nodeType="withEffect">
                                  <p:stCondLst>
                                    <p:cond delay="0"/>
                                  </p:stCondLst>
                                  <p:childTnLst>
                                    <p:set>
                                      <p:cBhvr>
                                        <p:cTn id="8" dur="1" fill="hold">
                                          <p:stCondLst>
                                            <p:cond delay="0"/>
                                          </p:stCondLst>
                                        </p:cTn>
                                        <p:tgtEl>
                                          <p:spTgt spid="10"/>
                                        </p:tgtEl>
                                        <p:attrNameLst>
                                          <p:attrName>style.visibility</p:attrName>
                                        </p:attrNameLst>
                                      </p:cBhvr>
                                      <p:to>
                                        <p:strVal val="visible"/>
                                      </p:to>
                                    </p:set>
                                    <p:animEffect transition="in" filter="fade">
                                      <p:cBhvr>
                                        <p:cTn id="9" dur="500"/>
                                        <p:tgtEl>
                                          <p:spTgt spid="10"/>
                                        </p:tgtEl>
                                      </p:cBhvr>
                                    </p:animEffect>
                                  </p:childTnLst>
                                </p:cTn>
                              </p:par>
                              <p:par>
                                <p:cTn id="13" presetID="10" presetClass="entr" presetSubtype="0" fill="hold" grpId="0" nodeType="withEffect">
                                  <p:stCondLst>
                                    <p:cond delay="200"/>
                                  </p:stCondLst>
                                  <p:childTnLst>
                                    <p:set>
                                      <p:cBhvr>
                                        <p:cTn id="11" dur="1" fill="hold">
                                          <p:stCondLst>
                                            <p:cond delay="0"/>
                                          </p:stCondLst>
                                        </p:cTn>
                                        <p:tgtEl>
                                          <p:spTgt spid="11"/>
                                        </p:tgtEl>
                                        <p:attrNameLst>
                                          <p:attrName>style.visibility</p:attrName>
                                        </p:attrNameLst>
                                      </p:cBhvr>
                                      <p:to>
                                        <p:strVal val="visible"/>
                                      </p:to>
                                    </p:set>
                                    <p:animEffect transition="in" filter="fade">
                                      <p:cBhvr>
                                        <p:cTn id="12" dur="500"/>
                                        <p:tgtEl>
                                          <p:spTgt spid="11"/>
                                        </p:tgtEl>
                                      </p:cBhvr>
                                    </p:animEffect>
                                  </p:childTnLst>
                                </p:cTn>
                              </p:par>
                              <p:par>
                                <p:cTn id="16" presetID="10" presetClass="entr" presetSubtype="0" fill="hold" grpId="0" nodeType="withEffect">
                                  <p:stCondLst>
                                    <p:cond delay="200"/>
                                  </p:stCondLst>
                                  <p:childTnLst>
                                    <p:set>
                                      <p:cBhvr>
                                        <p:cTn id="14" dur="1" fill="hold">
                                          <p:stCondLst>
                                            <p:cond delay="0"/>
                                          </p:stCondLst>
                                        </p:cTn>
                                        <p:tgtEl>
                                          <p:spTgt spid="12"/>
                                        </p:tgtEl>
                                        <p:attrNameLst>
                                          <p:attrName>style.visibility</p:attrName>
                                        </p:attrNameLst>
                                      </p:cBhvr>
                                      <p:to>
                                        <p:strVal val="visible"/>
                                      </p:to>
                                    </p:set>
                                    <p:animEffect transition="in" filter="fade">
                                      <p:cBhvr>
                                        <p:cTn id="15" dur="500"/>
                                        <p:tgtEl>
                                          <p:spTgt spid="12"/>
                                        </p:tgtEl>
                                      </p:cBhvr>
                                    </p:animEffect>
                                  </p:childTnLst>
                                </p:cTn>
                              </p:par>
                              <p:par>
                                <p:cTn id="19" presetID="10" presetClass="entr" presetSubtype="0" fill="hold" grpId="0" nodeType="withEffect">
                                  <p:stCondLst>
                                    <p:cond delay="500"/>
                                  </p:stCondLst>
                                  <p:childTnLst>
                                    <p:set>
                                      <p:cBhvr>
                                        <p:cTn id="17" dur="1" fill="hold">
                                          <p:stCondLst>
                                            <p:cond delay="0"/>
                                          </p:stCondLst>
                                        </p:cTn>
                                        <p:tgtEl>
                                          <p:spTgt spid="13"/>
                                        </p:tgtEl>
                                        <p:attrNameLst>
                                          <p:attrName>style.visibility</p:attrName>
                                        </p:attrNameLst>
                                      </p:cBhvr>
                                      <p:to>
                                        <p:strVal val="visible"/>
                                      </p:to>
                                    </p:set>
                                    <p:animEffect transition="in" filter="fade">
                                      <p:cBhvr>
                                        <p:cTn id="18" dur="500"/>
                                        <p:tgtEl>
                                          <p:spTgt spid="13"/>
                                        </p:tgtEl>
                                      </p:cBhvr>
                                    </p:animEffect>
                                  </p:childTnLst>
                                </p:cTn>
                              </p:par>
                              <p:par>
                                <p:cTn id="22" presetID="10" presetClass="entr" presetSubtype="0" fill="hold" grpId="0" nodeType="withEffect">
                                  <p:stCondLst>
                                    <p:cond delay="620"/>
                                  </p:stCondLst>
                                  <p:childTnLst>
                                    <p:set>
                                      <p:cBhvr>
                                        <p:cTn id="20" dur="1" fill="hold">
                                          <p:stCondLst>
                                            <p:cond delay="0"/>
                                          </p:stCondLst>
                                        </p:cTn>
                                        <p:tgtEl>
                                          <p:spTgt spid="14"/>
                                        </p:tgtEl>
                                        <p:attrNameLst>
                                          <p:attrName>style.visibility</p:attrName>
                                        </p:attrNameLst>
                                      </p:cBhvr>
                                      <p:to>
                                        <p:strVal val="visible"/>
                                      </p:to>
                                    </p:set>
                                    <p:animEffect transition="in" filter="fade">
                                      <p:cBhvr>
                                        <p:cTn id="21" dur="500"/>
                                        <p:tgtEl>
                                          <p:spTgt spid="14"/>
                                        </p:tgtEl>
                                      </p:cBhvr>
                                    </p:animEffect>
                                  </p:childTnLst>
                                </p:cTn>
                              </p:par>
                              <p:par>
                                <p:cTn id="25" presetID="10" presetClass="entr" presetSubtype="0" fill="hold" grpId="0" nodeType="withEffect">
                                  <p:stCondLst>
                                    <p:cond delay="740"/>
                                  </p:stCondLst>
                                  <p:childTnLst>
                                    <p:set>
                                      <p:cBhvr>
                                        <p:cTn id="23" dur="1" fill="hold">
                                          <p:stCondLst>
                                            <p:cond delay="0"/>
                                          </p:stCondLst>
                                        </p:cTn>
                                        <p:tgtEl>
                                          <p:spTgt spid="15"/>
                                        </p:tgtEl>
                                        <p:attrNameLst>
                                          <p:attrName>style.visibility</p:attrName>
                                        </p:attrNameLst>
                                      </p:cBhvr>
                                      <p:to>
                                        <p:strVal val="visible"/>
                                      </p:to>
                                    </p:set>
                                    <p:animEffect transition="in" filter="fade">
                                      <p:cBhvr>
                                        <p:cTn id="24" dur="500"/>
                                        <p:tgtEl>
                                          <p:spTgt spid="15"/>
                                        </p:tgtEl>
                                      </p:cBhvr>
                                    </p:animEffect>
                                  </p:childTnLst>
                                </p:cTn>
                              </p:par>
                              <p:par>
                                <p:cTn id="28" presetID="10" presetClass="entr" presetSubtype="0" fill="hold" grpId="0" nodeType="withEffect">
                                  <p:stCondLst>
                                    <p:cond delay="860"/>
                                  </p:stCondLst>
                                  <p:childTnLst>
                                    <p:set>
                                      <p:cBhvr>
                                        <p:cTn id="26" dur="1" fill="hold">
                                          <p:stCondLst>
                                            <p:cond delay="0"/>
                                          </p:stCondLst>
                                        </p:cTn>
                                        <p:tgtEl>
                                          <p:spTgt spid="16"/>
                                        </p:tgtEl>
                                        <p:attrNameLst>
                                          <p:attrName>style.visibility</p:attrName>
                                        </p:attrNameLst>
                                      </p:cBhvr>
                                      <p:to>
                                        <p:strVal val="visible"/>
                                      </p:to>
                                    </p:set>
                                    <p:animEffect transition="in" filter="fade">
                                      <p:cBhvr>
                                        <p:cTn id="27" dur="500"/>
                                        <p:tgtEl>
                                          <p:spTgt spid="16"/>
                                        </p:tgtEl>
                                      </p:cBhvr>
                                    </p:animEffect>
                                  </p:childTnLst>
                                </p:cTn>
                              </p:par>
                              <p:par>
                                <p:cTn id="31" presetID="10" presetClass="entr" presetSubtype="0" fill="hold" grpId="0" nodeType="withEffect">
                                  <p:stCondLst>
                                    <p:cond delay="980"/>
                                  </p:stCondLst>
                                  <p:childTnLst>
                                    <p:set>
                                      <p:cBhvr>
                                        <p:cTn id="29" dur="1" fill="hold">
                                          <p:stCondLst>
                                            <p:cond delay="0"/>
                                          </p:stCondLst>
                                        </p:cTn>
                                        <p:tgtEl>
                                          <p:spTgt spid="17"/>
                                        </p:tgtEl>
                                        <p:attrNameLst>
                                          <p:attrName>style.visibility</p:attrName>
                                        </p:attrNameLst>
                                      </p:cBhvr>
                                      <p:to>
                                        <p:strVal val="visible"/>
                                      </p:to>
                                    </p:set>
                                    <p:animEffect transition="in" filter="fade">
                                      <p:cBhvr>
                                        <p:cTn id="30" dur="500"/>
                                        <p:tgtEl>
                                          <p:spTgt spid="17"/>
                                        </p:tgtEl>
                                      </p:cBhvr>
                                    </p:animEffect>
                                  </p:childTnLst>
                                </p:cTn>
                              </p:par>
                              <p:par>
                                <p:cTn id="34" presetID="10" presetClass="entr" presetSubtype="0" fill="hold" grpId="0" nodeType="withEffect">
                                  <p:stCondLst>
                                    <p:cond delay="1100"/>
                                  </p:stCondLst>
                                  <p:childTnLst>
                                    <p:set>
                                      <p:cBhvr>
                                        <p:cTn id="32" dur="1" fill="hold">
                                          <p:stCondLst>
                                            <p:cond delay="0"/>
                                          </p:stCondLst>
                                        </p:cTn>
                                        <p:tgtEl>
                                          <p:spTgt spid="18"/>
                                        </p:tgtEl>
                                        <p:attrNameLst>
                                          <p:attrName>style.visibility</p:attrName>
                                        </p:attrNameLst>
                                      </p:cBhvr>
                                      <p:to>
                                        <p:strVal val="visible"/>
                                      </p:to>
                                    </p:set>
                                    <p:animEffect transition="in" filter="fade">
                                      <p:cBhvr>
                                        <p:cTn id="33" dur="500"/>
                                        <p:tgtEl>
                                          <p:spTgt spid="18"/>
                                        </p:tgtEl>
                                      </p:cBhvr>
                                    </p:animEffect>
                                  </p:childTnLst>
                                </p:cTn>
                              </p:par>
                              <p:par>
                                <p:cTn id="37" presetID="10" presetClass="entr" presetSubtype="0" fill="hold" grpId="0" nodeType="withEffect">
                                  <p:stCondLst>
                                    <p:cond delay="1220"/>
                                  </p:stCondLst>
                                  <p:childTnLst>
                                    <p:set>
                                      <p:cBhvr>
                                        <p:cTn id="35" dur="1" fill="hold">
                                          <p:stCondLst>
                                            <p:cond delay="0"/>
                                          </p:stCondLst>
                                        </p:cTn>
                                        <p:tgtEl>
                                          <p:spTgt spid="19"/>
                                        </p:tgtEl>
                                        <p:attrNameLst>
                                          <p:attrName>style.visibility</p:attrName>
                                        </p:attrNameLst>
                                      </p:cBhvr>
                                      <p:to>
                                        <p:strVal val="visible"/>
                                      </p:to>
                                    </p:set>
                                    <p:animEffect transition="in" filter="fade">
                                      <p:cBhvr>
                                        <p:cTn id="36" dur="500"/>
                                        <p:tgtEl>
                                          <p:spTgt spid="19"/>
                                        </p:tgtEl>
                                      </p:cBhvr>
                                    </p:animEffect>
                                  </p:childTnLst>
                                </p:cTn>
                              </p:par>
                              <p:par>
                                <p:cTn id="40" presetID="10" presetClass="entr" presetSubtype="0" fill="hold" grpId="0" nodeType="withEffect">
                                  <p:stCondLst>
                                    <p:cond delay="1340"/>
                                  </p:stCondLst>
                                  <p:childTnLst>
                                    <p:set>
                                      <p:cBhvr>
                                        <p:cTn id="38" dur="1" fill="hold">
                                          <p:stCondLst>
                                            <p:cond delay="0"/>
                                          </p:stCondLst>
                                        </p:cTn>
                                        <p:tgtEl>
                                          <p:spTgt spid="20"/>
                                        </p:tgtEl>
                                        <p:attrNameLst>
                                          <p:attrName>style.visibility</p:attrName>
                                        </p:attrNameLst>
                                      </p:cBhvr>
                                      <p:to>
                                        <p:strVal val="visible"/>
                                      </p:to>
                                    </p:set>
                                    <p:animEffect transition="in" filter="fade">
                                      <p:cBhvr>
                                        <p:cTn id="39" dur="500"/>
                                        <p:tgtEl>
                                          <p:spTgt spid="20"/>
                                        </p:tgtEl>
                                      </p:cBhvr>
                                    </p:animEffect>
                                  </p:childTnLst>
                                </p:cTn>
                              </p:par>
                              <p:par>
                                <p:cTn id="43" presetID="10" presetClass="entr" presetSubtype="0" fill="hold" grpId="0" nodeType="withEffect">
                                  <p:stCondLst>
                                    <p:cond delay="1460"/>
                                  </p:stCondLst>
                                  <p:childTnLst>
                                    <p:set>
                                      <p:cBhvr>
                                        <p:cTn id="41" dur="1" fill="hold">
                                          <p:stCondLst>
                                            <p:cond delay="0"/>
                                          </p:stCondLst>
                                        </p:cTn>
                                        <p:tgtEl>
                                          <p:spTgt spid="21"/>
                                        </p:tgtEl>
                                        <p:attrNameLst>
                                          <p:attrName>style.visibility</p:attrName>
                                        </p:attrNameLst>
                                      </p:cBhvr>
                                      <p:to>
                                        <p:strVal val="visible"/>
                                      </p:to>
                                    </p:set>
                                    <p:animEffect transition="in" filter="fade">
                                      <p:cBhvr>
                                        <p:cTn id="42" dur="500"/>
                                        <p:tgtEl>
                                          <p:spTgt spid="21"/>
                                        </p:tgtEl>
                                      </p:cBhvr>
                                    </p:animEffect>
                                  </p:childTnLst>
                                </p:cTn>
                              </p:par>
                              <p:par>
                                <p:cTn id="46" presetID="10" presetClass="entr" presetSubtype="0" fill="hold" grpId="0" nodeType="withEffect">
                                  <p:stCondLst>
                                    <p:cond delay="1580"/>
                                  </p:stCondLst>
                                  <p:childTnLst>
                                    <p:set>
                                      <p:cBhvr>
                                        <p:cTn id="44" dur="1" fill="hold">
                                          <p:stCondLst>
                                            <p:cond delay="0"/>
                                          </p:stCondLst>
                                        </p:cTn>
                                        <p:tgtEl>
                                          <p:spTgt spid="22"/>
                                        </p:tgtEl>
                                        <p:attrNameLst>
                                          <p:attrName>style.visibility</p:attrName>
                                        </p:attrNameLst>
                                      </p:cBhvr>
                                      <p:to>
                                        <p:strVal val="visible"/>
                                      </p:to>
                                    </p:set>
                                    <p:animEffect transition="in" filter="fade">
                                      <p:cBhvr>
                                        <p:cTn id="45" dur="500"/>
                                        <p:tgtEl>
                                          <p:spTgt spid="22"/>
                                        </p:tgtEl>
                                      </p:cBhvr>
                                    </p:animEffect>
                                  </p:childTnLst>
                                </p:cTn>
                              </p:par>
                              <p:par>
                                <p:cTn id="49" presetID="10" presetClass="entr" presetSubtype="0" fill="hold" grpId="0" nodeType="withEffect">
                                  <p:stCondLst>
                                    <p:cond delay="1700"/>
                                  </p:stCondLst>
                                  <p:childTnLst>
                                    <p:set>
                                      <p:cBhvr>
                                        <p:cTn id="47" dur="1" fill="hold">
                                          <p:stCondLst>
                                            <p:cond delay="0"/>
                                          </p:stCondLst>
                                        </p:cTn>
                                        <p:tgtEl>
                                          <p:spTgt spid="23"/>
                                        </p:tgtEl>
                                        <p:attrNameLst>
                                          <p:attrName>style.visibility</p:attrName>
                                        </p:attrNameLst>
                                      </p:cBhvr>
                                      <p:to>
                                        <p:strVal val="visible"/>
                                      </p:to>
                                    </p:set>
                                    <p:animEffect transition="in" filter="fade">
                                      <p:cBhvr>
                                        <p:cTn id="48" dur="500"/>
                                        <p:tgtEl>
                                          <p:spTgt spid="23"/>
                                        </p:tgtEl>
                                      </p:cBhvr>
                                    </p:animEffect>
                                  </p:childTnLst>
                                </p:cTn>
                              </p:par>
                              <p:par>
                                <p:cTn id="52" presetID="10" presetClass="entr" presetSubtype="0" fill="hold" grpId="0" nodeType="withEffect">
                                  <p:stCondLst>
                                    <p:cond delay="1820"/>
                                  </p:stCondLst>
                                  <p:childTnLst>
                                    <p:set>
                                      <p:cBhvr>
                                        <p:cTn id="50" dur="1" fill="hold">
                                          <p:stCondLst>
                                            <p:cond delay="0"/>
                                          </p:stCondLst>
                                        </p:cTn>
                                        <p:tgtEl>
                                          <p:spTgt spid="24"/>
                                        </p:tgtEl>
                                        <p:attrNameLst>
                                          <p:attrName>style.visibility</p:attrName>
                                        </p:attrNameLst>
                                      </p:cBhvr>
                                      <p:to>
                                        <p:strVal val="visible"/>
                                      </p:to>
                                    </p:set>
                                    <p:animEffect transition="in" filter="fade">
                                      <p:cBhvr>
                                        <p:cTn id="51" dur="500"/>
                                        <p:tgtEl>
                                          <p:spTgt spid="24"/>
                                        </p:tgtEl>
                                      </p:cBhvr>
                                    </p:animEffect>
                                  </p:childTnLst>
                                </p:cTn>
                              </p:par>
                              <p:par>
                                <p:cTn id="55" presetID="10" presetClass="entr" presetSubtype="0" fill="hold" grpId="0" nodeType="withEffect">
                                  <p:stCondLst>
                                    <p:cond delay="1940"/>
                                  </p:stCondLst>
                                  <p:childTnLst>
                                    <p:set>
                                      <p:cBhvr>
                                        <p:cTn id="53" dur="1" fill="hold">
                                          <p:stCondLst>
                                            <p:cond delay="0"/>
                                          </p:stCondLst>
                                        </p:cTn>
                                        <p:tgtEl>
                                          <p:spTgt spid="25"/>
                                        </p:tgtEl>
                                        <p:attrNameLst>
                                          <p:attrName>style.visibility</p:attrName>
                                        </p:attrNameLst>
                                      </p:cBhvr>
                                      <p:to>
                                        <p:strVal val="visible"/>
                                      </p:to>
                                    </p:set>
                                    <p:animEffect transition="in" filter="fade">
                                      <p:cBhvr>
                                        <p:cTn id="54" dur="500"/>
                                        <p:tgtEl>
                                          <p:spTgt spid="25"/>
                                        </p:tgtEl>
                                      </p:cBhvr>
                                    </p:animEffect>
                                  </p:childTnLst>
                                </p:cTn>
                              </p:par>
                              <p:par>
                                <p:cTn id="58" presetID="10" presetClass="entr" presetSubtype="0" fill="hold" grpId="0" nodeType="withEffect">
                                  <p:stCondLst>
                                    <p:cond delay="1400"/>
                                  </p:stCondLst>
                                  <p:childTnLst>
                                    <p:set>
                                      <p:cBhvr>
                                        <p:cTn id="56" dur="1" fill="hold">
                                          <p:stCondLst>
                                            <p:cond delay="0"/>
                                          </p:stCondLst>
                                        </p:cTn>
                                        <p:tgtEl>
                                          <p:spTgt spid="26"/>
                                        </p:tgtEl>
                                        <p:attrNameLst>
                                          <p:attrName>style.visibility</p:attrName>
                                        </p:attrNameLst>
                                      </p:cBhvr>
                                      <p:to>
                                        <p:strVal val="visible"/>
                                      </p:to>
                                    </p:set>
                                    <p:animEffect transition="in" filter="fade">
                                      <p:cBhvr>
                                        <p:cTn id="57" dur="500"/>
                                        <p:tgtEl>
                                          <p:spTgt spid="26"/>
                                        </p:tgtEl>
                                      </p:cBhvr>
                                    </p:animEffect>
                                  </p:childTnLst>
                                </p:cTn>
                              </p:par>
                              <p:par>
                                <p:cTn id="61" presetID="10" presetClass="entr" presetSubtype="0" fill="hold" grpId="0" nodeType="withEffect">
                                  <p:stCondLst>
                                    <p:cond delay="1400"/>
                                  </p:stCondLst>
                                  <p:childTnLst>
                                    <p:set>
                                      <p:cBhvr>
                                        <p:cTn id="59" dur="1" fill="hold">
                                          <p:stCondLst>
                                            <p:cond delay="0"/>
                                          </p:stCondLst>
                                        </p:cTn>
                                        <p:tgtEl>
                                          <p:spTgt spid="27"/>
                                        </p:tgtEl>
                                        <p:attrNameLst>
                                          <p:attrName>style.visibility</p:attrName>
                                        </p:attrNameLst>
                                      </p:cBhvr>
                                      <p:to>
                                        <p:strVal val="visible"/>
                                      </p:to>
                                    </p:set>
                                    <p:animEffect transition="in" filter="fade">
                                      <p:cBhvr>
                                        <p:cTn id="60" dur="500"/>
                                        <p:tgtEl>
                                          <p:spTgt spid="27"/>
                                        </p:tgtEl>
                                      </p:cBhvr>
                                    </p:animEffect>
                                  </p:childTnLst>
                                </p:cTn>
                              </p:par>
                              <p:par>
                                <p:cTn id="64" presetID="10" presetClass="entr" presetSubtype="0" fill="hold" grpId="0" nodeType="withEffect">
                                  <p:stCondLst>
                                    <p:cond delay="1700"/>
                                  </p:stCondLst>
                                  <p:childTnLst>
                                    <p:set>
                                      <p:cBhvr>
                                        <p:cTn id="62" dur="1" fill="hold">
                                          <p:stCondLst>
                                            <p:cond delay="0"/>
                                          </p:stCondLst>
                                        </p:cTn>
                                        <p:tgtEl>
                                          <p:spTgt spid="28"/>
                                        </p:tgtEl>
                                        <p:attrNameLst>
                                          <p:attrName>style.visibility</p:attrName>
                                        </p:attrNameLst>
                                      </p:cBhvr>
                                      <p:to>
                                        <p:strVal val="visible"/>
                                      </p:to>
                                    </p:set>
                                    <p:animEffect transition="in" filter="fade">
                                      <p:cBhvr>
                                        <p:cTn id="63" dur="500"/>
                                        <p:tgtEl>
                                          <p:spTgt spid="28"/>
                                        </p:tgtEl>
                                      </p:cBhvr>
                                    </p:animEffect>
                                  </p:childTnLst>
                                </p:cTn>
                              </p:par>
                              <p:par>
                                <p:cTn id="67" presetID="10" presetClass="entr" presetSubtype="0" fill="hold" grpId="0" nodeType="withEffect">
                                  <p:stCondLst>
                                    <p:cond delay="1950"/>
                                  </p:stCondLst>
                                  <p:childTnLst>
                                    <p:set>
                                      <p:cBhvr>
                                        <p:cTn id="65" dur="1" fill="hold">
                                          <p:stCondLst>
                                            <p:cond delay="0"/>
                                          </p:stCondLst>
                                        </p:cTn>
                                        <p:tgtEl>
                                          <p:spTgt spid="29"/>
                                        </p:tgtEl>
                                        <p:attrNameLst>
                                          <p:attrName>style.visibility</p:attrName>
                                        </p:attrNameLst>
                                      </p:cBhvr>
                                      <p:to>
                                        <p:strVal val="visible"/>
                                      </p:to>
                                    </p:set>
                                    <p:animEffect transition="in" filter="fade">
                                      <p:cBhvr>
                                        <p:cTn id="66" dur="500"/>
                                        <p:tgtEl>
                                          <p:spTgt spid="29"/>
                                        </p:tgtEl>
                                      </p:cBhvr>
                                    </p:animEffect>
                                  </p:childTnLst>
                                </p:cTn>
                              </p:par>
                              <p:par>
                                <p:cTn id="70" presetID="10" presetClass="entr" presetSubtype="0" fill="hold" grpId="0" nodeType="withEffect">
                                  <p:stCondLst>
                                    <p:cond delay="2200"/>
                                  </p:stCondLst>
                                  <p:childTnLst>
                                    <p:set>
                                      <p:cBhvr>
                                        <p:cTn id="68" dur="1" fill="hold">
                                          <p:stCondLst>
                                            <p:cond delay="0"/>
                                          </p:stCondLst>
                                        </p:cTn>
                                        <p:tgtEl>
                                          <p:spTgt spid="30"/>
                                        </p:tgtEl>
                                        <p:attrNameLst>
                                          <p:attrName>style.visibility</p:attrName>
                                        </p:attrNameLst>
                                      </p:cBhvr>
                                      <p:to>
                                        <p:strVal val="visible"/>
                                      </p:to>
                                    </p:set>
                                    <p:animEffect transition="in" filter="fade">
                                      <p:cBhvr>
                                        <p:cTn id="69" dur="500"/>
                                        <p:tgtEl>
                                          <p:spTgt spid="30"/>
                                        </p:tgtEl>
                                      </p:cBhvr>
                                    </p:animEffect>
                                  </p:childTnLst>
                                </p:cTn>
                              </p:par>
                            </p:childTnLst>
                          </p:cTn>
                        </p:par>
                      </p:childTnLst>
                    </p:cTn>
                  </p:par>
                  <p:par>
                    <p:cTn id="71" fill="hold">
                      <p:stCondLst>
                        <p:cond delay="indefinite"/>
                      </p:stCondLst>
                      <p:childTnLst>
                        <p:par>
                          <p:cTn id="72" fill="hold">
                            <p:stCondLst>
                              <p:cond delay="0"/>
                            </p:stCondLst>
                            <p:childTnLst>
                              <p:par>
                                <p:cTn id="75" presetID="10" presetClass="exit" presetSubtype="0" fill="hold" grpId="0" nodeType="clickEffect">
                                  <p:stCondLst>
                                    <p:cond delay="0"/>
                                  </p:stCondLst>
                                  <p:childTnLst>
                                    <p:set>
                                      <p:cBhvr>
                                        <p:cTn id="73" dur="1" fill="hold">
                                          <p:stCondLst>
                                            <p:cond delay="400"/>
                                          </p:stCondLst>
                                        </p:cTn>
                                        <p:tgtEl>
                                          <p:spTgt spid="9"/>
                                        </p:tgtEl>
                                        <p:attrNameLst>
                                          <p:attrName>style.visibility</p:attrName>
                                        </p:attrNameLst>
                                      </p:cBhvr>
                                      <p:to>
                                        <p:strVal val="hidden"/>
                                      </p:to>
                                    </p:set>
                                    <p:animEffect transition="out" filter="fade">
                                      <p:cBhvr>
                                        <p:cTn id="74" dur="400"/>
                                        <p:tgtEl>
                                          <p:spTgt spid="9"/>
                                        </p:tgtEl>
                                      </p:cBhvr>
                                    </p:animEffect>
                                  </p:childTnLst>
                                </p:cTn>
                              </p:par>
                              <p:par>
                                <p:cTn id="78" presetID="10" presetClass="exit" presetSubtype="0" fill="hold" grpId="0" nodeType="withEffect">
                                  <p:stCondLst>
                                    <p:cond delay="0"/>
                                  </p:stCondLst>
                                  <p:childTnLst>
                                    <p:set>
                                      <p:cBhvr>
                                        <p:cTn id="76" dur="1" fill="hold">
                                          <p:stCondLst>
                                            <p:cond delay="400"/>
                                          </p:stCondLst>
                                        </p:cTn>
                                        <p:tgtEl>
                                          <p:spTgt spid="10"/>
                                        </p:tgtEl>
                                        <p:attrNameLst>
                                          <p:attrName>style.visibility</p:attrName>
                                        </p:attrNameLst>
                                      </p:cBhvr>
                                      <p:to>
                                        <p:strVal val="hidden"/>
                                      </p:to>
                                    </p:set>
                                    <p:animEffect transition="out" filter="fade">
                                      <p:cBhvr>
                                        <p:cTn id="77" dur="400"/>
                                        <p:tgtEl>
                                          <p:spTgt spid="10"/>
                                        </p:tgtEl>
                                      </p:cBhvr>
                                    </p:animEffect>
                                  </p:childTnLst>
                                </p:cTn>
                              </p:par>
                              <p:par>
                                <p:cTn id="81" presetID="10" presetClass="exit" presetSubtype="0" fill="hold" grpId="0" nodeType="withEffect">
                                  <p:stCondLst>
                                    <p:cond delay="0"/>
                                  </p:stCondLst>
                                  <p:childTnLst>
                                    <p:set>
                                      <p:cBhvr>
                                        <p:cTn id="79" dur="1" fill="hold">
                                          <p:stCondLst>
                                            <p:cond delay="400"/>
                                          </p:stCondLst>
                                        </p:cTn>
                                        <p:tgtEl>
                                          <p:spTgt spid="11"/>
                                        </p:tgtEl>
                                        <p:attrNameLst>
                                          <p:attrName>style.visibility</p:attrName>
                                        </p:attrNameLst>
                                      </p:cBhvr>
                                      <p:to>
                                        <p:strVal val="hidden"/>
                                      </p:to>
                                    </p:set>
                                    <p:animEffect transition="out" filter="fade">
                                      <p:cBhvr>
                                        <p:cTn id="80" dur="400"/>
                                        <p:tgtEl>
                                          <p:spTgt spid="11"/>
                                        </p:tgtEl>
                                      </p:cBhvr>
                                    </p:animEffect>
                                  </p:childTnLst>
                                </p:cTn>
                              </p:par>
                              <p:par>
                                <p:cTn id="84" presetID="10" presetClass="exit" presetSubtype="0" fill="hold" grpId="0" nodeType="withEffect">
                                  <p:stCondLst>
                                    <p:cond delay="0"/>
                                  </p:stCondLst>
                                  <p:childTnLst>
                                    <p:set>
                                      <p:cBhvr>
                                        <p:cTn id="82" dur="1" fill="hold">
                                          <p:stCondLst>
                                            <p:cond delay="400"/>
                                          </p:stCondLst>
                                        </p:cTn>
                                        <p:tgtEl>
                                          <p:spTgt spid="12"/>
                                        </p:tgtEl>
                                        <p:attrNameLst>
                                          <p:attrName>style.visibility</p:attrName>
                                        </p:attrNameLst>
                                      </p:cBhvr>
                                      <p:to>
                                        <p:strVal val="hidden"/>
                                      </p:to>
                                    </p:set>
                                    <p:animEffect transition="out" filter="fade">
                                      <p:cBhvr>
                                        <p:cTn id="83" dur="400"/>
                                        <p:tgtEl>
                                          <p:spTgt spid="12"/>
                                        </p:tgtEl>
                                      </p:cBhvr>
                                    </p:animEffect>
                                  </p:childTnLst>
                                </p:cTn>
                              </p:par>
                              <p:par>
                                <p:cTn id="87" presetID="10" presetClass="exit" presetSubtype="0" fill="hold" grpId="0" nodeType="withEffect">
                                  <p:stCondLst>
                                    <p:cond delay="0"/>
                                  </p:stCondLst>
                                  <p:childTnLst>
                                    <p:set>
                                      <p:cBhvr>
                                        <p:cTn id="85" dur="1" fill="hold">
                                          <p:stCondLst>
                                            <p:cond delay="400"/>
                                          </p:stCondLst>
                                        </p:cTn>
                                        <p:tgtEl>
                                          <p:spTgt spid="13"/>
                                        </p:tgtEl>
                                        <p:attrNameLst>
                                          <p:attrName>style.visibility</p:attrName>
                                        </p:attrNameLst>
                                      </p:cBhvr>
                                      <p:to>
                                        <p:strVal val="hidden"/>
                                      </p:to>
                                    </p:set>
                                    <p:animEffect transition="out" filter="fade">
                                      <p:cBhvr>
                                        <p:cTn id="86" dur="400"/>
                                        <p:tgtEl>
                                          <p:spTgt spid="13"/>
                                        </p:tgtEl>
                                      </p:cBhvr>
                                    </p:animEffect>
                                  </p:childTnLst>
                                </p:cTn>
                              </p:par>
                              <p:par>
                                <p:cTn id="90" presetID="10" presetClass="exit" presetSubtype="0" fill="hold" grpId="0" nodeType="withEffect">
                                  <p:stCondLst>
                                    <p:cond delay="0"/>
                                  </p:stCondLst>
                                  <p:childTnLst>
                                    <p:set>
                                      <p:cBhvr>
                                        <p:cTn id="88" dur="1" fill="hold">
                                          <p:stCondLst>
                                            <p:cond delay="400"/>
                                          </p:stCondLst>
                                        </p:cTn>
                                        <p:tgtEl>
                                          <p:spTgt spid="14"/>
                                        </p:tgtEl>
                                        <p:attrNameLst>
                                          <p:attrName>style.visibility</p:attrName>
                                        </p:attrNameLst>
                                      </p:cBhvr>
                                      <p:to>
                                        <p:strVal val="hidden"/>
                                      </p:to>
                                    </p:set>
                                    <p:animEffect transition="out" filter="fade">
                                      <p:cBhvr>
                                        <p:cTn id="89" dur="400"/>
                                        <p:tgtEl>
                                          <p:spTgt spid="14"/>
                                        </p:tgtEl>
                                      </p:cBhvr>
                                    </p:animEffect>
                                  </p:childTnLst>
                                </p:cTn>
                              </p:par>
                              <p:par>
                                <p:cTn id="93" presetID="10" presetClass="exit" presetSubtype="0" fill="hold" grpId="0" nodeType="withEffect">
                                  <p:stCondLst>
                                    <p:cond delay="0"/>
                                  </p:stCondLst>
                                  <p:childTnLst>
                                    <p:set>
                                      <p:cBhvr>
                                        <p:cTn id="91" dur="1" fill="hold">
                                          <p:stCondLst>
                                            <p:cond delay="400"/>
                                          </p:stCondLst>
                                        </p:cTn>
                                        <p:tgtEl>
                                          <p:spTgt spid="15"/>
                                        </p:tgtEl>
                                        <p:attrNameLst>
                                          <p:attrName>style.visibility</p:attrName>
                                        </p:attrNameLst>
                                      </p:cBhvr>
                                      <p:to>
                                        <p:strVal val="hidden"/>
                                      </p:to>
                                    </p:set>
                                    <p:animEffect transition="out" filter="fade">
                                      <p:cBhvr>
                                        <p:cTn id="92" dur="400"/>
                                        <p:tgtEl>
                                          <p:spTgt spid="15"/>
                                        </p:tgtEl>
                                      </p:cBhvr>
                                    </p:animEffect>
                                  </p:childTnLst>
                                </p:cTn>
                              </p:par>
                              <p:par>
                                <p:cTn id="96" presetID="10" presetClass="exit" presetSubtype="0" fill="hold" grpId="0" nodeType="withEffect">
                                  <p:stCondLst>
                                    <p:cond delay="0"/>
                                  </p:stCondLst>
                                  <p:childTnLst>
                                    <p:set>
                                      <p:cBhvr>
                                        <p:cTn id="94" dur="1" fill="hold">
                                          <p:stCondLst>
                                            <p:cond delay="400"/>
                                          </p:stCondLst>
                                        </p:cTn>
                                        <p:tgtEl>
                                          <p:spTgt spid="16"/>
                                        </p:tgtEl>
                                        <p:attrNameLst>
                                          <p:attrName>style.visibility</p:attrName>
                                        </p:attrNameLst>
                                      </p:cBhvr>
                                      <p:to>
                                        <p:strVal val="hidden"/>
                                      </p:to>
                                    </p:set>
                                    <p:animEffect transition="out" filter="fade">
                                      <p:cBhvr>
                                        <p:cTn id="95" dur="400"/>
                                        <p:tgtEl>
                                          <p:spTgt spid="16"/>
                                        </p:tgtEl>
                                      </p:cBhvr>
                                    </p:animEffect>
                                  </p:childTnLst>
                                </p:cTn>
                              </p:par>
                              <p:par>
                                <p:cTn id="99" presetID="10" presetClass="exit" presetSubtype="0" fill="hold" grpId="0" nodeType="withEffect">
                                  <p:stCondLst>
                                    <p:cond delay="0"/>
                                  </p:stCondLst>
                                  <p:childTnLst>
                                    <p:set>
                                      <p:cBhvr>
                                        <p:cTn id="97" dur="1" fill="hold">
                                          <p:stCondLst>
                                            <p:cond delay="400"/>
                                          </p:stCondLst>
                                        </p:cTn>
                                        <p:tgtEl>
                                          <p:spTgt spid="17"/>
                                        </p:tgtEl>
                                        <p:attrNameLst>
                                          <p:attrName>style.visibility</p:attrName>
                                        </p:attrNameLst>
                                      </p:cBhvr>
                                      <p:to>
                                        <p:strVal val="hidden"/>
                                      </p:to>
                                    </p:set>
                                    <p:animEffect transition="out" filter="fade">
                                      <p:cBhvr>
                                        <p:cTn id="98" dur="400"/>
                                        <p:tgtEl>
                                          <p:spTgt spid="17"/>
                                        </p:tgtEl>
                                      </p:cBhvr>
                                    </p:animEffect>
                                  </p:childTnLst>
                                </p:cTn>
                              </p:par>
                              <p:par>
                                <p:cTn id="102" presetID="10" presetClass="exit" presetSubtype="0" fill="hold" grpId="0" nodeType="withEffect">
                                  <p:stCondLst>
                                    <p:cond delay="0"/>
                                  </p:stCondLst>
                                  <p:childTnLst>
                                    <p:set>
                                      <p:cBhvr>
                                        <p:cTn id="100" dur="1" fill="hold">
                                          <p:stCondLst>
                                            <p:cond delay="400"/>
                                          </p:stCondLst>
                                        </p:cTn>
                                        <p:tgtEl>
                                          <p:spTgt spid="18"/>
                                        </p:tgtEl>
                                        <p:attrNameLst>
                                          <p:attrName>style.visibility</p:attrName>
                                        </p:attrNameLst>
                                      </p:cBhvr>
                                      <p:to>
                                        <p:strVal val="hidden"/>
                                      </p:to>
                                    </p:set>
                                    <p:animEffect transition="out" filter="fade">
                                      <p:cBhvr>
                                        <p:cTn id="101" dur="400"/>
                                        <p:tgtEl>
                                          <p:spTgt spid="18"/>
                                        </p:tgtEl>
                                      </p:cBhvr>
                                    </p:animEffect>
                                  </p:childTnLst>
                                </p:cTn>
                              </p:par>
                              <p:par>
                                <p:cTn id="105" presetID="10" presetClass="exit" presetSubtype="0" fill="hold" grpId="0" nodeType="withEffect">
                                  <p:stCondLst>
                                    <p:cond delay="0"/>
                                  </p:stCondLst>
                                  <p:childTnLst>
                                    <p:set>
                                      <p:cBhvr>
                                        <p:cTn id="103" dur="1" fill="hold">
                                          <p:stCondLst>
                                            <p:cond delay="400"/>
                                          </p:stCondLst>
                                        </p:cTn>
                                        <p:tgtEl>
                                          <p:spTgt spid="19"/>
                                        </p:tgtEl>
                                        <p:attrNameLst>
                                          <p:attrName>style.visibility</p:attrName>
                                        </p:attrNameLst>
                                      </p:cBhvr>
                                      <p:to>
                                        <p:strVal val="hidden"/>
                                      </p:to>
                                    </p:set>
                                    <p:animEffect transition="out" filter="fade">
                                      <p:cBhvr>
                                        <p:cTn id="104" dur="400"/>
                                        <p:tgtEl>
                                          <p:spTgt spid="19"/>
                                        </p:tgtEl>
                                      </p:cBhvr>
                                    </p:animEffect>
                                  </p:childTnLst>
                                </p:cTn>
                              </p:par>
                              <p:par>
                                <p:cTn id="108" presetID="10" presetClass="exit" presetSubtype="0" fill="hold" grpId="0" nodeType="withEffect">
                                  <p:stCondLst>
                                    <p:cond delay="0"/>
                                  </p:stCondLst>
                                  <p:childTnLst>
                                    <p:set>
                                      <p:cBhvr>
                                        <p:cTn id="106" dur="1" fill="hold">
                                          <p:stCondLst>
                                            <p:cond delay="400"/>
                                          </p:stCondLst>
                                        </p:cTn>
                                        <p:tgtEl>
                                          <p:spTgt spid="20"/>
                                        </p:tgtEl>
                                        <p:attrNameLst>
                                          <p:attrName>style.visibility</p:attrName>
                                        </p:attrNameLst>
                                      </p:cBhvr>
                                      <p:to>
                                        <p:strVal val="hidden"/>
                                      </p:to>
                                    </p:set>
                                    <p:animEffect transition="out" filter="fade">
                                      <p:cBhvr>
                                        <p:cTn id="107" dur="400"/>
                                        <p:tgtEl>
                                          <p:spTgt spid="20"/>
                                        </p:tgtEl>
                                      </p:cBhvr>
                                    </p:animEffect>
                                  </p:childTnLst>
                                </p:cTn>
                              </p:par>
                              <p:par>
                                <p:cTn id="111" presetID="10" presetClass="exit" presetSubtype="0" fill="hold" grpId="0" nodeType="withEffect">
                                  <p:stCondLst>
                                    <p:cond delay="0"/>
                                  </p:stCondLst>
                                  <p:childTnLst>
                                    <p:set>
                                      <p:cBhvr>
                                        <p:cTn id="109" dur="1" fill="hold">
                                          <p:stCondLst>
                                            <p:cond delay="400"/>
                                          </p:stCondLst>
                                        </p:cTn>
                                        <p:tgtEl>
                                          <p:spTgt spid="21"/>
                                        </p:tgtEl>
                                        <p:attrNameLst>
                                          <p:attrName>style.visibility</p:attrName>
                                        </p:attrNameLst>
                                      </p:cBhvr>
                                      <p:to>
                                        <p:strVal val="hidden"/>
                                      </p:to>
                                    </p:set>
                                    <p:animEffect transition="out" filter="fade">
                                      <p:cBhvr>
                                        <p:cTn id="110" dur="400"/>
                                        <p:tgtEl>
                                          <p:spTgt spid="21"/>
                                        </p:tgtEl>
                                      </p:cBhvr>
                                    </p:animEffect>
                                  </p:childTnLst>
                                </p:cTn>
                              </p:par>
                              <p:par>
                                <p:cTn id="114" presetID="10" presetClass="exit" presetSubtype="0" fill="hold" grpId="0" nodeType="withEffect">
                                  <p:stCondLst>
                                    <p:cond delay="0"/>
                                  </p:stCondLst>
                                  <p:childTnLst>
                                    <p:set>
                                      <p:cBhvr>
                                        <p:cTn id="112" dur="1" fill="hold">
                                          <p:stCondLst>
                                            <p:cond delay="400"/>
                                          </p:stCondLst>
                                        </p:cTn>
                                        <p:tgtEl>
                                          <p:spTgt spid="22"/>
                                        </p:tgtEl>
                                        <p:attrNameLst>
                                          <p:attrName>style.visibility</p:attrName>
                                        </p:attrNameLst>
                                      </p:cBhvr>
                                      <p:to>
                                        <p:strVal val="hidden"/>
                                      </p:to>
                                    </p:set>
                                    <p:animEffect transition="out" filter="fade">
                                      <p:cBhvr>
                                        <p:cTn id="113" dur="400"/>
                                        <p:tgtEl>
                                          <p:spTgt spid="22"/>
                                        </p:tgtEl>
                                      </p:cBhvr>
                                    </p:animEffect>
                                  </p:childTnLst>
                                </p:cTn>
                              </p:par>
                              <p:par>
                                <p:cTn id="117" presetID="10" presetClass="exit" presetSubtype="0" fill="hold" grpId="0" nodeType="withEffect">
                                  <p:stCondLst>
                                    <p:cond delay="0"/>
                                  </p:stCondLst>
                                  <p:childTnLst>
                                    <p:set>
                                      <p:cBhvr>
                                        <p:cTn id="115" dur="1" fill="hold">
                                          <p:stCondLst>
                                            <p:cond delay="400"/>
                                          </p:stCondLst>
                                        </p:cTn>
                                        <p:tgtEl>
                                          <p:spTgt spid="23"/>
                                        </p:tgtEl>
                                        <p:attrNameLst>
                                          <p:attrName>style.visibility</p:attrName>
                                        </p:attrNameLst>
                                      </p:cBhvr>
                                      <p:to>
                                        <p:strVal val="hidden"/>
                                      </p:to>
                                    </p:set>
                                    <p:animEffect transition="out" filter="fade">
                                      <p:cBhvr>
                                        <p:cTn id="116" dur="400"/>
                                        <p:tgtEl>
                                          <p:spTgt spid="23"/>
                                        </p:tgtEl>
                                      </p:cBhvr>
                                    </p:animEffect>
                                  </p:childTnLst>
                                </p:cTn>
                              </p:par>
                              <p:par>
                                <p:cTn id="120" presetID="10" presetClass="exit" presetSubtype="0" fill="hold" grpId="0" nodeType="withEffect">
                                  <p:stCondLst>
                                    <p:cond delay="0"/>
                                  </p:stCondLst>
                                  <p:childTnLst>
                                    <p:set>
                                      <p:cBhvr>
                                        <p:cTn id="118" dur="1" fill="hold">
                                          <p:stCondLst>
                                            <p:cond delay="400"/>
                                          </p:stCondLst>
                                        </p:cTn>
                                        <p:tgtEl>
                                          <p:spTgt spid="24"/>
                                        </p:tgtEl>
                                        <p:attrNameLst>
                                          <p:attrName>style.visibility</p:attrName>
                                        </p:attrNameLst>
                                      </p:cBhvr>
                                      <p:to>
                                        <p:strVal val="hidden"/>
                                      </p:to>
                                    </p:set>
                                    <p:animEffect transition="out" filter="fade">
                                      <p:cBhvr>
                                        <p:cTn id="119" dur="400"/>
                                        <p:tgtEl>
                                          <p:spTgt spid="24"/>
                                        </p:tgtEl>
                                      </p:cBhvr>
                                    </p:animEffect>
                                  </p:childTnLst>
                                </p:cTn>
                              </p:par>
                              <p:par>
                                <p:cTn id="123" presetID="10" presetClass="exit" presetSubtype="0" fill="hold" grpId="0" nodeType="withEffect">
                                  <p:stCondLst>
                                    <p:cond delay="0"/>
                                  </p:stCondLst>
                                  <p:childTnLst>
                                    <p:set>
                                      <p:cBhvr>
                                        <p:cTn id="121" dur="1" fill="hold">
                                          <p:stCondLst>
                                            <p:cond delay="400"/>
                                          </p:stCondLst>
                                        </p:cTn>
                                        <p:tgtEl>
                                          <p:spTgt spid="25"/>
                                        </p:tgtEl>
                                        <p:attrNameLst>
                                          <p:attrName>style.visibility</p:attrName>
                                        </p:attrNameLst>
                                      </p:cBhvr>
                                      <p:to>
                                        <p:strVal val="hidden"/>
                                      </p:to>
                                    </p:set>
                                    <p:animEffect transition="out" filter="fade">
                                      <p:cBhvr>
                                        <p:cTn id="122" dur="400"/>
                                        <p:tgtEl>
                                          <p:spTgt spid="25"/>
                                        </p:tgtEl>
                                      </p:cBhvr>
                                    </p:animEffect>
                                  </p:childTnLst>
                                </p:cTn>
                              </p:par>
                              <p:par>
                                <p:cTn id="126" presetID="10" presetClass="exit" presetSubtype="0" fill="hold" grpId="0" nodeType="withEffect">
                                  <p:stCondLst>
                                    <p:cond delay="0"/>
                                  </p:stCondLst>
                                  <p:childTnLst>
                                    <p:set>
                                      <p:cBhvr>
                                        <p:cTn id="124" dur="1" fill="hold">
                                          <p:stCondLst>
                                            <p:cond delay="400"/>
                                          </p:stCondLst>
                                        </p:cTn>
                                        <p:tgtEl>
                                          <p:spTgt spid="26"/>
                                        </p:tgtEl>
                                        <p:attrNameLst>
                                          <p:attrName>style.visibility</p:attrName>
                                        </p:attrNameLst>
                                      </p:cBhvr>
                                      <p:to>
                                        <p:strVal val="hidden"/>
                                      </p:to>
                                    </p:set>
                                    <p:animEffect transition="out" filter="fade">
                                      <p:cBhvr>
                                        <p:cTn id="125" dur="400"/>
                                        <p:tgtEl>
                                          <p:spTgt spid="26"/>
                                        </p:tgtEl>
                                      </p:cBhvr>
                                    </p:animEffect>
                                  </p:childTnLst>
                                </p:cTn>
                              </p:par>
                              <p:par>
                                <p:cTn id="129" presetID="10" presetClass="exit" presetSubtype="0" fill="hold" grpId="0" nodeType="withEffect">
                                  <p:stCondLst>
                                    <p:cond delay="0"/>
                                  </p:stCondLst>
                                  <p:childTnLst>
                                    <p:set>
                                      <p:cBhvr>
                                        <p:cTn id="127" dur="1" fill="hold">
                                          <p:stCondLst>
                                            <p:cond delay="400"/>
                                          </p:stCondLst>
                                        </p:cTn>
                                        <p:tgtEl>
                                          <p:spTgt spid="27"/>
                                        </p:tgtEl>
                                        <p:attrNameLst>
                                          <p:attrName>style.visibility</p:attrName>
                                        </p:attrNameLst>
                                      </p:cBhvr>
                                      <p:to>
                                        <p:strVal val="hidden"/>
                                      </p:to>
                                    </p:set>
                                    <p:animEffect transition="out" filter="fade">
                                      <p:cBhvr>
                                        <p:cTn id="128" dur="400"/>
                                        <p:tgtEl>
                                          <p:spTgt spid="27"/>
                                        </p:tgtEl>
                                      </p:cBhvr>
                                    </p:animEffect>
                                  </p:childTnLst>
                                </p:cTn>
                              </p:par>
                              <p:par>
                                <p:cTn id="132" presetID="10" presetClass="exit" presetSubtype="0" fill="hold" grpId="0" nodeType="withEffect">
                                  <p:stCondLst>
                                    <p:cond delay="0"/>
                                  </p:stCondLst>
                                  <p:childTnLst>
                                    <p:set>
                                      <p:cBhvr>
                                        <p:cTn id="130" dur="1" fill="hold">
                                          <p:stCondLst>
                                            <p:cond delay="400"/>
                                          </p:stCondLst>
                                        </p:cTn>
                                        <p:tgtEl>
                                          <p:spTgt spid="28"/>
                                        </p:tgtEl>
                                        <p:attrNameLst>
                                          <p:attrName>style.visibility</p:attrName>
                                        </p:attrNameLst>
                                      </p:cBhvr>
                                      <p:to>
                                        <p:strVal val="hidden"/>
                                      </p:to>
                                    </p:set>
                                    <p:animEffect transition="out" filter="fade">
                                      <p:cBhvr>
                                        <p:cTn id="131" dur="400"/>
                                        <p:tgtEl>
                                          <p:spTgt spid="28"/>
                                        </p:tgtEl>
                                      </p:cBhvr>
                                    </p:animEffect>
                                  </p:childTnLst>
                                </p:cTn>
                              </p:par>
                              <p:par>
                                <p:cTn id="135" presetID="10" presetClass="exit" presetSubtype="0" fill="hold" grpId="0" nodeType="withEffect">
                                  <p:stCondLst>
                                    <p:cond delay="0"/>
                                  </p:stCondLst>
                                  <p:childTnLst>
                                    <p:set>
                                      <p:cBhvr>
                                        <p:cTn id="133" dur="1" fill="hold">
                                          <p:stCondLst>
                                            <p:cond delay="400"/>
                                          </p:stCondLst>
                                        </p:cTn>
                                        <p:tgtEl>
                                          <p:spTgt spid="29"/>
                                        </p:tgtEl>
                                        <p:attrNameLst>
                                          <p:attrName>style.visibility</p:attrName>
                                        </p:attrNameLst>
                                      </p:cBhvr>
                                      <p:to>
                                        <p:strVal val="hidden"/>
                                      </p:to>
                                    </p:set>
                                    <p:animEffect transition="out" filter="fade">
                                      <p:cBhvr>
                                        <p:cTn id="134" dur="400"/>
                                        <p:tgtEl>
                                          <p:spTgt spid="29"/>
                                        </p:tgtEl>
                                      </p:cBhvr>
                                    </p:animEffect>
                                  </p:childTnLst>
                                </p:cTn>
                              </p:par>
                              <p:par>
                                <p:cTn id="138" presetID="10" presetClass="exit" presetSubtype="0" fill="hold" grpId="0" nodeType="withEffect">
                                  <p:stCondLst>
                                    <p:cond delay="0"/>
                                  </p:stCondLst>
                                  <p:childTnLst>
                                    <p:set>
                                      <p:cBhvr>
                                        <p:cTn id="136" dur="1" fill="hold">
                                          <p:stCondLst>
                                            <p:cond delay="400"/>
                                          </p:stCondLst>
                                        </p:cTn>
                                        <p:tgtEl>
                                          <p:spTgt spid="30"/>
                                        </p:tgtEl>
                                        <p:attrNameLst>
                                          <p:attrName>style.visibility</p:attrName>
                                        </p:attrNameLst>
                                      </p:cBhvr>
                                      <p:to>
                                        <p:strVal val="hidden"/>
                                      </p:to>
                                    </p:set>
                                    <p:animEffect transition="out" filter="fade">
                                      <p:cBhvr>
                                        <p:cTn id="137" dur="400"/>
                                        <p:tgtEl>
                                          <p:spTgt spid="30"/>
                                        </p:tgtEl>
                                      </p:cBhvr>
                                    </p:animEffect>
                                  </p:childTnLst>
                                </p:cTn>
                              </p:par>
                              <p:par>
                                <p:cTn id="141" presetID="10" presetClass="entr" presetSubtype="0" fill="hold" grpId="0" nodeType="withEffect">
                                  <p:stCondLst>
                                    <p:cond delay="400"/>
                                  </p:stCondLst>
                                  <p:childTnLst>
                                    <p:set>
                                      <p:cBhvr>
                                        <p:cTn id="139" dur="1" fill="hold">
                                          <p:stCondLst>
                                            <p:cond delay="0"/>
                                          </p:stCondLst>
                                        </p:cTn>
                                        <p:tgtEl>
                                          <p:spTgt spid="31"/>
                                        </p:tgtEl>
                                        <p:attrNameLst>
                                          <p:attrName>style.visibility</p:attrName>
                                        </p:attrNameLst>
                                      </p:cBhvr>
                                      <p:to>
                                        <p:strVal val="visible"/>
                                      </p:to>
                                    </p:set>
                                    <p:animEffect transition="in" filter="fade">
                                      <p:cBhvr>
                                        <p:cTn id="140" dur="500"/>
                                        <p:tgtEl>
                                          <p:spTgt spid="31"/>
                                        </p:tgtEl>
                                      </p:cBhvr>
                                    </p:animEffect>
                                  </p:childTnLst>
                                </p:cTn>
                              </p:par>
                              <p:par>
                                <p:cTn id="144" presetID="10" presetClass="entr" presetSubtype="0" fill="hold" grpId="0" nodeType="withEffect">
                                  <p:stCondLst>
                                    <p:cond delay="700"/>
                                  </p:stCondLst>
                                  <p:childTnLst>
                                    <p:set>
                                      <p:cBhvr>
                                        <p:cTn id="142" dur="1" fill="hold">
                                          <p:stCondLst>
                                            <p:cond delay="0"/>
                                          </p:stCondLst>
                                        </p:cTn>
                                        <p:tgtEl>
                                          <p:spTgt spid="32"/>
                                        </p:tgtEl>
                                        <p:attrNameLst>
                                          <p:attrName>style.visibility</p:attrName>
                                        </p:attrNameLst>
                                      </p:cBhvr>
                                      <p:to>
                                        <p:strVal val="visible"/>
                                      </p:to>
                                    </p:set>
                                    <p:animEffect transition="in" filter="fade">
                                      <p:cBhvr>
                                        <p:cTn id="143" dur="500"/>
                                        <p:tgtEl>
                                          <p:spTgt spid="32"/>
                                        </p:tgtEl>
                                      </p:cBhvr>
                                    </p:animEffect>
                                  </p:childTnLst>
                                </p:cTn>
                              </p:par>
                              <p:par>
                                <p:cTn id="147" presetID="10" presetClass="entr" presetSubtype="0" fill="hold" grpId="0" nodeType="withEffect">
                                  <p:stCondLst>
                                    <p:cond delay="900"/>
                                  </p:stCondLst>
                                  <p:childTnLst>
                                    <p:set>
                                      <p:cBhvr>
                                        <p:cTn id="145" dur="1" fill="hold">
                                          <p:stCondLst>
                                            <p:cond delay="0"/>
                                          </p:stCondLst>
                                        </p:cTn>
                                        <p:tgtEl>
                                          <p:spTgt spid="33"/>
                                        </p:tgtEl>
                                        <p:attrNameLst>
                                          <p:attrName>style.visibility</p:attrName>
                                        </p:attrNameLst>
                                      </p:cBhvr>
                                      <p:to>
                                        <p:strVal val="visible"/>
                                      </p:to>
                                    </p:set>
                                    <p:animEffect transition="in" filter="fade">
                                      <p:cBhvr>
                                        <p:cTn id="146" dur="500"/>
                                        <p:tgtEl>
                                          <p:spTgt spid="33"/>
                                        </p:tgtEl>
                                      </p:cBhvr>
                                    </p:animEffect>
                                  </p:childTnLst>
                                </p:cTn>
                              </p:par>
                              <p:par>
                                <p:cTn id="150" presetID="10" presetClass="entr" presetSubtype="0" fill="hold" grpId="0" nodeType="withEffect">
                                  <p:stCondLst>
                                    <p:cond delay="1100"/>
                                  </p:stCondLst>
                                  <p:childTnLst>
                                    <p:set>
                                      <p:cBhvr>
                                        <p:cTn id="148" dur="1" fill="hold">
                                          <p:stCondLst>
                                            <p:cond delay="0"/>
                                          </p:stCondLst>
                                        </p:cTn>
                                        <p:tgtEl>
                                          <p:spTgt spid="34"/>
                                        </p:tgtEl>
                                        <p:attrNameLst>
                                          <p:attrName>style.visibility</p:attrName>
                                        </p:attrNameLst>
                                      </p:cBhvr>
                                      <p:to>
                                        <p:strVal val="visible"/>
                                      </p:to>
                                    </p:set>
                                    <p:animEffect transition="in" filter="fade">
                                      <p:cBhvr>
                                        <p:cTn id="149" dur="500"/>
                                        <p:tgtEl>
                                          <p:spTgt spid="34"/>
                                        </p:tgtEl>
                                      </p:cBhvr>
                                    </p:animEffect>
                                  </p:childTnLst>
                                </p:cTn>
                              </p:par>
                              <p:par>
                                <p:cTn id="153" presetID="10" presetClass="entr" presetSubtype="0" fill="hold" grpId="0" nodeType="withEffect">
                                  <p:stCondLst>
                                    <p:cond delay="1300"/>
                                  </p:stCondLst>
                                  <p:childTnLst>
                                    <p:set>
                                      <p:cBhvr>
                                        <p:cTn id="151" dur="1" fill="hold">
                                          <p:stCondLst>
                                            <p:cond delay="0"/>
                                          </p:stCondLst>
                                        </p:cTn>
                                        <p:tgtEl>
                                          <p:spTgt spid="35"/>
                                        </p:tgtEl>
                                        <p:attrNameLst>
                                          <p:attrName>style.visibility</p:attrName>
                                        </p:attrNameLst>
                                      </p:cBhvr>
                                      <p:to>
                                        <p:strVal val="visible"/>
                                      </p:to>
                                    </p:set>
                                    <p:animEffect transition="in" filter="fade">
                                      <p:cBhvr>
                                        <p:cTn id="152" dur="500"/>
                                        <p:tgtEl>
                                          <p:spTgt spid="35"/>
                                        </p:tgtEl>
                                      </p:cBhvr>
                                    </p:animEffect>
                                  </p:childTnLst>
                                </p:cTn>
                              </p:par>
                              <p:par>
                                <p:cTn id="156" presetID="10" presetClass="entr" presetSubtype="0" fill="hold" grpId="0" nodeType="withEffect">
                                  <p:stCondLst>
                                    <p:cond delay="1500"/>
                                  </p:stCondLst>
                                  <p:childTnLst>
                                    <p:set>
                                      <p:cBhvr>
                                        <p:cTn id="154" dur="1" fill="hold">
                                          <p:stCondLst>
                                            <p:cond delay="0"/>
                                          </p:stCondLst>
                                        </p:cTn>
                                        <p:tgtEl>
                                          <p:spTgt spid="36"/>
                                        </p:tgtEl>
                                        <p:attrNameLst>
                                          <p:attrName>style.visibility</p:attrName>
                                        </p:attrNameLst>
                                      </p:cBhvr>
                                      <p:to>
                                        <p:strVal val="visible"/>
                                      </p:to>
                                    </p:set>
                                    <p:animEffect transition="in" filter="fade">
                                      <p:cBhvr>
                                        <p:cTn id="155" dur="500"/>
                                        <p:tgtEl>
                                          <p:spTgt spid="36"/>
                                        </p:tgtEl>
                                      </p:cBhvr>
                                    </p:animEffect>
                                  </p:childTnLst>
                                </p:cTn>
                              </p:par>
                              <p:par>
                                <p:cTn id="159" presetID="10" presetClass="entr" presetSubtype="0" fill="hold" grpId="0" nodeType="withEffect">
                                  <p:stCondLst>
                                    <p:cond delay="1700"/>
                                  </p:stCondLst>
                                  <p:childTnLst>
                                    <p:set>
                                      <p:cBhvr>
                                        <p:cTn id="157" dur="1" fill="hold">
                                          <p:stCondLst>
                                            <p:cond delay="0"/>
                                          </p:stCondLst>
                                        </p:cTn>
                                        <p:tgtEl>
                                          <p:spTgt spid="37"/>
                                        </p:tgtEl>
                                        <p:attrNameLst>
                                          <p:attrName>style.visibility</p:attrName>
                                        </p:attrNameLst>
                                      </p:cBhvr>
                                      <p:to>
                                        <p:strVal val="visible"/>
                                      </p:to>
                                    </p:set>
                                    <p:animEffect transition="in" filter="fade">
                                      <p:cBhvr>
                                        <p:cTn id="158" dur="500"/>
                                        <p:tgtEl>
                                          <p:spTgt spid="37"/>
                                        </p:tgtEl>
                                      </p:cBhvr>
                                    </p:animEffect>
                                  </p:childTnLst>
                                </p:cTn>
                              </p:par>
                              <p:par>
                                <p:cTn id="162" presetID="10" presetClass="entr" presetSubtype="0" fill="hold" grpId="0" nodeType="withEffect">
                                  <p:stCondLst>
                                    <p:cond delay="1900"/>
                                  </p:stCondLst>
                                  <p:childTnLst>
                                    <p:set>
                                      <p:cBhvr>
                                        <p:cTn id="160" dur="1" fill="hold">
                                          <p:stCondLst>
                                            <p:cond delay="0"/>
                                          </p:stCondLst>
                                        </p:cTn>
                                        <p:tgtEl>
                                          <p:spTgt spid="38"/>
                                        </p:tgtEl>
                                        <p:attrNameLst>
                                          <p:attrName>style.visibility</p:attrName>
                                        </p:attrNameLst>
                                      </p:cBhvr>
                                      <p:to>
                                        <p:strVal val="visible"/>
                                      </p:to>
                                    </p:set>
                                    <p:animEffect transition="in" filter="fade">
                                      <p:cBhvr>
                                        <p:cTn id="161" dur="500"/>
                                        <p:tgtEl>
                                          <p:spTgt spid="38"/>
                                        </p:tgtEl>
                                      </p:cBhvr>
                                    </p:animEffect>
                                  </p:childTnLst>
                                </p:cTn>
                              </p:par>
                              <p:par>
                                <p:cTn id="165" presetID="10" presetClass="entr" presetSubtype="0" fill="hold" grpId="0" nodeType="withEffect">
                                  <p:stCondLst>
                                    <p:cond delay="2100"/>
                                  </p:stCondLst>
                                  <p:childTnLst>
                                    <p:set>
                                      <p:cBhvr>
                                        <p:cTn id="163" dur="1" fill="hold">
                                          <p:stCondLst>
                                            <p:cond delay="0"/>
                                          </p:stCondLst>
                                        </p:cTn>
                                        <p:tgtEl>
                                          <p:spTgt spid="39"/>
                                        </p:tgtEl>
                                        <p:attrNameLst>
                                          <p:attrName>style.visibility</p:attrName>
                                        </p:attrNameLst>
                                      </p:cBhvr>
                                      <p:to>
                                        <p:strVal val="visible"/>
                                      </p:to>
                                    </p:set>
                                    <p:animEffect transition="in" filter="fade">
                                      <p:cBhvr>
                                        <p:cTn id="164" dur="500"/>
                                        <p:tgtEl>
                                          <p:spTgt spid="39"/>
                                        </p:tgtEl>
                                      </p:cBhvr>
                                    </p:animEffect>
                                  </p:childTnLst>
                                </p:cTn>
                              </p:par>
                              <p:par>
                                <p:cTn id="168" presetID="10" presetClass="entr" presetSubtype="0" fill="hold" grpId="0" nodeType="withEffect">
                                  <p:stCondLst>
                                    <p:cond delay="2300"/>
                                  </p:stCondLst>
                                  <p:childTnLst>
                                    <p:set>
                                      <p:cBhvr>
                                        <p:cTn id="166" dur="1" fill="hold">
                                          <p:stCondLst>
                                            <p:cond delay="0"/>
                                          </p:stCondLst>
                                        </p:cTn>
                                        <p:tgtEl>
                                          <p:spTgt spid="40"/>
                                        </p:tgtEl>
                                        <p:attrNameLst>
                                          <p:attrName>style.visibility</p:attrName>
                                        </p:attrNameLst>
                                      </p:cBhvr>
                                      <p:to>
                                        <p:strVal val="visible"/>
                                      </p:to>
                                    </p:set>
                                    <p:animEffect transition="in" filter="fade">
                                      <p:cBhvr>
                                        <p:cTn id="167" dur="500"/>
                                        <p:tgtEl>
                                          <p:spTgt spid="40"/>
                                        </p:tgtEl>
                                      </p:cBhvr>
                                    </p:animEffect>
                                  </p:childTnLst>
                                </p:cTn>
                              </p:par>
                              <p:par>
                                <p:cTn id="171" presetID="10" presetClass="entr" presetSubtype="0" fill="hold" grpId="0" nodeType="withEffect">
                                  <p:stCondLst>
                                    <p:cond delay="2500"/>
                                  </p:stCondLst>
                                  <p:childTnLst>
                                    <p:set>
                                      <p:cBhvr>
                                        <p:cTn id="169" dur="1" fill="hold">
                                          <p:stCondLst>
                                            <p:cond delay="0"/>
                                          </p:stCondLst>
                                        </p:cTn>
                                        <p:tgtEl>
                                          <p:spTgt spid="41"/>
                                        </p:tgtEl>
                                        <p:attrNameLst>
                                          <p:attrName>style.visibility</p:attrName>
                                        </p:attrNameLst>
                                      </p:cBhvr>
                                      <p:to>
                                        <p:strVal val="visible"/>
                                      </p:to>
                                    </p:set>
                                    <p:animEffect transition="in" filter="fade">
                                      <p:cBhvr>
                                        <p:cTn id="170" dur="500"/>
                                        <p:tgtEl>
                                          <p:spTgt spid="41"/>
                                        </p:tgtEl>
                                      </p:cBhvr>
                                    </p:animEffect>
                                  </p:childTnLst>
                                </p:cTn>
                              </p:par>
                              <p:par>
                                <p:cTn id="174" presetID="10" presetClass="entr" presetSubtype="0" fill="hold" grpId="0" nodeType="withEffect">
                                  <p:stCondLst>
                                    <p:cond delay="2700"/>
                                  </p:stCondLst>
                                  <p:childTnLst>
                                    <p:set>
                                      <p:cBhvr>
                                        <p:cTn id="172" dur="1" fill="hold">
                                          <p:stCondLst>
                                            <p:cond delay="0"/>
                                          </p:stCondLst>
                                        </p:cTn>
                                        <p:tgtEl>
                                          <p:spTgt spid="42"/>
                                        </p:tgtEl>
                                        <p:attrNameLst>
                                          <p:attrName>style.visibility</p:attrName>
                                        </p:attrNameLst>
                                      </p:cBhvr>
                                      <p:to>
                                        <p:strVal val="visible"/>
                                      </p:to>
                                    </p:set>
                                    <p:animEffect transition="in" filter="fade">
                                      <p:cBhvr>
                                        <p:cTn id="173" dur="500"/>
                                        <p:tgtEl>
                                          <p:spTgt spid="42"/>
                                        </p:tgtEl>
                                      </p:cBhvr>
                                    </p:animEffect>
                                  </p:childTnLst>
                                </p:cTn>
                              </p:par>
                              <p:par>
                                <p:cTn id="177" presetID="10" presetClass="entr" presetSubtype="0" fill="hold" grpId="0" nodeType="withEffect">
                                  <p:stCondLst>
                                    <p:cond delay="2900"/>
                                  </p:stCondLst>
                                  <p:childTnLst>
                                    <p:set>
                                      <p:cBhvr>
                                        <p:cTn id="175" dur="1" fill="hold">
                                          <p:stCondLst>
                                            <p:cond delay="0"/>
                                          </p:stCondLst>
                                        </p:cTn>
                                        <p:tgtEl>
                                          <p:spTgt spid="43"/>
                                        </p:tgtEl>
                                        <p:attrNameLst>
                                          <p:attrName>style.visibility</p:attrName>
                                        </p:attrNameLst>
                                      </p:cBhvr>
                                      <p:to>
                                        <p:strVal val="visible"/>
                                      </p:to>
                                    </p:set>
                                    <p:animEffect transition="in" filter="fade">
                                      <p:cBhvr>
                                        <p:cTn id="176" dur="500"/>
                                        <p:tgtEl>
                                          <p:spTgt spid="43"/>
                                        </p:tgtEl>
                                      </p:cBhvr>
                                    </p:animEffect>
                                  </p:childTnLst>
                                </p:cTn>
                              </p:par>
                              <p:par>
                                <p:cTn id="180" presetID="10" presetClass="entr" presetSubtype="0" fill="hold" grpId="0" nodeType="withEffect">
                                  <p:stCondLst>
                                    <p:cond delay="3100"/>
                                  </p:stCondLst>
                                  <p:childTnLst>
                                    <p:set>
                                      <p:cBhvr>
                                        <p:cTn id="178" dur="1" fill="hold">
                                          <p:stCondLst>
                                            <p:cond delay="0"/>
                                          </p:stCondLst>
                                        </p:cTn>
                                        <p:tgtEl>
                                          <p:spTgt spid="44"/>
                                        </p:tgtEl>
                                        <p:attrNameLst>
                                          <p:attrName>style.visibility</p:attrName>
                                        </p:attrNameLst>
                                      </p:cBhvr>
                                      <p:to>
                                        <p:strVal val="visible"/>
                                      </p:to>
                                    </p:set>
                                    <p:animEffect transition="in" filter="fade">
                                      <p:cBhvr>
                                        <p:cTn id="179" dur="500"/>
                                        <p:tgtEl>
                                          <p:spTgt spid="44"/>
                                        </p:tgtEl>
                                      </p:cBhvr>
                                    </p:animEffect>
                                  </p:childTnLst>
                                </p:cTn>
                              </p:par>
                              <p:par>
                                <p:cTn id="183" presetID="10" presetClass="entr" presetSubtype="0" fill="hold" grpId="0" nodeType="withEffect">
                                  <p:stCondLst>
                                    <p:cond delay="3300"/>
                                  </p:stCondLst>
                                  <p:childTnLst>
                                    <p:set>
                                      <p:cBhvr>
                                        <p:cTn id="181" dur="1" fill="hold">
                                          <p:stCondLst>
                                            <p:cond delay="0"/>
                                          </p:stCondLst>
                                        </p:cTn>
                                        <p:tgtEl>
                                          <p:spTgt spid="45"/>
                                        </p:tgtEl>
                                        <p:attrNameLst>
                                          <p:attrName>style.visibility</p:attrName>
                                        </p:attrNameLst>
                                      </p:cBhvr>
                                      <p:to>
                                        <p:strVal val="visible"/>
                                      </p:to>
                                    </p:set>
                                    <p:animEffect transition="in" filter="fade">
                                      <p:cBhvr>
                                        <p:cTn id="182" dur="500"/>
                                        <p:tgtEl>
                                          <p:spTgt spid="45"/>
                                        </p:tgtEl>
                                      </p:cBhvr>
                                    </p:animEffect>
                                  </p:childTnLst>
                                </p:cTn>
                              </p:par>
                              <p:par>
                                <p:cTn id="186" presetID="10" presetClass="entr" presetSubtype="0" fill="hold" grpId="0" nodeType="withEffect">
                                  <p:stCondLst>
                                    <p:cond delay="3500"/>
                                  </p:stCondLst>
                                  <p:childTnLst>
                                    <p:set>
                                      <p:cBhvr>
                                        <p:cTn id="184" dur="1" fill="hold">
                                          <p:stCondLst>
                                            <p:cond delay="0"/>
                                          </p:stCondLst>
                                        </p:cTn>
                                        <p:tgtEl>
                                          <p:spTgt spid="46"/>
                                        </p:tgtEl>
                                        <p:attrNameLst>
                                          <p:attrName>style.visibility</p:attrName>
                                        </p:attrNameLst>
                                      </p:cBhvr>
                                      <p:to>
                                        <p:strVal val="visible"/>
                                      </p:to>
                                    </p:set>
                                    <p:animEffect transition="in" filter="fade">
                                      <p:cBhvr>
                                        <p:cTn id="185" dur="500"/>
                                        <p:tgtEl>
                                          <p:spTgt spid="46"/>
                                        </p:tgtEl>
                                      </p:cBhvr>
                                    </p:animEffect>
                                  </p:childTnLst>
                                </p:cTn>
                              </p:par>
                              <p:par>
                                <p:cTn id="189" presetID="10" presetClass="entr" presetSubtype="0" fill="hold" grpId="0" nodeType="withEffect">
                                  <p:stCondLst>
                                    <p:cond delay="3700"/>
                                  </p:stCondLst>
                                  <p:childTnLst>
                                    <p:set>
                                      <p:cBhvr>
                                        <p:cTn id="187" dur="1" fill="hold">
                                          <p:stCondLst>
                                            <p:cond delay="0"/>
                                          </p:stCondLst>
                                        </p:cTn>
                                        <p:tgtEl>
                                          <p:spTgt spid="47"/>
                                        </p:tgtEl>
                                        <p:attrNameLst>
                                          <p:attrName>style.visibility</p:attrName>
                                        </p:attrNameLst>
                                      </p:cBhvr>
                                      <p:to>
                                        <p:strVal val="visible"/>
                                      </p:to>
                                    </p:set>
                                    <p:animEffect transition="in" filter="fade">
                                      <p:cBhvr>
                                        <p:cTn id="188" dur="500"/>
                                        <p:tgtEl>
                                          <p:spTgt spid="47"/>
                                        </p:tgtEl>
                                      </p:cBhvr>
                                    </p:animEffect>
                                  </p:childTnLst>
                                </p:cTn>
                              </p:par>
                              <p:par>
                                <p:cTn id="192" presetID="10" presetClass="entr" presetSubtype="0" fill="hold" grpId="0" nodeType="withEffect">
                                  <p:stCondLst>
                                    <p:cond delay="3900"/>
                                  </p:stCondLst>
                                  <p:childTnLst>
                                    <p:set>
                                      <p:cBhvr>
                                        <p:cTn id="190" dur="1" fill="hold">
                                          <p:stCondLst>
                                            <p:cond delay="0"/>
                                          </p:stCondLst>
                                        </p:cTn>
                                        <p:tgtEl>
                                          <p:spTgt spid="48"/>
                                        </p:tgtEl>
                                        <p:attrNameLst>
                                          <p:attrName>style.visibility</p:attrName>
                                        </p:attrNameLst>
                                      </p:cBhvr>
                                      <p:to>
                                        <p:strVal val="visible"/>
                                      </p:to>
                                    </p:set>
                                    <p:animEffect transition="in" filter="fade">
                                      <p:cBhvr>
                                        <p:cTn id="191" dur="500"/>
                                        <p:tgtEl>
                                          <p:spTgt spid="48"/>
                                        </p:tgtEl>
                                      </p:cBhvr>
                                    </p:animEffect>
                                  </p:childTnLst>
                                </p:cTn>
                              </p:par>
                              <p:par>
                                <p:cTn id="195" presetID="10" presetClass="entr" presetSubtype="0" fill="hold" grpId="0" nodeType="withEffect">
                                  <p:stCondLst>
                                    <p:cond delay="4100"/>
                                  </p:stCondLst>
                                  <p:childTnLst>
                                    <p:set>
                                      <p:cBhvr>
                                        <p:cTn id="193" dur="1" fill="hold">
                                          <p:stCondLst>
                                            <p:cond delay="0"/>
                                          </p:stCondLst>
                                        </p:cTn>
                                        <p:tgtEl>
                                          <p:spTgt spid="49"/>
                                        </p:tgtEl>
                                        <p:attrNameLst>
                                          <p:attrName>style.visibility</p:attrName>
                                        </p:attrNameLst>
                                      </p:cBhvr>
                                      <p:to>
                                        <p:strVal val="visible"/>
                                      </p:to>
                                    </p:set>
                                    <p:animEffect transition="in" filter="fade">
                                      <p:cBhvr>
                                        <p:cTn id="194" dur="500"/>
                                        <p:tgtEl>
                                          <p:spTgt spid="49"/>
                                        </p:tgtEl>
                                      </p:cBhvr>
                                    </p:animEffect>
                                  </p:childTnLst>
                                </p:cTn>
                              </p:par>
                              <p:par>
                                <p:cTn id="198" presetID="10" presetClass="entr" presetSubtype="0" fill="hold" grpId="0" nodeType="withEffect">
                                  <p:stCondLst>
                                    <p:cond delay="4300"/>
                                  </p:stCondLst>
                                  <p:childTnLst>
                                    <p:set>
                                      <p:cBhvr>
                                        <p:cTn id="196" dur="1" fill="hold">
                                          <p:stCondLst>
                                            <p:cond delay="0"/>
                                          </p:stCondLst>
                                        </p:cTn>
                                        <p:tgtEl>
                                          <p:spTgt spid="50"/>
                                        </p:tgtEl>
                                        <p:attrNameLst>
                                          <p:attrName>style.visibility</p:attrName>
                                        </p:attrNameLst>
                                      </p:cBhvr>
                                      <p:to>
                                        <p:strVal val="visible"/>
                                      </p:to>
                                    </p:set>
                                    <p:animEffect transition="in" filter="fade">
                                      <p:cBhvr>
                                        <p:cTn id="197" dur="500"/>
                                        <p:tgtEl>
                                          <p:spTgt spid="50"/>
                                        </p:tgtEl>
                                      </p:cBhvr>
                                    </p:animEffect>
                                  </p:childTnLst>
                                </p:cTn>
                              </p:par>
                              <p:par>
                                <p:cTn id="201" presetID="10" presetClass="entr" presetSubtype="0" fill="hold" grpId="0" nodeType="withEffect">
                                  <p:stCondLst>
                                    <p:cond delay="4500"/>
                                  </p:stCondLst>
                                  <p:childTnLst>
                                    <p:set>
                                      <p:cBhvr>
                                        <p:cTn id="199" dur="1" fill="hold">
                                          <p:stCondLst>
                                            <p:cond delay="0"/>
                                          </p:stCondLst>
                                        </p:cTn>
                                        <p:tgtEl>
                                          <p:spTgt spid="51"/>
                                        </p:tgtEl>
                                        <p:attrNameLst>
                                          <p:attrName>style.visibility</p:attrName>
                                        </p:attrNameLst>
                                      </p:cBhvr>
                                      <p:to>
                                        <p:strVal val="visible"/>
                                      </p:to>
                                    </p:set>
                                    <p:animEffect transition="in" filter="fade">
                                      <p:cBhvr>
                                        <p:cTn id="200" dur="500"/>
                                        <p:tgtEl>
                                          <p:spTgt spid="51"/>
                                        </p:tgtEl>
                                      </p:cBhvr>
                                    </p:animEffect>
                                  </p:childTnLst>
                                </p:cTn>
                              </p:par>
                              <p:par>
                                <p:cTn id="204" presetID="10" presetClass="entr" presetSubtype="0" fill="hold" grpId="0" nodeType="withEffect">
                                  <p:stCondLst>
                                    <p:cond delay="4700"/>
                                  </p:stCondLst>
                                  <p:childTnLst>
                                    <p:set>
                                      <p:cBhvr>
                                        <p:cTn id="202" dur="1" fill="hold">
                                          <p:stCondLst>
                                            <p:cond delay="0"/>
                                          </p:stCondLst>
                                        </p:cTn>
                                        <p:tgtEl>
                                          <p:spTgt spid="52"/>
                                        </p:tgtEl>
                                        <p:attrNameLst>
                                          <p:attrName>style.visibility</p:attrName>
                                        </p:attrNameLst>
                                      </p:cBhvr>
                                      <p:to>
                                        <p:strVal val="visible"/>
                                      </p:to>
                                    </p:set>
                                    <p:animEffect transition="in" filter="fade">
                                      <p:cBhvr>
                                        <p:cTn id="203" dur="500"/>
                                        <p:tgtEl>
                                          <p:spTgt spid="52"/>
                                        </p:tgtEl>
                                      </p:cBhvr>
                                    </p:animEffect>
                                  </p:childTnLst>
                                </p:cTn>
                              </p:par>
                              <p:par>
                                <p:cTn id="207" presetID="10" presetClass="entr" presetSubtype="0" fill="hold" grpId="0" nodeType="withEffect">
                                  <p:stCondLst>
                                    <p:cond delay="4900"/>
                                  </p:stCondLst>
                                  <p:childTnLst>
                                    <p:set>
                                      <p:cBhvr>
                                        <p:cTn id="205" dur="1" fill="hold">
                                          <p:stCondLst>
                                            <p:cond delay="0"/>
                                          </p:stCondLst>
                                        </p:cTn>
                                        <p:tgtEl>
                                          <p:spTgt spid="53"/>
                                        </p:tgtEl>
                                        <p:attrNameLst>
                                          <p:attrName>style.visibility</p:attrName>
                                        </p:attrNameLst>
                                      </p:cBhvr>
                                      <p:to>
                                        <p:strVal val="visible"/>
                                      </p:to>
                                    </p:set>
                                    <p:animEffect transition="in" filter="fade">
                                      <p:cBhvr>
                                        <p:cTn id="206" dur="500"/>
                                        <p:tgtEl>
                                          <p:spTgt spid="53"/>
                                        </p:tgtEl>
                                      </p:cBhvr>
                                    </p:animEffect>
                                  </p:childTnLst>
                                </p:cTn>
                              </p:par>
                              <p:par>
                                <p:cTn id="210" presetID="10" presetClass="entr" presetSubtype="0" fill="hold" grpId="0" nodeType="withEffect">
                                  <p:stCondLst>
                                    <p:cond delay="5100"/>
                                  </p:stCondLst>
                                  <p:childTnLst>
                                    <p:set>
                                      <p:cBhvr>
                                        <p:cTn id="208" dur="1" fill="hold">
                                          <p:stCondLst>
                                            <p:cond delay="0"/>
                                          </p:stCondLst>
                                        </p:cTn>
                                        <p:tgtEl>
                                          <p:spTgt spid="54"/>
                                        </p:tgtEl>
                                        <p:attrNameLst>
                                          <p:attrName>style.visibility</p:attrName>
                                        </p:attrNameLst>
                                      </p:cBhvr>
                                      <p:to>
                                        <p:strVal val="visible"/>
                                      </p:to>
                                    </p:set>
                                    <p:animEffect transition="in" filter="fade">
                                      <p:cBhvr>
                                        <p:cTn id="209" dur="500"/>
                                        <p:tgtEl>
                                          <p:spTgt spid="54"/>
                                        </p:tgtEl>
                                      </p:cBhvr>
                                    </p:animEffect>
                                  </p:childTnLst>
                                </p:cTn>
                              </p:par>
                              <p:par>
                                <p:cTn id="213" presetID="10" presetClass="entr" presetSubtype="0" fill="hold" grpId="0" nodeType="withEffect">
                                  <p:stCondLst>
                                    <p:cond delay="5300"/>
                                  </p:stCondLst>
                                  <p:childTnLst>
                                    <p:set>
                                      <p:cBhvr>
                                        <p:cTn id="211" dur="1" fill="hold">
                                          <p:stCondLst>
                                            <p:cond delay="0"/>
                                          </p:stCondLst>
                                        </p:cTn>
                                        <p:tgtEl>
                                          <p:spTgt spid="55"/>
                                        </p:tgtEl>
                                        <p:attrNameLst>
                                          <p:attrName>style.visibility</p:attrName>
                                        </p:attrNameLst>
                                      </p:cBhvr>
                                      <p:to>
                                        <p:strVal val="visible"/>
                                      </p:to>
                                    </p:set>
                                    <p:animEffect transition="in" filter="fade">
                                      <p:cBhvr>
                                        <p:cTn id="212" dur="500"/>
                                        <p:tgtEl>
                                          <p:spTgt spid="55"/>
                                        </p:tgtEl>
                                      </p:cBhvr>
                                    </p:animEffect>
                                  </p:childTnLst>
                                </p:cTn>
                              </p:par>
                              <p:par>
                                <p:cTn id="216" presetID="10" presetClass="entr" presetSubtype="0" fill="hold" grpId="0" nodeType="withEffect">
                                  <p:stCondLst>
                                    <p:cond delay="2000"/>
                                  </p:stCondLst>
                                  <p:childTnLst>
                                    <p:set>
                                      <p:cBhvr>
                                        <p:cTn id="214" dur="1" fill="hold">
                                          <p:stCondLst>
                                            <p:cond delay="0"/>
                                          </p:stCondLst>
                                        </p:cTn>
                                        <p:tgtEl>
                                          <p:spTgt spid="56"/>
                                        </p:tgtEl>
                                        <p:attrNameLst>
                                          <p:attrName>style.visibility</p:attrName>
                                        </p:attrNameLst>
                                      </p:cBhvr>
                                      <p:to>
                                        <p:strVal val="visible"/>
                                      </p:to>
                                    </p:set>
                                    <p:animEffect transition="in" filter="fade">
                                      <p:cBhvr>
                                        <p:cTn id="215" dur="500"/>
                                        <p:tgtEl>
                                          <p:spTgt spid="56"/>
                                        </p:tgtEl>
                                      </p:cBhvr>
                                    </p:animEffect>
                                  </p:childTnLst>
                                </p:cTn>
                              </p:par>
                            </p:childTnLst>
                          </p:cTn>
                        </p:par>
                      </p:childTnLst>
                    </p:cTn>
                  </p:par>
                  <p:par>
                    <p:cTn id="217" fill="hold">
                      <p:stCondLst>
                        <p:cond delay="indefinite"/>
                      </p:stCondLst>
                      <p:childTnLst>
                        <p:par>
                          <p:cTn id="218" fill="hold">
                            <p:stCondLst>
                              <p:cond delay="0"/>
                            </p:stCondLst>
                            <p:childTnLst>
                              <p:par>
                                <p:cTn id="221" presetID="10" presetClass="exit" presetSubtype="0" fill="hold" grpId="0" nodeType="clickEffect">
                                  <p:stCondLst>
                                    <p:cond delay="0"/>
                                  </p:stCondLst>
                                  <p:childTnLst>
                                    <p:set>
                                      <p:cBhvr>
                                        <p:cTn id="219" dur="1" fill="hold">
                                          <p:stCondLst>
                                            <p:cond delay="400"/>
                                          </p:stCondLst>
                                        </p:cTn>
                                        <p:tgtEl>
                                          <p:spTgt spid="31"/>
                                        </p:tgtEl>
                                        <p:attrNameLst>
                                          <p:attrName>style.visibility</p:attrName>
                                        </p:attrNameLst>
                                      </p:cBhvr>
                                      <p:to>
                                        <p:strVal val="hidden"/>
                                      </p:to>
                                    </p:set>
                                    <p:animEffect transition="out" filter="fade">
                                      <p:cBhvr>
                                        <p:cTn id="220" dur="400"/>
                                        <p:tgtEl>
                                          <p:spTgt spid="31"/>
                                        </p:tgtEl>
                                      </p:cBhvr>
                                    </p:animEffect>
                                  </p:childTnLst>
                                </p:cTn>
                              </p:par>
                              <p:par>
                                <p:cTn id="224" presetID="10" presetClass="exit" presetSubtype="0" fill="hold" grpId="0" nodeType="withEffect">
                                  <p:stCondLst>
                                    <p:cond delay="0"/>
                                  </p:stCondLst>
                                  <p:childTnLst>
                                    <p:set>
                                      <p:cBhvr>
                                        <p:cTn id="222" dur="1" fill="hold">
                                          <p:stCondLst>
                                            <p:cond delay="400"/>
                                          </p:stCondLst>
                                        </p:cTn>
                                        <p:tgtEl>
                                          <p:spTgt spid="32"/>
                                        </p:tgtEl>
                                        <p:attrNameLst>
                                          <p:attrName>style.visibility</p:attrName>
                                        </p:attrNameLst>
                                      </p:cBhvr>
                                      <p:to>
                                        <p:strVal val="hidden"/>
                                      </p:to>
                                    </p:set>
                                    <p:animEffect transition="out" filter="fade">
                                      <p:cBhvr>
                                        <p:cTn id="223" dur="400"/>
                                        <p:tgtEl>
                                          <p:spTgt spid="32"/>
                                        </p:tgtEl>
                                      </p:cBhvr>
                                    </p:animEffect>
                                  </p:childTnLst>
                                </p:cTn>
                              </p:par>
                              <p:par>
                                <p:cTn id="227" presetID="10" presetClass="exit" presetSubtype="0" fill="hold" grpId="0" nodeType="withEffect">
                                  <p:stCondLst>
                                    <p:cond delay="0"/>
                                  </p:stCondLst>
                                  <p:childTnLst>
                                    <p:set>
                                      <p:cBhvr>
                                        <p:cTn id="225" dur="1" fill="hold">
                                          <p:stCondLst>
                                            <p:cond delay="400"/>
                                          </p:stCondLst>
                                        </p:cTn>
                                        <p:tgtEl>
                                          <p:spTgt spid="33"/>
                                        </p:tgtEl>
                                        <p:attrNameLst>
                                          <p:attrName>style.visibility</p:attrName>
                                        </p:attrNameLst>
                                      </p:cBhvr>
                                      <p:to>
                                        <p:strVal val="hidden"/>
                                      </p:to>
                                    </p:set>
                                    <p:animEffect transition="out" filter="fade">
                                      <p:cBhvr>
                                        <p:cTn id="226" dur="400"/>
                                        <p:tgtEl>
                                          <p:spTgt spid="33"/>
                                        </p:tgtEl>
                                      </p:cBhvr>
                                    </p:animEffect>
                                  </p:childTnLst>
                                </p:cTn>
                              </p:par>
                              <p:par>
                                <p:cTn id="230" presetID="10" presetClass="exit" presetSubtype="0" fill="hold" grpId="0" nodeType="withEffect">
                                  <p:stCondLst>
                                    <p:cond delay="0"/>
                                  </p:stCondLst>
                                  <p:childTnLst>
                                    <p:set>
                                      <p:cBhvr>
                                        <p:cTn id="228" dur="1" fill="hold">
                                          <p:stCondLst>
                                            <p:cond delay="400"/>
                                          </p:stCondLst>
                                        </p:cTn>
                                        <p:tgtEl>
                                          <p:spTgt spid="34"/>
                                        </p:tgtEl>
                                        <p:attrNameLst>
                                          <p:attrName>style.visibility</p:attrName>
                                        </p:attrNameLst>
                                      </p:cBhvr>
                                      <p:to>
                                        <p:strVal val="hidden"/>
                                      </p:to>
                                    </p:set>
                                    <p:animEffect transition="out" filter="fade">
                                      <p:cBhvr>
                                        <p:cTn id="229" dur="400"/>
                                        <p:tgtEl>
                                          <p:spTgt spid="34"/>
                                        </p:tgtEl>
                                      </p:cBhvr>
                                    </p:animEffect>
                                  </p:childTnLst>
                                </p:cTn>
                              </p:par>
                              <p:par>
                                <p:cTn id="233" presetID="10" presetClass="exit" presetSubtype="0" fill="hold" grpId="0" nodeType="withEffect">
                                  <p:stCondLst>
                                    <p:cond delay="0"/>
                                  </p:stCondLst>
                                  <p:childTnLst>
                                    <p:set>
                                      <p:cBhvr>
                                        <p:cTn id="231" dur="1" fill="hold">
                                          <p:stCondLst>
                                            <p:cond delay="400"/>
                                          </p:stCondLst>
                                        </p:cTn>
                                        <p:tgtEl>
                                          <p:spTgt spid="35"/>
                                        </p:tgtEl>
                                        <p:attrNameLst>
                                          <p:attrName>style.visibility</p:attrName>
                                        </p:attrNameLst>
                                      </p:cBhvr>
                                      <p:to>
                                        <p:strVal val="hidden"/>
                                      </p:to>
                                    </p:set>
                                    <p:animEffect transition="out" filter="fade">
                                      <p:cBhvr>
                                        <p:cTn id="232" dur="400"/>
                                        <p:tgtEl>
                                          <p:spTgt spid="35"/>
                                        </p:tgtEl>
                                      </p:cBhvr>
                                    </p:animEffect>
                                  </p:childTnLst>
                                </p:cTn>
                              </p:par>
                              <p:par>
                                <p:cTn id="236" presetID="10" presetClass="exit" presetSubtype="0" fill="hold" grpId="0" nodeType="withEffect">
                                  <p:stCondLst>
                                    <p:cond delay="0"/>
                                  </p:stCondLst>
                                  <p:childTnLst>
                                    <p:set>
                                      <p:cBhvr>
                                        <p:cTn id="234" dur="1" fill="hold">
                                          <p:stCondLst>
                                            <p:cond delay="400"/>
                                          </p:stCondLst>
                                        </p:cTn>
                                        <p:tgtEl>
                                          <p:spTgt spid="36"/>
                                        </p:tgtEl>
                                        <p:attrNameLst>
                                          <p:attrName>style.visibility</p:attrName>
                                        </p:attrNameLst>
                                      </p:cBhvr>
                                      <p:to>
                                        <p:strVal val="hidden"/>
                                      </p:to>
                                    </p:set>
                                    <p:animEffect transition="out" filter="fade">
                                      <p:cBhvr>
                                        <p:cTn id="235" dur="400"/>
                                        <p:tgtEl>
                                          <p:spTgt spid="36"/>
                                        </p:tgtEl>
                                      </p:cBhvr>
                                    </p:animEffect>
                                  </p:childTnLst>
                                </p:cTn>
                              </p:par>
                              <p:par>
                                <p:cTn id="239" presetID="10" presetClass="exit" presetSubtype="0" fill="hold" grpId="0" nodeType="withEffect">
                                  <p:stCondLst>
                                    <p:cond delay="0"/>
                                  </p:stCondLst>
                                  <p:childTnLst>
                                    <p:set>
                                      <p:cBhvr>
                                        <p:cTn id="237" dur="1" fill="hold">
                                          <p:stCondLst>
                                            <p:cond delay="400"/>
                                          </p:stCondLst>
                                        </p:cTn>
                                        <p:tgtEl>
                                          <p:spTgt spid="37"/>
                                        </p:tgtEl>
                                        <p:attrNameLst>
                                          <p:attrName>style.visibility</p:attrName>
                                        </p:attrNameLst>
                                      </p:cBhvr>
                                      <p:to>
                                        <p:strVal val="hidden"/>
                                      </p:to>
                                    </p:set>
                                    <p:animEffect transition="out" filter="fade">
                                      <p:cBhvr>
                                        <p:cTn id="238" dur="400"/>
                                        <p:tgtEl>
                                          <p:spTgt spid="37"/>
                                        </p:tgtEl>
                                      </p:cBhvr>
                                    </p:animEffect>
                                  </p:childTnLst>
                                </p:cTn>
                              </p:par>
                              <p:par>
                                <p:cTn id="242" presetID="10" presetClass="exit" presetSubtype="0" fill="hold" grpId="0" nodeType="withEffect">
                                  <p:stCondLst>
                                    <p:cond delay="0"/>
                                  </p:stCondLst>
                                  <p:childTnLst>
                                    <p:set>
                                      <p:cBhvr>
                                        <p:cTn id="240" dur="1" fill="hold">
                                          <p:stCondLst>
                                            <p:cond delay="400"/>
                                          </p:stCondLst>
                                        </p:cTn>
                                        <p:tgtEl>
                                          <p:spTgt spid="38"/>
                                        </p:tgtEl>
                                        <p:attrNameLst>
                                          <p:attrName>style.visibility</p:attrName>
                                        </p:attrNameLst>
                                      </p:cBhvr>
                                      <p:to>
                                        <p:strVal val="hidden"/>
                                      </p:to>
                                    </p:set>
                                    <p:animEffect transition="out" filter="fade">
                                      <p:cBhvr>
                                        <p:cTn id="241" dur="400"/>
                                        <p:tgtEl>
                                          <p:spTgt spid="38"/>
                                        </p:tgtEl>
                                      </p:cBhvr>
                                    </p:animEffect>
                                  </p:childTnLst>
                                </p:cTn>
                              </p:par>
                              <p:par>
                                <p:cTn id="245" presetID="10" presetClass="exit" presetSubtype="0" fill="hold" grpId="0" nodeType="withEffect">
                                  <p:stCondLst>
                                    <p:cond delay="0"/>
                                  </p:stCondLst>
                                  <p:childTnLst>
                                    <p:set>
                                      <p:cBhvr>
                                        <p:cTn id="243" dur="1" fill="hold">
                                          <p:stCondLst>
                                            <p:cond delay="400"/>
                                          </p:stCondLst>
                                        </p:cTn>
                                        <p:tgtEl>
                                          <p:spTgt spid="39"/>
                                        </p:tgtEl>
                                        <p:attrNameLst>
                                          <p:attrName>style.visibility</p:attrName>
                                        </p:attrNameLst>
                                      </p:cBhvr>
                                      <p:to>
                                        <p:strVal val="hidden"/>
                                      </p:to>
                                    </p:set>
                                    <p:animEffect transition="out" filter="fade">
                                      <p:cBhvr>
                                        <p:cTn id="244" dur="400"/>
                                        <p:tgtEl>
                                          <p:spTgt spid="39"/>
                                        </p:tgtEl>
                                      </p:cBhvr>
                                    </p:animEffect>
                                  </p:childTnLst>
                                </p:cTn>
                              </p:par>
                              <p:par>
                                <p:cTn id="248" presetID="10" presetClass="exit" presetSubtype="0" fill="hold" grpId="0" nodeType="withEffect">
                                  <p:stCondLst>
                                    <p:cond delay="0"/>
                                  </p:stCondLst>
                                  <p:childTnLst>
                                    <p:set>
                                      <p:cBhvr>
                                        <p:cTn id="246" dur="1" fill="hold">
                                          <p:stCondLst>
                                            <p:cond delay="400"/>
                                          </p:stCondLst>
                                        </p:cTn>
                                        <p:tgtEl>
                                          <p:spTgt spid="40"/>
                                        </p:tgtEl>
                                        <p:attrNameLst>
                                          <p:attrName>style.visibility</p:attrName>
                                        </p:attrNameLst>
                                      </p:cBhvr>
                                      <p:to>
                                        <p:strVal val="hidden"/>
                                      </p:to>
                                    </p:set>
                                    <p:animEffect transition="out" filter="fade">
                                      <p:cBhvr>
                                        <p:cTn id="247" dur="400"/>
                                        <p:tgtEl>
                                          <p:spTgt spid="40"/>
                                        </p:tgtEl>
                                      </p:cBhvr>
                                    </p:animEffect>
                                  </p:childTnLst>
                                </p:cTn>
                              </p:par>
                              <p:par>
                                <p:cTn id="251" presetID="10" presetClass="exit" presetSubtype="0" fill="hold" grpId="0" nodeType="withEffect">
                                  <p:stCondLst>
                                    <p:cond delay="0"/>
                                  </p:stCondLst>
                                  <p:childTnLst>
                                    <p:set>
                                      <p:cBhvr>
                                        <p:cTn id="249" dur="1" fill="hold">
                                          <p:stCondLst>
                                            <p:cond delay="400"/>
                                          </p:stCondLst>
                                        </p:cTn>
                                        <p:tgtEl>
                                          <p:spTgt spid="41"/>
                                        </p:tgtEl>
                                        <p:attrNameLst>
                                          <p:attrName>style.visibility</p:attrName>
                                        </p:attrNameLst>
                                      </p:cBhvr>
                                      <p:to>
                                        <p:strVal val="hidden"/>
                                      </p:to>
                                    </p:set>
                                    <p:animEffect transition="out" filter="fade">
                                      <p:cBhvr>
                                        <p:cTn id="250" dur="400"/>
                                        <p:tgtEl>
                                          <p:spTgt spid="41"/>
                                        </p:tgtEl>
                                      </p:cBhvr>
                                    </p:animEffect>
                                  </p:childTnLst>
                                </p:cTn>
                              </p:par>
                              <p:par>
                                <p:cTn id="254" presetID="10" presetClass="exit" presetSubtype="0" fill="hold" grpId="0" nodeType="withEffect">
                                  <p:stCondLst>
                                    <p:cond delay="0"/>
                                  </p:stCondLst>
                                  <p:childTnLst>
                                    <p:set>
                                      <p:cBhvr>
                                        <p:cTn id="252" dur="1" fill="hold">
                                          <p:stCondLst>
                                            <p:cond delay="400"/>
                                          </p:stCondLst>
                                        </p:cTn>
                                        <p:tgtEl>
                                          <p:spTgt spid="42"/>
                                        </p:tgtEl>
                                        <p:attrNameLst>
                                          <p:attrName>style.visibility</p:attrName>
                                        </p:attrNameLst>
                                      </p:cBhvr>
                                      <p:to>
                                        <p:strVal val="hidden"/>
                                      </p:to>
                                    </p:set>
                                    <p:animEffect transition="out" filter="fade">
                                      <p:cBhvr>
                                        <p:cTn id="253" dur="400"/>
                                        <p:tgtEl>
                                          <p:spTgt spid="42"/>
                                        </p:tgtEl>
                                      </p:cBhvr>
                                    </p:animEffect>
                                  </p:childTnLst>
                                </p:cTn>
                              </p:par>
                              <p:par>
                                <p:cTn id="257" presetID="10" presetClass="exit" presetSubtype="0" fill="hold" grpId="0" nodeType="withEffect">
                                  <p:stCondLst>
                                    <p:cond delay="0"/>
                                  </p:stCondLst>
                                  <p:childTnLst>
                                    <p:set>
                                      <p:cBhvr>
                                        <p:cTn id="255" dur="1" fill="hold">
                                          <p:stCondLst>
                                            <p:cond delay="400"/>
                                          </p:stCondLst>
                                        </p:cTn>
                                        <p:tgtEl>
                                          <p:spTgt spid="43"/>
                                        </p:tgtEl>
                                        <p:attrNameLst>
                                          <p:attrName>style.visibility</p:attrName>
                                        </p:attrNameLst>
                                      </p:cBhvr>
                                      <p:to>
                                        <p:strVal val="hidden"/>
                                      </p:to>
                                    </p:set>
                                    <p:animEffect transition="out" filter="fade">
                                      <p:cBhvr>
                                        <p:cTn id="256" dur="400"/>
                                        <p:tgtEl>
                                          <p:spTgt spid="43"/>
                                        </p:tgtEl>
                                      </p:cBhvr>
                                    </p:animEffect>
                                  </p:childTnLst>
                                </p:cTn>
                              </p:par>
                              <p:par>
                                <p:cTn id="260" presetID="10" presetClass="exit" presetSubtype="0" fill="hold" grpId="0" nodeType="withEffect">
                                  <p:stCondLst>
                                    <p:cond delay="0"/>
                                  </p:stCondLst>
                                  <p:childTnLst>
                                    <p:set>
                                      <p:cBhvr>
                                        <p:cTn id="258" dur="1" fill="hold">
                                          <p:stCondLst>
                                            <p:cond delay="400"/>
                                          </p:stCondLst>
                                        </p:cTn>
                                        <p:tgtEl>
                                          <p:spTgt spid="44"/>
                                        </p:tgtEl>
                                        <p:attrNameLst>
                                          <p:attrName>style.visibility</p:attrName>
                                        </p:attrNameLst>
                                      </p:cBhvr>
                                      <p:to>
                                        <p:strVal val="hidden"/>
                                      </p:to>
                                    </p:set>
                                    <p:animEffect transition="out" filter="fade">
                                      <p:cBhvr>
                                        <p:cTn id="259" dur="400"/>
                                        <p:tgtEl>
                                          <p:spTgt spid="44"/>
                                        </p:tgtEl>
                                      </p:cBhvr>
                                    </p:animEffect>
                                  </p:childTnLst>
                                </p:cTn>
                              </p:par>
                              <p:par>
                                <p:cTn id="263" presetID="10" presetClass="exit" presetSubtype="0" fill="hold" grpId="0" nodeType="withEffect">
                                  <p:stCondLst>
                                    <p:cond delay="0"/>
                                  </p:stCondLst>
                                  <p:childTnLst>
                                    <p:set>
                                      <p:cBhvr>
                                        <p:cTn id="261" dur="1" fill="hold">
                                          <p:stCondLst>
                                            <p:cond delay="400"/>
                                          </p:stCondLst>
                                        </p:cTn>
                                        <p:tgtEl>
                                          <p:spTgt spid="45"/>
                                        </p:tgtEl>
                                        <p:attrNameLst>
                                          <p:attrName>style.visibility</p:attrName>
                                        </p:attrNameLst>
                                      </p:cBhvr>
                                      <p:to>
                                        <p:strVal val="hidden"/>
                                      </p:to>
                                    </p:set>
                                    <p:animEffect transition="out" filter="fade">
                                      <p:cBhvr>
                                        <p:cTn id="262" dur="400"/>
                                        <p:tgtEl>
                                          <p:spTgt spid="45"/>
                                        </p:tgtEl>
                                      </p:cBhvr>
                                    </p:animEffect>
                                  </p:childTnLst>
                                </p:cTn>
                              </p:par>
                              <p:par>
                                <p:cTn id="266" presetID="10" presetClass="exit" presetSubtype="0" fill="hold" grpId="0" nodeType="withEffect">
                                  <p:stCondLst>
                                    <p:cond delay="0"/>
                                  </p:stCondLst>
                                  <p:childTnLst>
                                    <p:set>
                                      <p:cBhvr>
                                        <p:cTn id="264" dur="1" fill="hold">
                                          <p:stCondLst>
                                            <p:cond delay="400"/>
                                          </p:stCondLst>
                                        </p:cTn>
                                        <p:tgtEl>
                                          <p:spTgt spid="46"/>
                                        </p:tgtEl>
                                        <p:attrNameLst>
                                          <p:attrName>style.visibility</p:attrName>
                                        </p:attrNameLst>
                                      </p:cBhvr>
                                      <p:to>
                                        <p:strVal val="hidden"/>
                                      </p:to>
                                    </p:set>
                                    <p:animEffect transition="out" filter="fade">
                                      <p:cBhvr>
                                        <p:cTn id="265" dur="400"/>
                                        <p:tgtEl>
                                          <p:spTgt spid="46"/>
                                        </p:tgtEl>
                                      </p:cBhvr>
                                    </p:animEffect>
                                  </p:childTnLst>
                                </p:cTn>
                              </p:par>
                              <p:par>
                                <p:cTn id="269" presetID="10" presetClass="exit" presetSubtype="0" fill="hold" grpId="0" nodeType="withEffect">
                                  <p:stCondLst>
                                    <p:cond delay="0"/>
                                  </p:stCondLst>
                                  <p:childTnLst>
                                    <p:set>
                                      <p:cBhvr>
                                        <p:cTn id="267" dur="1" fill="hold">
                                          <p:stCondLst>
                                            <p:cond delay="400"/>
                                          </p:stCondLst>
                                        </p:cTn>
                                        <p:tgtEl>
                                          <p:spTgt spid="47"/>
                                        </p:tgtEl>
                                        <p:attrNameLst>
                                          <p:attrName>style.visibility</p:attrName>
                                        </p:attrNameLst>
                                      </p:cBhvr>
                                      <p:to>
                                        <p:strVal val="hidden"/>
                                      </p:to>
                                    </p:set>
                                    <p:animEffect transition="out" filter="fade">
                                      <p:cBhvr>
                                        <p:cTn id="268" dur="400"/>
                                        <p:tgtEl>
                                          <p:spTgt spid="47"/>
                                        </p:tgtEl>
                                      </p:cBhvr>
                                    </p:animEffect>
                                  </p:childTnLst>
                                </p:cTn>
                              </p:par>
                              <p:par>
                                <p:cTn id="272" presetID="10" presetClass="exit" presetSubtype="0" fill="hold" grpId="0" nodeType="withEffect">
                                  <p:stCondLst>
                                    <p:cond delay="0"/>
                                  </p:stCondLst>
                                  <p:childTnLst>
                                    <p:set>
                                      <p:cBhvr>
                                        <p:cTn id="270" dur="1" fill="hold">
                                          <p:stCondLst>
                                            <p:cond delay="400"/>
                                          </p:stCondLst>
                                        </p:cTn>
                                        <p:tgtEl>
                                          <p:spTgt spid="48"/>
                                        </p:tgtEl>
                                        <p:attrNameLst>
                                          <p:attrName>style.visibility</p:attrName>
                                        </p:attrNameLst>
                                      </p:cBhvr>
                                      <p:to>
                                        <p:strVal val="hidden"/>
                                      </p:to>
                                    </p:set>
                                    <p:animEffect transition="out" filter="fade">
                                      <p:cBhvr>
                                        <p:cTn id="271" dur="400"/>
                                        <p:tgtEl>
                                          <p:spTgt spid="48"/>
                                        </p:tgtEl>
                                      </p:cBhvr>
                                    </p:animEffect>
                                  </p:childTnLst>
                                </p:cTn>
                              </p:par>
                              <p:par>
                                <p:cTn id="275" presetID="10" presetClass="exit" presetSubtype="0" fill="hold" grpId="0" nodeType="withEffect">
                                  <p:stCondLst>
                                    <p:cond delay="0"/>
                                  </p:stCondLst>
                                  <p:childTnLst>
                                    <p:set>
                                      <p:cBhvr>
                                        <p:cTn id="273" dur="1" fill="hold">
                                          <p:stCondLst>
                                            <p:cond delay="400"/>
                                          </p:stCondLst>
                                        </p:cTn>
                                        <p:tgtEl>
                                          <p:spTgt spid="49"/>
                                        </p:tgtEl>
                                        <p:attrNameLst>
                                          <p:attrName>style.visibility</p:attrName>
                                        </p:attrNameLst>
                                      </p:cBhvr>
                                      <p:to>
                                        <p:strVal val="hidden"/>
                                      </p:to>
                                    </p:set>
                                    <p:animEffect transition="out" filter="fade">
                                      <p:cBhvr>
                                        <p:cTn id="274" dur="400"/>
                                        <p:tgtEl>
                                          <p:spTgt spid="49"/>
                                        </p:tgtEl>
                                      </p:cBhvr>
                                    </p:animEffect>
                                  </p:childTnLst>
                                </p:cTn>
                              </p:par>
                              <p:par>
                                <p:cTn id="278" presetID="10" presetClass="exit" presetSubtype="0" fill="hold" grpId="0" nodeType="withEffect">
                                  <p:stCondLst>
                                    <p:cond delay="0"/>
                                  </p:stCondLst>
                                  <p:childTnLst>
                                    <p:set>
                                      <p:cBhvr>
                                        <p:cTn id="276" dur="1" fill="hold">
                                          <p:stCondLst>
                                            <p:cond delay="400"/>
                                          </p:stCondLst>
                                        </p:cTn>
                                        <p:tgtEl>
                                          <p:spTgt spid="50"/>
                                        </p:tgtEl>
                                        <p:attrNameLst>
                                          <p:attrName>style.visibility</p:attrName>
                                        </p:attrNameLst>
                                      </p:cBhvr>
                                      <p:to>
                                        <p:strVal val="hidden"/>
                                      </p:to>
                                    </p:set>
                                    <p:animEffect transition="out" filter="fade">
                                      <p:cBhvr>
                                        <p:cTn id="277" dur="400"/>
                                        <p:tgtEl>
                                          <p:spTgt spid="50"/>
                                        </p:tgtEl>
                                      </p:cBhvr>
                                    </p:animEffect>
                                  </p:childTnLst>
                                </p:cTn>
                              </p:par>
                              <p:par>
                                <p:cTn id="281" presetID="10" presetClass="exit" presetSubtype="0" fill="hold" grpId="0" nodeType="withEffect">
                                  <p:stCondLst>
                                    <p:cond delay="0"/>
                                  </p:stCondLst>
                                  <p:childTnLst>
                                    <p:set>
                                      <p:cBhvr>
                                        <p:cTn id="279" dur="1" fill="hold">
                                          <p:stCondLst>
                                            <p:cond delay="400"/>
                                          </p:stCondLst>
                                        </p:cTn>
                                        <p:tgtEl>
                                          <p:spTgt spid="51"/>
                                        </p:tgtEl>
                                        <p:attrNameLst>
                                          <p:attrName>style.visibility</p:attrName>
                                        </p:attrNameLst>
                                      </p:cBhvr>
                                      <p:to>
                                        <p:strVal val="hidden"/>
                                      </p:to>
                                    </p:set>
                                    <p:animEffect transition="out" filter="fade">
                                      <p:cBhvr>
                                        <p:cTn id="280" dur="400"/>
                                        <p:tgtEl>
                                          <p:spTgt spid="51"/>
                                        </p:tgtEl>
                                      </p:cBhvr>
                                    </p:animEffect>
                                  </p:childTnLst>
                                </p:cTn>
                              </p:par>
                              <p:par>
                                <p:cTn id="284" presetID="10" presetClass="exit" presetSubtype="0" fill="hold" grpId="0" nodeType="withEffect">
                                  <p:stCondLst>
                                    <p:cond delay="0"/>
                                  </p:stCondLst>
                                  <p:childTnLst>
                                    <p:set>
                                      <p:cBhvr>
                                        <p:cTn id="282" dur="1" fill="hold">
                                          <p:stCondLst>
                                            <p:cond delay="400"/>
                                          </p:stCondLst>
                                        </p:cTn>
                                        <p:tgtEl>
                                          <p:spTgt spid="52"/>
                                        </p:tgtEl>
                                        <p:attrNameLst>
                                          <p:attrName>style.visibility</p:attrName>
                                        </p:attrNameLst>
                                      </p:cBhvr>
                                      <p:to>
                                        <p:strVal val="hidden"/>
                                      </p:to>
                                    </p:set>
                                    <p:animEffect transition="out" filter="fade">
                                      <p:cBhvr>
                                        <p:cTn id="283" dur="400"/>
                                        <p:tgtEl>
                                          <p:spTgt spid="52"/>
                                        </p:tgtEl>
                                      </p:cBhvr>
                                    </p:animEffect>
                                  </p:childTnLst>
                                </p:cTn>
                              </p:par>
                              <p:par>
                                <p:cTn id="287" presetID="10" presetClass="exit" presetSubtype="0" fill="hold" grpId="0" nodeType="withEffect">
                                  <p:stCondLst>
                                    <p:cond delay="0"/>
                                  </p:stCondLst>
                                  <p:childTnLst>
                                    <p:set>
                                      <p:cBhvr>
                                        <p:cTn id="285" dur="1" fill="hold">
                                          <p:stCondLst>
                                            <p:cond delay="400"/>
                                          </p:stCondLst>
                                        </p:cTn>
                                        <p:tgtEl>
                                          <p:spTgt spid="53"/>
                                        </p:tgtEl>
                                        <p:attrNameLst>
                                          <p:attrName>style.visibility</p:attrName>
                                        </p:attrNameLst>
                                      </p:cBhvr>
                                      <p:to>
                                        <p:strVal val="hidden"/>
                                      </p:to>
                                    </p:set>
                                    <p:animEffect transition="out" filter="fade">
                                      <p:cBhvr>
                                        <p:cTn id="286" dur="400"/>
                                        <p:tgtEl>
                                          <p:spTgt spid="53"/>
                                        </p:tgtEl>
                                      </p:cBhvr>
                                    </p:animEffect>
                                  </p:childTnLst>
                                </p:cTn>
                              </p:par>
                              <p:par>
                                <p:cTn id="290" presetID="10" presetClass="exit" presetSubtype="0" fill="hold" grpId="0" nodeType="withEffect">
                                  <p:stCondLst>
                                    <p:cond delay="0"/>
                                  </p:stCondLst>
                                  <p:childTnLst>
                                    <p:set>
                                      <p:cBhvr>
                                        <p:cTn id="288" dur="1" fill="hold">
                                          <p:stCondLst>
                                            <p:cond delay="400"/>
                                          </p:stCondLst>
                                        </p:cTn>
                                        <p:tgtEl>
                                          <p:spTgt spid="54"/>
                                        </p:tgtEl>
                                        <p:attrNameLst>
                                          <p:attrName>style.visibility</p:attrName>
                                        </p:attrNameLst>
                                      </p:cBhvr>
                                      <p:to>
                                        <p:strVal val="hidden"/>
                                      </p:to>
                                    </p:set>
                                    <p:animEffect transition="out" filter="fade">
                                      <p:cBhvr>
                                        <p:cTn id="289" dur="400"/>
                                        <p:tgtEl>
                                          <p:spTgt spid="54"/>
                                        </p:tgtEl>
                                      </p:cBhvr>
                                    </p:animEffect>
                                  </p:childTnLst>
                                </p:cTn>
                              </p:par>
                              <p:par>
                                <p:cTn id="293" presetID="10" presetClass="exit" presetSubtype="0" fill="hold" grpId="0" nodeType="withEffect">
                                  <p:stCondLst>
                                    <p:cond delay="0"/>
                                  </p:stCondLst>
                                  <p:childTnLst>
                                    <p:set>
                                      <p:cBhvr>
                                        <p:cTn id="291" dur="1" fill="hold">
                                          <p:stCondLst>
                                            <p:cond delay="400"/>
                                          </p:stCondLst>
                                        </p:cTn>
                                        <p:tgtEl>
                                          <p:spTgt spid="55"/>
                                        </p:tgtEl>
                                        <p:attrNameLst>
                                          <p:attrName>style.visibility</p:attrName>
                                        </p:attrNameLst>
                                      </p:cBhvr>
                                      <p:to>
                                        <p:strVal val="hidden"/>
                                      </p:to>
                                    </p:set>
                                    <p:animEffect transition="out" filter="fade">
                                      <p:cBhvr>
                                        <p:cTn id="292" dur="400"/>
                                        <p:tgtEl>
                                          <p:spTgt spid="55"/>
                                        </p:tgtEl>
                                      </p:cBhvr>
                                    </p:animEffect>
                                  </p:childTnLst>
                                </p:cTn>
                              </p:par>
                              <p:par>
                                <p:cTn id="296" presetID="10" presetClass="exit" presetSubtype="0" fill="hold" grpId="0" nodeType="withEffect">
                                  <p:stCondLst>
                                    <p:cond delay="0"/>
                                  </p:stCondLst>
                                  <p:childTnLst>
                                    <p:set>
                                      <p:cBhvr>
                                        <p:cTn id="294" dur="1" fill="hold">
                                          <p:stCondLst>
                                            <p:cond delay="400"/>
                                          </p:stCondLst>
                                        </p:cTn>
                                        <p:tgtEl>
                                          <p:spTgt spid="56"/>
                                        </p:tgtEl>
                                        <p:attrNameLst>
                                          <p:attrName>style.visibility</p:attrName>
                                        </p:attrNameLst>
                                      </p:cBhvr>
                                      <p:to>
                                        <p:strVal val="hidden"/>
                                      </p:to>
                                    </p:set>
                                    <p:animEffect transition="out" filter="fade">
                                      <p:cBhvr>
                                        <p:cTn id="295" dur="400"/>
                                        <p:tgtEl>
                                          <p:spTgt spid="56"/>
                                        </p:tgtEl>
                                      </p:cBhvr>
                                    </p:animEffect>
                                  </p:childTnLst>
                                </p:cTn>
                              </p:par>
                              <p:par>
                                <p:cTn id="299" presetID="10" presetClass="entr" presetSubtype="0" fill="hold" grpId="0" nodeType="withEffect">
                                  <p:stCondLst>
                                    <p:cond delay="400"/>
                                  </p:stCondLst>
                                  <p:childTnLst>
                                    <p:set>
                                      <p:cBhvr>
                                        <p:cTn id="297" dur="1" fill="hold">
                                          <p:stCondLst>
                                            <p:cond delay="0"/>
                                          </p:stCondLst>
                                        </p:cTn>
                                        <p:tgtEl>
                                          <p:spTgt spid="57"/>
                                        </p:tgtEl>
                                        <p:attrNameLst>
                                          <p:attrName>style.visibility</p:attrName>
                                        </p:attrNameLst>
                                      </p:cBhvr>
                                      <p:to>
                                        <p:strVal val="visible"/>
                                      </p:to>
                                    </p:set>
                                    <p:animEffect transition="in" filter="fade">
                                      <p:cBhvr>
                                        <p:cTn id="298" dur="500"/>
                                        <p:tgtEl>
                                          <p:spTgt spid="57"/>
                                        </p:tgtEl>
                                      </p:cBhvr>
                                    </p:animEffect>
                                  </p:childTnLst>
                                </p:cTn>
                              </p:par>
                              <p:par>
                                <p:cTn id="302" presetID="10" presetClass="entr" presetSubtype="0" fill="hold" grpId="0" nodeType="withEffect">
                                  <p:stCondLst>
                                    <p:cond delay="550"/>
                                  </p:stCondLst>
                                  <p:childTnLst>
                                    <p:set>
                                      <p:cBhvr>
                                        <p:cTn id="300" dur="1" fill="hold">
                                          <p:stCondLst>
                                            <p:cond delay="0"/>
                                          </p:stCondLst>
                                        </p:cTn>
                                        <p:tgtEl>
                                          <p:spTgt spid="58"/>
                                        </p:tgtEl>
                                        <p:attrNameLst>
                                          <p:attrName>style.visibility</p:attrName>
                                        </p:attrNameLst>
                                      </p:cBhvr>
                                      <p:to>
                                        <p:strVal val="visible"/>
                                      </p:to>
                                    </p:set>
                                    <p:animEffect transition="in" filter="fade">
                                      <p:cBhvr>
                                        <p:cTn id="301" dur="500"/>
                                        <p:tgtEl>
                                          <p:spTgt spid="58"/>
                                        </p:tgtEl>
                                      </p:cBhvr>
                                    </p:animEffect>
                                  </p:childTnLst>
                                </p:cTn>
                              </p:par>
                              <p:par>
                                <p:cTn id="305" presetID="10" presetClass="entr" presetSubtype="0" fill="hold" grpId="0" nodeType="withEffect">
                                  <p:stCondLst>
                                    <p:cond delay="800"/>
                                  </p:stCondLst>
                                  <p:childTnLst>
                                    <p:set>
                                      <p:cBhvr>
                                        <p:cTn id="303" dur="1" fill="hold">
                                          <p:stCondLst>
                                            <p:cond delay="0"/>
                                          </p:stCondLst>
                                        </p:cTn>
                                        <p:tgtEl>
                                          <p:spTgt spid="59"/>
                                        </p:tgtEl>
                                        <p:attrNameLst>
                                          <p:attrName>style.visibility</p:attrName>
                                        </p:attrNameLst>
                                      </p:cBhvr>
                                      <p:to>
                                        <p:strVal val="visible"/>
                                      </p:to>
                                    </p:set>
                                    <p:animEffect transition="in" filter="fade">
                                      <p:cBhvr>
                                        <p:cTn id="304" dur="500"/>
                                        <p:tgtEl>
                                          <p:spTgt spid="59"/>
                                        </p:tgtEl>
                                      </p:cBhvr>
                                    </p:animEffect>
                                  </p:childTnLst>
                                </p:cTn>
                              </p:par>
                              <p:par>
                                <p:cTn id="308" presetID="10" presetClass="entr" presetSubtype="0" fill="hold" grpId="0" nodeType="withEffect">
                                  <p:stCondLst>
                                    <p:cond delay="980"/>
                                  </p:stCondLst>
                                  <p:childTnLst>
                                    <p:set>
                                      <p:cBhvr>
                                        <p:cTn id="306" dur="1" fill="hold">
                                          <p:stCondLst>
                                            <p:cond delay="0"/>
                                          </p:stCondLst>
                                        </p:cTn>
                                        <p:tgtEl>
                                          <p:spTgt spid="60"/>
                                        </p:tgtEl>
                                        <p:attrNameLst>
                                          <p:attrName>style.visibility</p:attrName>
                                        </p:attrNameLst>
                                      </p:cBhvr>
                                      <p:to>
                                        <p:strVal val="visible"/>
                                      </p:to>
                                    </p:set>
                                    <p:animEffect transition="in" filter="fade">
                                      <p:cBhvr>
                                        <p:cTn id="307" dur="500"/>
                                        <p:tgtEl>
                                          <p:spTgt spid="60"/>
                                        </p:tgtEl>
                                      </p:cBhvr>
                                    </p:animEffect>
                                  </p:childTnLst>
                                </p:cTn>
                              </p:par>
                              <p:par>
                                <p:cTn id="311" presetID="10" presetClass="entr" presetSubtype="0" fill="hold" grpId="0" nodeType="withEffect">
                                  <p:stCondLst>
                                    <p:cond delay="1160"/>
                                  </p:stCondLst>
                                  <p:childTnLst>
                                    <p:set>
                                      <p:cBhvr>
                                        <p:cTn id="309" dur="1" fill="hold">
                                          <p:stCondLst>
                                            <p:cond delay="0"/>
                                          </p:stCondLst>
                                        </p:cTn>
                                        <p:tgtEl>
                                          <p:spTgt spid="61"/>
                                        </p:tgtEl>
                                        <p:attrNameLst>
                                          <p:attrName>style.visibility</p:attrName>
                                        </p:attrNameLst>
                                      </p:cBhvr>
                                      <p:to>
                                        <p:strVal val="visible"/>
                                      </p:to>
                                    </p:set>
                                    <p:animEffect transition="in" filter="fade">
                                      <p:cBhvr>
                                        <p:cTn id="310" dur="500"/>
                                        <p:tgtEl>
                                          <p:spTgt spid="61"/>
                                        </p:tgtEl>
                                      </p:cBhvr>
                                    </p:animEffect>
                                  </p:childTnLst>
                                </p:cTn>
                              </p:par>
                              <p:par>
                                <p:cTn id="314" presetID="10" presetClass="entr" presetSubtype="0" fill="hold" grpId="0" nodeType="withEffect">
                                  <p:stCondLst>
                                    <p:cond delay="1340"/>
                                  </p:stCondLst>
                                  <p:childTnLst>
                                    <p:set>
                                      <p:cBhvr>
                                        <p:cTn id="312" dur="1" fill="hold">
                                          <p:stCondLst>
                                            <p:cond delay="0"/>
                                          </p:stCondLst>
                                        </p:cTn>
                                        <p:tgtEl>
                                          <p:spTgt spid="62"/>
                                        </p:tgtEl>
                                        <p:attrNameLst>
                                          <p:attrName>style.visibility</p:attrName>
                                        </p:attrNameLst>
                                      </p:cBhvr>
                                      <p:to>
                                        <p:strVal val="visible"/>
                                      </p:to>
                                    </p:set>
                                    <p:animEffect transition="in" filter="fade">
                                      <p:cBhvr>
                                        <p:cTn id="313" dur="500"/>
                                        <p:tgtEl>
                                          <p:spTgt spid="62"/>
                                        </p:tgtEl>
                                      </p:cBhvr>
                                    </p:animEffect>
                                  </p:childTnLst>
                                </p:cTn>
                              </p:par>
                              <p:par>
                                <p:cTn id="317" presetID="10" presetClass="entr" presetSubtype="0" fill="hold" grpId="0" nodeType="withEffect">
                                  <p:stCondLst>
                                    <p:cond delay="1520"/>
                                  </p:stCondLst>
                                  <p:childTnLst>
                                    <p:set>
                                      <p:cBhvr>
                                        <p:cTn id="315" dur="1" fill="hold">
                                          <p:stCondLst>
                                            <p:cond delay="0"/>
                                          </p:stCondLst>
                                        </p:cTn>
                                        <p:tgtEl>
                                          <p:spTgt spid="63"/>
                                        </p:tgtEl>
                                        <p:attrNameLst>
                                          <p:attrName>style.visibility</p:attrName>
                                        </p:attrNameLst>
                                      </p:cBhvr>
                                      <p:to>
                                        <p:strVal val="visible"/>
                                      </p:to>
                                    </p:set>
                                    <p:animEffect transition="in" filter="fade">
                                      <p:cBhvr>
                                        <p:cTn id="316" dur="500"/>
                                        <p:tgtEl>
                                          <p:spTgt spid="63"/>
                                        </p:tgtEl>
                                      </p:cBhvr>
                                    </p:animEffect>
                                  </p:childTnLst>
                                </p:cTn>
                              </p:par>
                              <p:par>
                                <p:cTn id="320" presetID="10" presetClass="entr" presetSubtype="0" fill="hold" grpId="0" nodeType="withEffect">
                                  <p:stCondLst>
                                    <p:cond delay="1700"/>
                                  </p:stCondLst>
                                  <p:childTnLst>
                                    <p:set>
                                      <p:cBhvr>
                                        <p:cTn id="318" dur="1" fill="hold">
                                          <p:stCondLst>
                                            <p:cond delay="0"/>
                                          </p:stCondLst>
                                        </p:cTn>
                                        <p:tgtEl>
                                          <p:spTgt spid="64"/>
                                        </p:tgtEl>
                                        <p:attrNameLst>
                                          <p:attrName>style.visibility</p:attrName>
                                        </p:attrNameLst>
                                      </p:cBhvr>
                                      <p:to>
                                        <p:strVal val="visible"/>
                                      </p:to>
                                    </p:set>
                                    <p:animEffect transition="in" filter="fade">
                                      <p:cBhvr>
                                        <p:cTn id="319" dur="500"/>
                                        <p:tgtEl>
                                          <p:spTgt spid="64"/>
                                        </p:tgtEl>
                                      </p:cBhvr>
                                    </p:animEffect>
                                  </p:childTnLst>
                                </p:cTn>
                              </p:par>
                              <p:par>
                                <p:cTn id="323" presetID="10" presetClass="entr" presetSubtype="0" fill="hold" grpId="0" nodeType="withEffect">
                                  <p:stCondLst>
                                    <p:cond delay="1880"/>
                                  </p:stCondLst>
                                  <p:childTnLst>
                                    <p:set>
                                      <p:cBhvr>
                                        <p:cTn id="321" dur="1" fill="hold">
                                          <p:stCondLst>
                                            <p:cond delay="0"/>
                                          </p:stCondLst>
                                        </p:cTn>
                                        <p:tgtEl>
                                          <p:spTgt spid="65"/>
                                        </p:tgtEl>
                                        <p:attrNameLst>
                                          <p:attrName>style.visibility</p:attrName>
                                        </p:attrNameLst>
                                      </p:cBhvr>
                                      <p:to>
                                        <p:strVal val="visible"/>
                                      </p:to>
                                    </p:set>
                                    <p:animEffect transition="in" filter="fade">
                                      <p:cBhvr>
                                        <p:cTn id="322" dur="500"/>
                                        <p:tgtEl>
                                          <p:spTgt spid="65"/>
                                        </p:tgtEl>
                                      </p:cBhvr>
                                    </p:animEffect>
                                  </p:childTnLst>
                                </p:cTn>
                              </p:par>
                              <p:par>
                                <p:cTn id="326" presetID="10" presetClass="entr" presetSubtype="0" fill="hold" grpId="0" nodeType="withEffect">
                                  <p:stCondLst>
                                    <p:cond delay="2060"/>
                                  </p:stCondLst>
                                  <p:childTnLst>
                                    <p:set>
                                      <p:cBhvr>
                                        <p:cTn id="324" dur="1" fill="hold">
                                          <p:stCondLst>
                                            <p:cond delay="0"/>
                                          </p:stCondLst>
                                        </p:cTn>
                                        <p:tgtEl>
                                          <p:spTgt spid="66"/>
                                        </p:tgtEl>
                                        <p:attrNameLst>
                                          <p:attrName>style.visibility</p:attrName>
                                        </p:attrNameLst>
                                      </p:cBhvr>
                                      <p:to>
                                        <p:strVal val="visible"/>
                                      </p:to>
                                    </p:set>
                                    <p:animEffect transition="in" filter="fade">
                                      <p:cBhvr>
                                        <p:cTn id="325" dur="500"/>
                                        <p:tgtEl>
                                          <p:spTgt spid="66"/>
                                        </p:tgtEl>
                                      </p:cBhvr>
                                    </p:animEffect>
                                  </p:childTnLst>
                                </p:cTn>
                              </p:par>
                              <p:par>
                                <p:cTn id="329" presetID="10" presetClass="entr" presetSubtype="0" fill="hold" grpId="0" nodeType="withEffect">
                                  <p:stCondLst>
                                    <p:cond delay="2240"/>
                                  </p:stCondLst>
                                  <p:childTnLst>
                                    <p:set>
                                      <p:cBhvr>
                                        <p:cTn id="327" dur="1" fill="hold">
                                          <p:stCondLst>
                                            <p:cond delay="0"/>
                                          </p:stCondLst>
                                        </p:cTn>
                                        <p:tgtEl>
                                          <p:spTgt spid="67"/>
                                        </p:tgtEl>
                                        <p:attrNameLst>
                                          <p:attrName>style.visibility</p:attrName>
                                        </p:attrNameLst>
                                      </p:cBhvr>
                                      <p:to>
                                        <p:strVal val="visible"/>
                                      </p:to>
                                    </p:set>
                                    <p:animEffect transition="in" filter="fade">
                                      <p:cBhvr>
                                        <p:cTn id="328" dur="500"/>
                                        <p:tgtEl>
                                          <p:spTgt spid="67"/>
                                        </p:tgtEl>
                                      </p:cBhvr>
                                    </p:animEffect>
                                  </p:childTnLst>
                                </p:cTn>
                              </p:par>
                              <p:par>
                                <p:cTn id="332" presetID="10" presetClass="entr" presetSubtype="0" fill="hold" grpId="0" nodeType="withEffect">
                                  <p:stCondLst>
                                    <p:cond delay="1800"/>
                                  </p:stCondLst>
                                  <p:childTnLst>
                                    <p:set>
                                      <p:cBhvr>
                                        <p:cTn id="330" dur="1" fill="hold">
                                          <p:stCondLst>
                                            <p:cond delay="0"/>
                                          </p:stCondLst>
                                        </p:cTn>
                                        <p:tgtEl>
                                          <p:spTgt spid="68"/>
                                        </p:tgtEl>
                                        <p:attrNameLst>
                                          <p:attrName>style.visibility</p:attrName>
                                        </p:attrNameLst>
                                      </p:cBhvr>
                                      <p:to>
                                        <p:strVal val="visible"/>
                                      </p:to>
                                    </p:set>
                                    <p:animEffect transition="in" filter="fade">
                                      <p:cBhvr>
                                        <p:cTn id="331" dur="500"/>
                                        <p:tgtEl>
                                          <p:spTgt spid="68"/>
                                        </p:tgtEl>
                                      </p:cBhvr>
                                    </p:animEffect>
                                  </p:childTnLst>
                                </p:cTn>
                              </p:par>
                              <p:par>
                                <p:cTn id="335" presetID="10" presetClass="entr" presetSubtype="0" fill="hold" grpId="0" nodeType="withEffect">
                                  <p:stCondLst>
                                    <p:cond delay="2100"/>
                                  </p:stCondLst>
                                  <p:childTnLst>
                                    <p:set>
                                      <p:cBhvr>
                                        <p:cTn id="333" dur="1" fill="hold">
                                          <p:stCondLst>
                                            <p:cond delay="0"/>
                                          </p:stCondLst>
                                        </p:cTn>
                                        <p:tgtEl>
                                          <p:spTgt spid="69"/>
                                        </p:tgtEl>
                                        <p:attrNameLst>
                                          <p:attrName>style.visibility</p:attrName>
                                        </p:attrNameLst>
                                      </p:cBhvr>
                                      <p:to>
                                        <p:strVal val="visible"/>
                                      </p:to>
                                    </p:set>
                                    <p:animEffect transition="in" filter="fade">
                                      <p:cBhvr>
                                        <p:cTn id="334" dur="500"/>
                                        <p:tgtEl>
                                          <p:spTgt spid="69"/>
                                        </p:tgtEl>
                                      </p:cBhvr>
                                    </p:animEffect>
                                  </p:childTnLst>
                                </p:cTn>
                              </p:par>
                              <p:par>
                                <p:cTn id="338" presetID="10" presetClass="entr" presetSubtype="0" fill="hold" grpId="0" nodeType="withEffect">
                                  <p:stCondLst>
                                    <p:cond delay="2400"/>
                                  </p:stCondLst>
                                  <p:childTnLst>
                                    <p:set>
                                      <p:cBhvr>
                                        <p:cTn id="336" dur="1" fill="hold">
                                          <p:stCondLst>
                                            <p:cond delay="0"/>
                                          </p:stCondLst>
                                        </p:cTn>
                                        <p:tgtEl>
                                          <p:spTgt spid="70"/>
                                        </p:tgtEl>
                                        <p:attrNameLst>
                                          <p:attrName>style.visibility</p:attrName>
                                        </p:attrNameLst>
                                      </p:cBhvr>
                                      <p:to>
                                        <p:strVal val="visible"/>
                                      </p:to>
                                    </p:set>
                                    <p:animEffect transition="in" filter="fade">
                                      <p:cBhvr>
                                        <p:cTn id="337" dur="500"/>
                                        <p:tgtEl>
                                          <p:spTgt spid="7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6" grpId="0" animBg="1"/>
      <p:bldP spid="37" grpId="0" animBg="1"/>
      <p:bldP spid="38" grpId="0" animBg="1"/>
      <p:bldP spid="42" grpId="0" animBg="1"/>
      <p:bldP spid="43" grpId="0" animBg="1"/>
      <p:bldP spid="44" grpId="0" animBg="1"/>
      <p:bldP spid="48" grpId="0" animBg="1"/>
      <p:bldP spid="49" grpId="0" animBg="1"/>
      <p:bldP spid="50" grpId="0" animBg="1"/>
      <p:bldP spid="54" grpId="0" animBg="1"/>
      <p:bldP spid="55" grpId="0" animBg="1"/>
      <p:bldP spid="56" grpId="0" animBg="1"/>
      <p:bldP spid="57" grpId="0" animBg="1"/>
      <p:bldP spid="58" grpId="0" animBg="1"/>
      <p:bldP spid="59" grpId="0" animBg="1"/>
      <p:bldP spid="60" grpId="0" animBg="1"/>
      <p:bldP spid="61" grpId="0" animBg="1"/>
      <p:bldP spid="62" grpId="0" animBg="1"/>
      <p:bldP spid="63" grpId="0" animBg="1"/>
      <p:bldP spid="64" grpId="0" animBg="1"/>
      <p:bldP spid="65" grpId="0" animBg="1"/>
      <p:bldP spid="66" grpId="0" animBg="1"/>
      <p:bldP spid="67" grpId="0" animBg="1"/>
      <p:bldP spid="68" grpId="0" animBg="1"/>
      <p:bldP spid="69" grpId="0" animBg="1"/>
      <p:bldP spid="70" grpId="0" animBg="1"/>
    </p:bldLst>
  </p:timing>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9902952" cy="6858000"/>
          </a:xfrm>
          <a:prstGeom prst="rect">
            <a:avLst/>
          </a:prstGeom>
          <a:solidFill>
            <a:srgbClr val="F6F2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0075" y="642937"/>
            <a:ext cx="5143500" cy="291465"/>
          </a:xfrm>
          <a:prstGeom prst="rect">
            <a:avLst/>
          </a:prstGeom>
          <a:noFill/>
        </p:spPr>
        <p:txBody>
          <a:bodyPr wrap="square" lIns="0" rIns="0" tIns="0" bIns="0" anchor="ctr">
            <a:spAutoFit/>
          </a:bodyPr>
          <a:lstStyle/>
          <a:p>
            <a:pPr algn="l"/>
            <a:r>
              <a:rPr sz="1800" b="1">
                <a:solidFill>
                  <a:srgbClr val="C6986B"/>
                </a:solidFill>
                <a:latin typeface="Readex Pro"/>
                <a:cs typeface="Readex Pro"/>
                <a:ea typeface="Readex Pro"/>
              </a:rPr>
              <a:t>06 · ON A PHONE</a:t>
            </a:r>
          </a:p>
        </p:txBody>
      </p:sp>
      <p:sp>
        <p:nvSpPr>
          <p:cNvPr id="4" name="Rectangle 3"/>
          <p:cNvSpPr/>
          <p:nvPr/>
        </p:nvSpPr>
        <p:spPr>
          <a:xfrm>
            <a:off x="360045" y="591502"/>
            <a:ext cx="68580" cy="394335"/>
          </a:xfrm>
          <a:prstGeom prst="rect">
            <a:avLst/>
          </a:prstGeom>
          <a:solidFill>
            <a:srgbClr val="C69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00075" y="1174432"/>
            <a:ext cx="8702675" cy="600075"/>
          </a:xfrm>
          <a:prstGeom prst="rect">
            <a:avLst/>
          </a:prstGeom>
          <a:noFill/>
        </p:spPr>
        <p:txBody>
          <a:bodyPr wrap="square" lIns="0" rIns="0" tIns="0" bIns="0" anchor="ctr">
            <a:spAutoFit/>
          </a:bodyPr>
          <a:lstStyle/>
          <a:p>
            <a:pPr algn="l"/>
            <a:r>
              <a:rPr sz="4000" b="1">
                <a:solidFill>
                  <a:srgbClr val="282824"/>
                </a:solidFill>
                <a:latin typeface="Readex Pro"/>
                <a:cs typeface="Readex Pro"/>
                <a:ea typeface="Readex Pro"/>
              </a:rPr>
              <a:t/>
            </a:r>
          </a:p>
        </p:txBody>
      </p:sp>
      <p:pic>
        <p:nvPicPr>
          <p:cNvPr id="6" name="Samsung logo" descr="Samsung"/>
          <p:cNvPicPr>
            <a:picLocks noChangeAspect="1"/>
          </p:cNvPicPr>
          <p:nvPr/>
        </p:nvPicPr>
        <p:blipFill>
          <a:blip r:embed="rId2"/>
          <a:stretch>
            <a:fillRect/>
          </a:stretch>
        </p:blipFill>
        <p:spPr>
          <a:xfrm>
            <a:off x="600075" y="6429375"/>
            <a:ext cx="1071562" cy="164753"/>
          </a:xfrm>
          <a:prstGeom prst="rect">
            <a:avLst/>
          </a:prstGeom>
        </p:spPr>
      </p:pic>
      <p:sp>
        <p:nvSpPr>
          <p:cNvPr id="7" name="TextBox 6"/>
          <p:cNvSpPr txBox="1"/>
          <p:nvPr/>
        </p:nvSpPr>
        <p:spPr>
          <a:xfrm>
            <a:off x="1928812" y="6429375"/>
            <a:ext cx="3857625" cy="240030"/>
          </a:xfrm>
          <a:prstGeom prst="rect">
            <a:avLst/>
          </a:prstGeom>
          <a:noFill/>
        </p:spPr>
        <p:txBody>
          <a:bodyPr wrap="square" lIns="0" rIns="0" tIns="0" bIns="0" anchor="ctr">
            <a:spAutoFit/>
          </a:bodyPr>
          <a:lstStyle/>
          <a:p>
            <a:pPr algn="l"/>
            <a:r>
              <a:rPr sz="1300" b="0">
                <a:solidFill>
                  <a:srgbClr val="6F6B5E"/>
                </a:solidFill>
                <a:latin typeface="Readex Pro"/>
                <a:cs typeface="Readex Pro"/>
                <a:ea typeface="Readex Pro"/>
              </a:rPr>
              <a:t>Samsung Innovation Campus  ·  AI Course</a:t>
            </a:r>
          </a:p>
        </p:txBody>
      </p:sp>
      <p:sp>
        <p:nvSpPr>
          <p:cNvPr id="8" name="TextBox 7"/>
          <p:cNvSpPr txBox="1"/>
          <p:nvPr/>
        </p:nvSpPr>
        <p:spPr>
          <a:xfrm>
            <a:off x="8445500" y="6429375"/>
            <a:ext cx="857250" cy="240030"/>
          </a:xfrm>
          <a:prstGeom prst="rect">
            <a:avLst/>
          </a:prstGeom>
          <a:noFill/>
        </p:spPr>
        <p:txBody>
          <a:bodyPr wrap="square" lIns="0" rIns="0" tIns="0" bIns="0" anchor="ctr">
            <a:spAutoFit/>
          </a:bodyPr>
          <a:lstStyle/>
          <a:p>
            <a:pPr algn="r"/>
            <a:r>
              <a:rPr sz="1300" b="0">
                <a:solidFill>
                  <a:srgbClr val="6F6B5E"/>
                </a:solidFill>
                <a:latin typeface="Readex Pro"/>
                <a:cs typeface="Readex Pro"/>
                <a:ea typeface="Readex Pro"/>
              </a:rPr>
              <a:t>7 / 8</a:t>
            </a:r>
          </a:p>
        </p:txBody>
      </p:sp>
      <p:sp>
        <p:nvSpPr>
          <p:cNvPr id="9" name="TextBox 8"/>
          <p:cNvSpPr txBox="1"/>
          <p:nvPr/>
        </p:nvSpPr>
        <p:spPr>
          <a:xfrm>
            <a:off x="0" y="1474470"/>
            <a:ext cx="9902952" cy="471487"/>
          </a:xfrm>
          <a:prstGeom prst="rect">
            <a:avLst/>
          </a:prstGeom>
          <a:noFill/>
        </p:spPr>
        <p:txBody>
          <a:bodyPr wrap="square" lIns="0" rIns="0" tIns="0" bIns="0" anchor="ctr">
            <a:spAutoFit/>
          </a:bodyPr>
          <a:lstStyle/>
          <a:p>
            <a:pPr algn="ctr"/>
            <a:r>
              <a:rPr sz="2600" b="1">
                <a:solidFill>
                  <a:srgbClr val="282824"/>
                </a:solidFill>
                <a:latin typeface="Readex Pro"/>
                <a:cs typeface="Readex Pro"/>
                <a:ea typeface="Readex Pro"/>
              </a:rPr>
              <a:t>What the app does</a:t>
            </a:r>
          </a:p>
        </p:txBody>
      </p:sp>
      <p:sp>
        <p:nvSpPr>
          <p:cNvPr id="10" name="Rounded Rectangle 9"/>
          <p:cNvSpPr/>
          <p:nvPr/>
        </p:nvSpPr>
        <p:spPr>
          <a:xfrm>
            <a:off x="3772693" y="2014537"/>
            <a:ext cx="2357437" cy="3686175"/>
          </a:xfrm>
          <a:prstGeom prst="roundRect">
            <a:avLst>
              <a:gd name="adj" fmla="val 11636"/>
            </a:avLst>
          </a:prstGeom>
          <a:solidFill>
            <a:srgbClr val="1A1A14"/>
          </a:solidFill>
          <a:ln w="25400">
            <a:solidFill>
              <a:srgbClr val="A29D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3875563" y="2117407"/>
            <a:ext cx="2151697" cy="3480435"/>
          </a:xfrm>
          <a:prstGeom prst="roundRect">
            <a:avLst>
              <a:gd name="adj" fmla="val 7649"/>
            </a:avLst>
          </a:prstGeom>
          <a:solidFill>
            <a:srgbClr val="EFE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772693" y="3386137"/>
            <a:ext cx="2357437" cy="857250"/>
          </a:xfrm>
          <a:prstGeom prst="rect">
            <a:avLst/>
          </a:prstGeom>
          <a:noFill/>
        </p:spPr>
        <p:txBody>
          <a:bodyPr wrap="square" lIns="0" rIns="0" tIns="0" bIns="0" anchor="ctr">
            <a:spAutoFit/>
          </a:bodyPr>
          <a:lstStyle/>
          <a:p>
            <a:pPr algn="ctr"/>
            <a:r>
              <a:rPr sz="4400" b="0">
                <a:solidFill>
                  <a:srgbClr val="6F6B5E"/>
                </a:solidFill>
                <a:latin typeface="Readex Pro"/>
                <a:cs typeface="Readex Pro"/>
                <a:ea typeface="Readex Pro"/>
              </a:rPr>
              <a:t>▶</a:t>
            </a:r>
          </a:p>
        </p:txBody>
      </p:sp>
      <p:sp>
        <p:nvSpPr>
          <p:cNvPr id="13" name="TextBox 12"/>
          <p:cNvSpPr txBox="1"/>
          <p:nvPr/>
        </p:nvSpPr>
        <p:spPr>
          <a:xfrm>
            <a:off x="3772693" y="4329112"/>
            <a:ext cx="2357437" cy="257175"/>
          </a:xfrm>
          <a:prstGeom prst="rect">
            <a:avLst/>
          </a:prstGeom>
          <a:noFill/>
        </p:spPr>
        <p:txBody>
          <a:bodyPr wrap="square" lIns="0" rIns="0" tIns="0" bIns="0" anchor="ctr">
            <a:spAutoFit/>
          </a:bodyPr>
          <a:lstStyle/>
          <a:p>
            <a:pPr algn="ctr"/>
            <a:r>
              <a:rPr sz="1300" b="0">
                <a:solidFill>
                  <a:srgbClr val="6F6B5E"/>
                </a:solidFill>
                <a:latin typeface="Readex Pro"/>
                <a:cs typeface="Readex Pro"/>
                <a:ea typeface="Readex Pro"/>
              </a:rPr>
              <a:t>recording goes here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7" presetID="10" presetClass="entr" presetSubtype="0" fill="hold" grpId="0" nodeType="clickEffect">
                                  <p:stCondLst>
                                    <p:cond delay="0"/>
                                  </p:stCondLst>
                                  <p:childTnLst>
                                    <p:set>
                                      <p:cBhvr>
                                        <p:cTn id="5" dur="1" fill="hold">
                                          <p:stCondLst>
                                            <p:cond delay="0"/>
                                          </p:stCondLst>
                                        </p:cTn>
                                        <p:tgtEl>
                                          <p:spTgt spid="9"/>
                                        </p:tgtEl>
                                        <p:attrNameLst>
                                          <p:attrName>style.visibility</p:attrName>
                                        </p:attrNameLst>
                                      </p:cBhvr>
                                      <p:to>
                                        <p:strVal val="visible"/>
                                      </p:to>
                                    </p:set>
                                    <p:animEffect transition="in" filter="fade">
                                      <p:cBhvr>
                                        <p:cTn id="6" dur="500"/>
                                        <p:tgtEl>
                                          <p:spTgt spid="9"/>
                                        </p:tgtEl>
                                      </p:cBhvr>
                                    </p:animEffect>
                                  </p:childTnLst>
                                </p:cTn>
                              </p:par>
                              <p:par>
                                <p:cTn id="10" presetID="10" presetClass="entr" presetSubtype="0" fill="hold" grpId="0" nodeType="withEffect">
                                  <p:stCondLst>
                                    <p:cond delay="400"/>
                                  </p:stCondLst>
                                  <p:childTnLst>
                                    <p:set>
                                      <p:cBhvr>
                                        <p:cTn id="8" dur="1" fill="hold">
                                          <p:stCondLst>
                                            <p:cond delay="0"/>
                                          </p:stCondLst>
                                        </p:cTn>
                                        <p:tgtEl>
                                          <p:spTgt spid="10"/>
                                        </p:tgtEl>
                                        <p:attrNameLst>
                                          <p:attrName>style.visibility</p:attrName>
                                        </p:attrNameLst>
                                      </p:cBhvr>
                                      <p:to>
                                        <p:strVal val="visible"/>
                                      </p:to>
                                    </p:set>
                                    <p:animEffect transition="in" filter="fade">
                                      <p:cBhvr>
                                        <p:cTn id="9" dur="500"/>
                                        <p:tgtEl>
                                          <p:spTgt spid="10"/>
                                        </p:tgtEl>
                                      </p:cBhvr>
                                    </p:animEffect>
                                  </p:childTnLst>
                                </p:cTn>
                              </p:par>
                              <p:par>
                                <p:cTn id="13" presetID="10" presetClass="entr" presetSubtype="0" fill="hold" grpId="0" nodeType="withEffect">
                                  <p:stCondLst>
                                    <p:cond delay="550"/>
                                  </p:stCondLst>
                                  <p:childTnLst>
                                    <p:set>
                                      <p:cBhvr>
                                        <p:cTn id="11" dur="1" fill="hold">
                                          <p:stCondLst>
                                            <p:cond delay="0"/>
                                          </p:stCondLst>
                                        </p:cTn>
                                        <p:tgtEl>
                                          <p:spTgt spid="11"/>
                                        </p:tgtEl>
                                        <p:attrNameLst>
                                          <p:attrName>style.visibility</p:attrName>
                                        </p:attrNameLst>
                                      </p:cBhvr>
                                      <p:to>
                                        <p:strVal val="visible"/>
                                      </p:to>
                                    </p:set>
                                    <p:animEffect transition="in" filter="fade">
                                      <p:cBhvr>
                                        <p:cTn id="12" dur="500"/>
                                        <p:tgtEl>
                                          <p:spTgt spid="11"/>
                                        </p:tgtEl>
                                      </p:cBhvr>
                                    </p:animEffect>
                                  </p:childTnLst>
                                </p:cTn>
                              </p:par>
                              <p:par>
                                <p:cTn id="16" presetID="10" presetClass="entr" presetSubtype="0" fill="hold" grpId="0" nodeType="withEffect">
                                  <p:stCondLst>
                                    <p:cond delay="700"/>
                                  </p:stCondLst>
                                  <p:childTnLst>
                                    <p:set>
                                      <p:cBhvr>
                                        <p:cTn id="14" dur="1" fill="hold">
                                          <p:stCondLst>
                                            <p:cond delay="0"/>
                                          </p:stCondLst>
                                        </p:cTn>
                                        <p:tgtEl>
                                          <p:spTgt spid="12"/>
                                        </p:tgtEl>
                                        <p:attrNameLst>
                                          <p:attrName>style.visibility</p:attrName>
                                        </p:attrNameLst>
                                      </p:cBhvr>
                                      <p:to>
                                        <p:strVal val="visible"/>
                                      </p:to>
                                    </p:set>
                                    <p:animEffect transition="in" filter="fade">
                                      <p:cBhvr>
                                        <p:cTn id="15" dur="500"/>
                                        <p:tgtEl>
                                          <p:spTgt spid="12"/>
                                        </p:tgtEl>
                                      </p:cBhvr>
                                    </p:animEffect>
                                  </p:childTnLst>
                                </p:cTn>
                              </p:par>
                              <p:par>
                                <p:cTn id="19" presetID="10" presetClass="entr" presetSubtype="0" fill="hold" grpId="0" nodeType="withEffect">
                                  <p:stCondLst>
                                    <p:cond delay="850"/>
                                  </p:stCondLst>
                                  <p:childTnLst>
                                    <p:set>
                                      <p:cBhvr>
                                        <p:cTn id="17" dur="1" fill="hold">
                                          <p:stCondLst>
                                            <p:cond delay="0"/>
                                          </p:stCondLst>
                                        </p:cTn>
                                        <p:tgtEl>
                                          <p:spTgt spid="13"/>
                                        </p:tgtEl>
                                        <p:attrNameLst>
                                          <p:attrName>style.visibility</p:attrName>
                                        </p:attrNameLst>
                                      </p:cBhvr>
                                      <p:to>
                                        <p:strVal val="visible"/>
                                      </p:to>
                                    </p:set>
                                    <p:animEffect transition="in" filter="fade">
                                      <p:cBhvr>
                                        <p:cTn id="18" dur="5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P spid="12" grpId="0" animBg="1"/>
      <p:bldP spid="13" grpId="0" animBg="1"/>
    </p:bldLst>
  </p:timing>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9902952" cy="6858000"/>
          </a:xfrm>
          <a:prstGeom prst="rect">
            <a:avLst/>
          </a:prstGeom>
          <a:solidFill>
            <a:srgbClr val="1A1A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Samsung logo" descr="Samsung"/>
          <p:cNvPicPr>
            <a:picLocks noChangeAspect="1"/>
          </p:cNvPicPr>
          <p:nvPr/>
        </p:nvPicPr>
        <p:blipFill>
          <a:blip r:embed="rId2"/>
          <a:stretch>
            <a:fillRect/>
          </a:stretch>
        </p:blipFill>
        <p:spPr>
          <a:xfrm>
            <a:off x="600075" y="6429375"/>
            <a:ext cx="1071562" cy="164753"/>
          </a:xfrm>
          <a:prstGeom prst="rect">
            <a:avLst/>
          </a:prstGeom>
        </p:spPr>
      </p:pic>
      <p:sp>
        <p:nvSpPr>
          <p:cNvPr id="4" name="TextBox 3"/>
          <p:cNvSpPr txBox="1"/>
          <p:nvPr/>
        </p:nvSpPr>
        <p:spPr>
          <a:xfrm>
            <a:off x="1928812" y="6429375"/>
            <a:ext cx="3857625" cy="240030"/>
          </a:xfrm>
          <a:prstGeom prst="rect">
            <a:avLst/>
          </a:prstGeom>
          <a:noFill/>
        </p:spPr>
        <p:txBody>
          <a:bodyPr wrap="square" lIns="0" rIns="0" tIns="0" bIns="0" anchor="ctr">
            <a:spAutoFit/>
          </a:bodyPr>
          <a:lstStyle/>
          <a:p>
            <a:pPr algn="l"/>
            <a:r>
              <a:rPr sz="1300" b="0">
                <a:solidFill>
                  <a:srgbClr val="F2EFE2"/>
                </a:solidFill>
                <a:latin typeface="Readex Pro"/>
                <a:cs typeface="Readex Pro"/>
                <a:ea typeface="Readex Pro"/>
              </a:rPr>
              <a:t>Samsung Innovation Campus  ·  AI Course</a:t>
            </a:r>
          </a:p>
        </p:txBody>
      </p:sp>
      <p:sp>
        <p:nvSpPr>
          <p:cNvPr id="5" name="TextBox 4"/>
          <p:cNvSpPr txBox="1"/>
          <p:nvPr/>
        </p:nvSpPr>
        <p:spPr>
          <a:xfrm>
            <a:off x="8445500" y="6429375"/>
            <a:ext cx="857250" cy="240030"/>
          </a:xfrm>
          <a:prstGeom prst="rect">
            <a:avLst/>
          </a:prstGeom>
          <a:noFill/>
        </p:spPr>
        <p:txBody>
          <a:bodyPr wrap="square" lIns="0" rIns="0" tIns="0" bIns="0" anchor="ctr">
            <a:spAutoFit/>
          </a:bodyPr>
          <a:lstStyle/>
          <a:p>
            <a:pPr algn="r"/>
            <a:r>
              <a:rPr sz="1300" b="0">
                <a:solidFill>
                  <a:srgbClr val="F2EFE2"/>
                </a:solidFill>
                <a:latin typeface="Readex Pro"/>
                <a:cs typeface="Readex Pro"/>
                <a:ea typeface="Readex Pro"/>
              </a:rPr>
              <a:t>8 / 8</a:t>
            </a:r>
          </a:p>
        </p:txBody>
      </p:sp>
      <p:pic>
        <p:nvPicPr>
          <p:cNvPr id="6" name="Bayan logo" descr="Bayan logo"/>
          <p:cNvPicPr>
            <a:picLocks noChangeAspect="1"/>
          </p:cNvPicPr>
          <p:nvPr/>
        </p:nvPicPr>
        <p:blipFill>
          <a:blip r:embed="rId3"/>
          <a:stretch>
            <a:fillRect/>
          </a:stretch>
        </p:blipFill>
        <p:spPr>
          <a:xfrm>
            <a:off x="3922712" y="514350"/>
            <a:ext cx="2057400" cy="1156002"/>
          </a:xfrm>
          <a:prstGeom prst="rect">
            <a:avLst/>
          </a:prstGeom>
        </p:spPr>
      </p:pic>
      <p:sp>
        <p:nvSpPr>
          <p:cNvPr id="7" name="TextBox 6"/>
          <p:cNvSpPr txBox="1"/>
          <p:nvPr/>
        </p:nvSpPr>
        <p:spPr>
          <a:xfrm>
            <a:off x="0" y="3343275"/>
            <a:ext cx="9902952" cy="600075"/>
          </a:xfrm>
          <a:prstGeom prst="rect">
            <a:avLst/>
          </a:prstGeom>
          <a:noFill/>
        </p:spPr>
        <p:txBody>
          <a:bodyPr wrap="square" lIns="0" rIns="0" tIns="0" bIns="0" anchor="ctr">
            <a:spAutoFit/>
          </a:bodyPr>
          <a:lstStyle/>
          <a:p>
            <a:pPr algn="ctr"/>
            <a:r>
              <a:rPr sz="3600" b="1">
                <a:solidFill>
                  <a:srgbClr val="F2EFE2"/>
                </a:solidFill>
                <a:latin typeface="Readex Pro"/>
                <a:cs typeface="Readex Pro"/>
                <a:ea typeface="Readex Pro"/>
              </a:rPr>
              <a:t>Simplify where you read.</a:t>
            </a:r>
          </a:p>
        </p:txBody>
      </p:sp>
      <p:sp>
        <p:nvSpPr>
          <p:cNvPr id="8" name="Rounded Rectangle 7"/>
          <p:cNvSpPr/>
          <p:nvPr/>
        </p:nvSpPr>
        <p:spPr>
          <a:xfrm>
            <a:off x="-16008487" y="4328576"/>
            <a:ext cx="41919799" cy="515421"/>
          </a:xfrm>
          <a:prstGeom prst="roundRect">
            <a:avLst>
              <a:gd name="adj" fmla="val 33264"/>
            </a:avLst>
          </a:prstGeom>
          <a:solidFill>
            <a:srgbClr val="26261E"/>
          </a:solidFill>
          <a:ln w="15875">
            <a:solidFill>
              <a:srgbClr val="26261E"/>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500" b="0">
                <a:solidFill>
                  <a:srgbClr val="A29D8C"/>
                </a:solidFill>
                <a:latin typeface="Readex Pro"/>
                <a:cs typeface="Readex Pro"/>
                <a:ea typeface="Readex Pro"/>
              </a:rPr>
              <a:t>no reader has used Bayan; one reader rated 30 outputs</a:t>
            </a:r>
          </a:p>
        </p:txBody>
      </p:sp>
      <p:sp>
        <p:nvSpPr>
          <p:cNvPr id="9" name="Rounded Rectangle 8"/>
          <p:cNvSpPr/>
          <p:nvPr/>
        </p:nvSpPr>
        <p:spPr>
          <a:xfrm>
            <a:off x="-8602121" y="4800064"/>
            <a:ext cx="27107067" cy="515421"/>
          </a:xfrm>
          <a:prstGeom prst="roundRect">
            <a:avLst>
              <a:gd name="adj" fmla="val 33264"/>
            </a:avLst>
          </a:prstGeom>
          <a:solidFill>
            <a:srgbClr val="26261E"/>
          </a:solidFill>
          <a:ln w="15875">
            <a:solidFill>
              <a:srgbClr val="26261E"/>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500" b="0">
                <a:solidFill>
                  <a:srgbClr val="A29D8C"/>
                </a:solidFill>
                <a:latin typeface="Readex Pro"/>
                <a:cs typeface="Readex Pro"/>
                <a:ea typeface="Readex Pro"/>
              </a:rPr>
              <a:t>our scorer is stricter than people</a:t>
            </a:r>
          </a:p>
        </p:txBody>
      </p:sp>
      <p:sp>
        <p:nvSpPr>
          <p:cNvPr id="10" name="Rounded Rectangle 9"/>
          <p:cNvSpPr/>
          <p:nvPr/>
        </p:nvSpPr>
        <p:spPr>
          <a:xfrm>
            <a:off x="-13279826" y="5271551"/>
            <a:ext cx="36462477" cy="515421"/>
          </a:xfrm>
          <a:prstGeom prst="roundRect">
            <a:avLst>
              <a:gd name="adj" fmla="val 33264"/>
            </a:avLst>
          </a:prstGeom>
          <a:solidFill>
            <a:srgbClr val="26261E"/>
          </a:solidFill>
          <a:ln w="15875">
            <a:solidFill>
              <a:srgbClr val="26261E"/>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500" b="0">
                <a:solidFill>
                  <a:srgbClr val="A29D8C"/>
                </a:solidFill>
                <a:latin typeface="Readex Pro"/>
                <a:cs typeface="Readex Pro"/>
                <a:ea typeface="Readex Pro"/>
              </a:rPr>
              <a:t>the comparison with people covers 18 sentences</a:t>
            </a:r>
          </a:p>
        </p:txBody>
      </p:sp>
      <p:sp>
        <p:nvSpPr>
          <p:cNvPr id="11" name="TextBox 10"/>
          <p:cNvSpPr txBox="1"/>
          <p:nvPr/>
        </p:nvSpPr>
        <p:spPr>
          <a:xfrm>
            <a:off x="0" y="6129337"/>
            <a:ext cx="9902952" cy="300037"/>
          </a:xfrm>
          <a:prstGeom prst="rect">
            <a:avLst/>
          </a:prstGeom>
          <a:noFill/>
        </p:spPr>
        <p:txBody>
          <a:bodyPr wrap="square" lIns="0" rIns="0" tIns="0" bIns="0" anchor="ctr">
            <a:spAutoFit/>
          </a:bodyPr>
          <a:lstStyle/>
          <a:p>
            <a:pPr algn="ctr"/>
            <a:r>
              <a:rPr sz="1700" b="0">
                <a:solidFill>
                  <a:srgbClr val="C6986B"/>
                </a:solidFill>
                <a:latin typeface="Readex Pro"/>
                <a:cs typeface="Readex Pro"/>
                <a:ea typeface="Readex Pro"/>
              </a:rPr>
              <a:t>Next: a reading study with more readers.</a:t>
            </a:r>
          </a:p>
        </p:txBody>
      </p:sp>
      <p:sp>
        <p:nvSpPr>
          <p:cNvPr id="12" name="TextBox 11"/>
          <p:cNvSpPr txBox="1"/>
          <p:nvPr/>
        </p:nvSpPr>
        <p:spPr>
          <a:xfrm>
            <a:off x="0" y="6557962"/>
            <a:ext cx="9902952" cy="257175"/>
          </a:xfrm>
          <a:prstGeom prst="rect">
            <a:avLst/>
          </a:prstGeom>
          <a:noFill/>
        </p:spPr>
        <p:txBody>
          <a:bodyPr wrap="square" lIns="0" rIns="0" tIns="0" bIns="0" anchor="ctr">
            <a:spAutoFit/>
          </a:bodyPr>
          <a:lstStyle/>
          <a:p>
            <a:pPr algn="ctr"/>
            <a:r>
              <a:rPr sz="1400" b="0">
                <a:solidFill>
                  <a:srgbClr val="A29D8C"/>
                </a:solidFill>
                <a:latin typeface="Readex Pro"/>
                <a:cs typeface="Readex Pro"/>
                <a:ea typeface="Readex Pro"/>
              </a:rPr>
              <a:t>Thank you  ·  Team Cogni  ·  Samsung Innovation Campus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7" presetID="10" presetClass="entr" presetSubtype="0" fill="hold" grpId="0" nodeType="after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00"/>
                                        <p:tgtEl>
                                          <p:spTgt spid="6"/>
                                        </p:tgtEl>
                                      </p:cBhvr>
                                    </p:animEffect>
                                  </p:childTnLst>
                                </p:cTn>
                              </p:par>
                              <p:par>
                                <p:cTn id="10" presetID="10" presetClass="entr" presetSubtype="0" fill="hold" grpId="0" nodeType="withEffect">
                                  <p:stCondLst>
                                    <p:cond delay="400"/>
                                  </p:stCondLst>
                                  <p:childTnLst>
                                    <p:set>
                                      <p:cBhvr>
                                        <p:cTn id="8" dur="1" fill="hold">
                                          <p:stCondLst>
                                            <p:cond delay="0"/>
                                          </p:stCondLst>
                                        </p:cTn>
                                        <p:tgtEl>
                                          <p:spTgt spid="7"/>
                                        </p:tgtEl>
                                        <p:attrNameLst>
                                          <p:attrName>style.visibility</p:attrName>
                                        </p:attrNameLst>
                                      </p:cBhvr>
                                      <p:to>
                                        <p:strVal val="visible"/>
                                      </p:to>
                                    </p:set>
                                    <p:animEffect transition="in" filter="fade">
                                      <p:cBhvr>
                                        <p:cTn id="9" dur="500"/>
                                        <p:tgtEl>
                                          <p:spTgt spid="7"/>
                                        </p:tgtEl>
                                      </p:cBhvr>
                                    </p:animEffect>
                                  </p:childTnLst>
                                </p:cTn>
                              </p:par>
                            </p:childTnLst>
                          </p:cTn>
                        </p:par>
                      </p:childTnLst>
                    </p:cTn>
                  </p:par>
                  <p:par>
                    <p:cTn id="11" fill="hold">
                      <p:stCondLst>
                        <p:cond delay="indefinite"/>
                      </p:stCondLst>
                      <p:childTnLst>
                        <p:par>
                          <p:cTn id="12" fill="hold">
                            <p:stCondLst>
                              <p:cond delay="0"/>
                            </p:stCondLst>
                            <p:childTnLst>
                              <p:par>
                                <p:cTn id="15" presetID="10" presetClass="entr" presetSubtype="0" fill="hold" grpId="0" nodeType="clickEffect">
                                  <p:stCondLst>
                                    <p:cond delay="0"/>
                                  </p:stCondLst>
                                  <p:childTnLst>
                                    <p:set>
                                      <p:cBhvr>
                                        <p:cTn id="13" dur="1" fill="hold">
                                          <p:stCondLst>
                                            <p:cond delay="0"/>
                                          </p:stCondLst>
                                        </p:cTn>
                                        <p:tgtEl>
                                          <p:spTgt spid="8"/>
                                        </p:tgtEl>
                                        <p:attrNameLst>
                                          <p:attrName>style.visibility</p:attrName>
                                        </p:attrNameLst>
                                      </p:cBhvr>
                                      <p:to>
                                        <p:strVal val="visible"/>
                                      </p:to>
                                    </p:set>
                                    <p:animEffect transition="in" filter="fade">
                                      <p:cBhvr>
                                        <p:cTn id="14" dur="500"/>
                                        <p:tgtEl>
                                          <p:spTgt spid="8"/>
                                        </p:tgtEl>
                                      </p:cBhvr>
                                    </p:animEffect>
                                  </p:childTnLst>
                                </p:cTn>
                              </p:par>
                              <p:par>
                                <p:cTn id="18" presetID="10" presetClass="entr" presetSubtype="0" fill="hold" grpId="0" nodeType="withEffect">
                                  <p:stCondLst>
                                    <p:cond delay="250"/>
                                  </p:stCondLst>
                                  <p:childTnLst>
                                    <p:set>
                                      <p:cBhvr>
                                        <p:cTn id="16" dur="1" fill="hold">
                                          <p:stCondLst>
                                            <p:cond delay="0"/>
                                          </p:stCondLst>
                                        </p:cTn>
                                        <p:tgtEl>
                                          <p:spTgt spid="9"/>
                                        </p:tgtEl>
                                        <p:attrNameLst>
                                          <p:attrName>style.visibility</p:attrName>
                                        </p:attrNameLst>
                                      </p:cBhvr>
                                      <p:to>
                                        <p:strVal val="visible"/>
                                      </p:to>
                                    </p:set>
                                    <p:animEffect transition="in" filter="fade">
                                      <p:cBhvr>
                                        <p:cTn id="17" dur="500"/>
                                        <p:tgtEl>
                                          <p:spTgt spid="9"/>
                                        </p:tgtEl>
                                      </p:cBhvr>
                                    </p:animEffect>
                                  </p:childTnLst>
                                </p:cTn>
                              </p:par>
                              <p:par>
                                <p:cTn id="21" presetID="10" presetClass="entr" presetSubtype="0" fill="hold" grpId="0" nodeType="withEffect">
                                  <p:stCondLst>
                                    <p:cond delay="500"/>
                                  </p:stCondLst>
                                  <p:childTnLst>
                                    <p:set>
                                      <p:cBhvr>
                                        <p:cTn id="19" dur="1" fill="hold">
                                          <p:stCondLst>
                                            <p:cond delay="0"/>
                                          </p:stCondLst>
                                        </p:cTn>
                                        <p:tgtEl>
                                          <p:spTgt spid="10"/>
                                        </p:tgtEl>
                                        <p:attrNameLst>
                                          <p:attrName>style.visibility</p:attrName>
                                        </p:attrNameLst>
                                      </p:cBhvr>
                                      <p:to>
                                        <p:strVal val="visible"/>
                                      </p:to>
                                    </p:set>
                                    <p:animEffect transition="in" filter="fade">
                                      <p:cBhvr>
                                        <p:cTn id="20" dur="500"/>
                                        <p:tgtEl>
                                          <p:spTgt spid="10"/>
                                        </p:tgtEl>
                                      </p:cBhvr>
                                    </p:animEffect>
                                  </p:childTnLst>
                                </p:cTn>
                              </p:par>
                              <p:par>
                                <p:cTn id="24" presetID="10" presetClass="entr" presetSubtype="0" fill="hold" grpId="0" nodeType="withEffect">
                                  <p:stCondLst>
                                    <p:cond delay="1000"/>
                                  </p:stCondLst>
                                  <p:childTnLst>
                                    <p:set>
                                      <p:cBhvr>
                                        <p:cTn id="22" dur="1" fill="hold">
                                          <p:stCondLst>
                                            <p:cond delay="0"/>
                                          </p:stCondLst>
                                        </p:cTn>
                                        <p:tgtEl>
                                          <p:spTgt spid="11"/>
                                        </p:tgtEl>
                                        <p:attrNameLst>
                                          <p:attrName>style.visibility</p:attrName>
                                        </p:attrNameLst>
                                      </p:cBhvr>
                                      <p:to>
                                        <p:strVal val="visible"/>
                                      </p:to>
                                    </p:set>
                                    <p:animEffect transition="in" filter="fade">
                                      <p:cBhvr>
                                        <p:cTn id="23" dur="500"/>
                                        <p:tgtEl>
                                          <p:spTgt spid="11"/>
                                        </p:tgtEl>
                                      </p:cBhvr>
                                    </p:animEffect>
                                  </p:childTnLst>
                                </p:cTn>
                              </p:par>
                              <p:par>
                                <p:cTn id="27" presetID="10" presetClass="entr" presetSubtype="0" fill="hold" grpId="0" nodeType="withEffect">
                                  <p:stCondLst>
                                    <p:cond delay="1300"/>
                                  </p:stCondLst>
                                  <p:childTnLst>
                                    <p:set>
                                      <p:cBhvr>
                                        <p:cTn id="25" dur="1" fill="hold">
                                          <p:stCondLst>
                                            <p:cond delay="0"/>
                                          </p:stCondLst>
                                        </p:cTn>
                                        <p:tgtEl>
                                          <p:spTgt spid="12"/>
                                        </p:tgtEl>
                                        <p:attrNameLst>
                                          <p:attrName>style.visibility</p:attrName>
                                        </p:attrNameLst>
                                      </p:cBhvr>
                                      <p:to>
                                        <p:strVal val="visible"/>
                                      </p:to>
                                    </p:set>
                                    <p:animEffect transition="in" filter="fade">
                                      <p:cBhvr>
                                        <p:cTn id="26" dur="5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9" grpId="0" animBg="1"/>
      <p:bldP spid="10" grpId="0" animBg="1"/>
      <p:bldP spid="11" grpId="0" animBg="1"/>
      <p:bldP spid="12" grpId="0" animBg="1"/>
    </p:bldLst>
  </p:timing>
</p:sld>
</file>

<file path=ppt/theme/theme1.xml><?xml version="1.0" encoding="utf-8"?>
<a:theme xmlns:a="http://schemas.openxmlformats.org/drawingml/2006/main" name="Office Theme">
  <a:themeElements>
    <a:clrScheme name="Office 테마">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Samsung">
      <a:majorFont>
        <a:latin typeface="Samsung Sharp Sans"/>
        <a:ea typeface="SamsungOneKorean 700"/>
        <a:cs typeface=""/>
      </a:majorFont>
      <a:minorFont>
        <a:latin typeface="SamsungOne 400"/>
        <a:ea typeface="SamsungOneKorean 400"/>
        <a:cs typeface=""/>
      </a:minorFont>
    </a:fontScheme>
    <a:fmtScheme name="Office 테마">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테마">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맑은 고딕"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EB971F96850C604FA9DD4A6FAA1D7E94" ma:contentTypeVersion="13" ma:contentTypeDescription="Create a new document." ma:contentTypeScope="" ma:versionID="94bb0226509be2894c83196f814f5ace">
  <xsd:schema xmlns:xsd="http://www.w3.org/2001/XMLSchema" xmlns:xs="http://www.w3.org/2001/XMLSchema" xmlns:p="http://schemas.microsoft.com/office/2006/metadata/properties" xmlns:ns2="5192ee0d-e524-4888-b581-1910cadcd210" xmlns:ns3="525df02f-3aee-47af-b2f3-c2ea8bcae9a6" targetNamespace="http://schemas.microsoft.com/office/2006/metadata/properties" ma:root="true" ma:fieldsID="eb19b1b986ba2b37eb36a9dd005ffe1c" ns2:_="" ns3:_="">
    <xsd:import namespace="5192ee0d-e524-4888-b581-1910cadcd210"/>
    <xsd:import namespace="525df02f-3aee-47af-b2f3-c2ea8bcae9a6"/>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DateTaken" minOccurs="0"/>
                <xsd:element ref="ns2:MediaServiceGenerationTime" minOccurs="0"/>
                <xsd:element ref="ns2:MediaServiceEventHashCode" minOccurs="0"/>
                <xsd:element ref="ns2:MediaLengthInSeconds" minOccurs="0"/>
                <xsd:element ref="ns2:lcf76f155ced4ddcb4097134ff3c332f" minOccurs="0"/>
                <xsd:element ref="ns3:TaxCatchAll" minOccurs="0"/>
                <xsd:element ref="ns2:MediaServiceBillingMetadata" minOccurs="0"/>
                <xsd:element ref="ns2:MediaServiceOCR" minOccurs="0"/>
                <xsd:element ref="ns2:comment"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5192ee0d-e524-4888-b581-1910cadcd210"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DateTaken" ma:index="11" nillable="true" ma:displayName="MediaServiceDateTaken" ma:hidden="true" ma:indexed="true" ma:internalName="MediaServiceDateTaken" ma:readOnly="true">
      <xsd:simpleType>
        <xsd:restriction base="dms:Text"/>
      </xsd:simpleType>
    </xsd:element>
    <xsd:element name="MediaServiceGenerationTime" ma:index="12" nillable="true" ma:displayName="MediaServiceGenerationTime" ma:hidden="true" ma:internalName="MediaServiceGenerationTime" ma:readOnly="true">
      <xsd:simpleType>
        <xsd:restriction base="dms:Text"/>
      </xsd:simpleType>
    </xsd:element>
    <xsd:element name="MediaServiceEventHashCode" ma:index="13" nillable="true" ma:displayName="MediaServiceEventHashCode" ma:hidden="true" ma:internalName="MediaServiceEventHashCode" ma:readOnly="true">
      <xsd:simpleType>
        <xsd:restriction base="dms:Text"/>
      </xsd:simpleType>
    </xsd:element>
    <xsd:element name="MediaLengthInSeconds" ma:index="14" nillable="true" ma:displayName="MediaLengthInSeconds" ma:hidden="true" ma:internalName="MediaLengthInSeconds" ma:readOnly="true">
      <xsd:simpleType>
        <xsd:restriction base="dms:Unknown"/>
      </xsd:simpleType>
    </xsd:element>
    <xsd:element name="lcf76f155ced4ddcb4097134ff3c332f" ma:index="16" nillable="true" ma:taxonomy="true" ma:internalName="lcf76f155ced4ddcb4097134ff3c332f" ma:taxonomyFieldName="MediaServiceImageTags" ma:displayName="Image Tags" ma:readOnly="false" ma:fieldId="{5cf76f15-5ced-4ddc-b409-7134ff3c332f}" ma:taxonomyMulti="true" ma:sspId="33ef62f9-2e07-484b-bd79-00aec90129fe" ma:termSetId="09814cd3-568e-fe90-9814-8d621ff8fb84" ma:anchorId="fba54fb3-c3e1-fe81-a776-ca4b69148c4d" ma:open="true" ma:isKeyword="false">
      <xsd:complexType>
        <xsd:sequence>
          <xsd:element ref="pc:Terms" minOccurs="0" maxOccurs="1"/>
        </xsd:sequence>
      </xsd:complexType>
    </xsd:element>
    <xsd:element name="MediaServiceBillingMetadata" ma:index="18" nillable="true" ma:displayName="MediaServiceBillingMetadata" ma:hidden="true" ma:internalName="MediaServiceBillingMetadata" ma:readOnly="true">
      <xsd:simpleType>
        <xsd:restriction base="dms:Note"/>
      </xsd:simpleType>
    </xsd:element>
    <xsd:element name="MediaServiceOCR" ma:index="19" nillable="true" ma:displayName="Extracted Text" ma:internalName="MediaServiceOCR" ma:readOnly="true">
      <xsd:simpleType>
        <xsd:restriction base="dms:Note">
          <xsd:maxLength value="255"/>
        </xsd:restriction>
      </xsd:simpleType>
    </xsd:element>
    <xsd:element name="comment" ma:index="20" nillable="true" ma:displayName="comment" ma:format="Dropdown" ma:internalName="comment">
      <xsd:simpleType>
        <xsd:restriction base="dms:Text">
          <xsd:maxLength value="255"/>
        </xsd:restriction>
      </xsd:simpleType>
    </xsd:element>
  </xsd:schema>
  <xsd:schema xmlns:xsd="http://www.w3.org/2001/XMLSchema" xmlns:xs="http://www.w3.org/2001/XMLSchema" xmlns:dms="http://schemas.microsoft.com/office/2006/documentManagement/types" xmlns:pc="http://schemas.microsoft.com/office/infopath/2007/PartnerControls" targetNamespace="525df02f-3aee-47af-b2f3-c2ea8bcae9a6" elementFormDefault="qualified">
    <xsd:import namespace="http://schemas.microsoft.com/office/2006/documentManagement/types"/>
    <xsd:import namespace="http://schemas.microsoft.com/office/infopath/2007/PartnerControls"/>
    <xsd:element name="TaxCatchAll" ma:index="17" nillable="true" ma:displayName="Taxonomy Catch All Column" ma:hidden="true" ma:list="{ff2df0d5-6bdf-4400-9605-4c2d2eede7e4}" ma:internalName="TaxCatchAll" ma:showField="CatchAllData" ma:web="525df02f-3aee-47af-b2f3-c2ea8bcae9a6">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TaxCatchAll xmlns="525df02f-3aee-47af-b2f3-c2ea8bcae9a6" xsi:nil="true"/>
    <lcf76f155ced4ddcb4097134ff3c332f xmlns="5192ee0d-e524-4888-b581-1910cadcd210">
      <Terms xmlns="http://schemas.microsoft.com/office/infopath/2007/PartnerControls"/>
    </lcf76f155ced4ddcb4097134ff3c332f>
    <comment xmlns="5192ee0d-e524-4888-b581-1910cadcd210" xsi:nil="true"/>
  </documentManagement>
</p:properties>
</file>

<file path=customXml/itemProps1.xml><?xml version="1.0" encoding="utf-8"?>
<ds:datastoreItem xmlns:ds="http://schemas.openxmlformats.org/officeDocument/2006/customXml" ds:itemID="{0A0357D8-C495-42E3-A0C0-6723B236FB34}"/>
</file>

<file path=customXml/itemProps2.xml><?xml version="1.0" encoding="utf-8"?>
<ds:datastoreItem xmlns:ds="http://schemas.openxmlformats.org/officeDocument/2006/customXml" ds:itemID="{F7A1BB24-B868-43EF-95F7-238FE3A157D5}"/>
</file>

<file path=customXml/itemProps3.xml><?xml version="1.0" encoding="utf-8"?>
<ds:datastoreItem xmlns:ds="http://schemas.openxmlformats.org/officeDocument/2006/customXml" ds:itemID="{83B4D1BC-3672-47C7-8E98-3D3B83A92BF9}"/>
</file>

<file path=docProps/app.xml><?xml version="1.0" encoding="utf-8"?>
<Properties xmlns="http://schemas.openxmlformats.org/officeDocument/2006/extended-properties" xmlns:vt="http://schemas.openxmlformats.org/officeDocument/2006/docPropsVTypes">
  <Template/>
  <TotalTime>4279</TotalTime>
  <Words>65</Words>
  <Application>Microsoft Office PowerPoint</Application>
  <PresentationFormat>사용자 지정</PresentationFormat>
  <Paragraphs>23</Paragraphs>
  <Slides>4</Slides>
  <Notes>0</Notes>
  <HiddenSlides>0</HiddenSlides>
  <MMClips>0</MMClips>
  <ScaleCrop>false</ScaleCrop>
  <HeadingPairs>
    <vt:vector size="6" baseType="variant">
      <vt:variant>
        <vt:lpstr>사용한 글꼴</vt:lpstr>
      </vt:variant>
      <vt:variant>
        <vt:i4>9</vt:i4>
      </vt:variant>
      <vt:variant>
        <vt:lpstr>테마</vt:lpstr>
      </vt:variant>
      <vt:variant>
        <vt:i4>1</vt:i4>
      </vt:variant>
      <vt:variant>
        <vt:lpstr>슬라이드 제목</vt:lpstr>
      </vt:variant>
      <vt:variant>
        <vt:i4>4</vt:i4>
      </vt:variant>
    </vt:vector>
  </HeadingPairs>
  <TitlesOfParts>
    <vt:vector size="14" baseType="lpstr">
      <vt:lpstr>SamsungOne 400</vt:lpstr>
      <vt:lpstr>Samsung Sharp Sans Bold</vt:lpstr>
      <vt:lpstr>Samsung Sharp Sans</vt:lpstr>
      <vt:lpstr>Calibri</vt:lpstr>
      <vt:lpstr>Arial</vt:lpstr>
      <vt:lpstr>Samsung Sharp Sans Medium</vt:lpstr>
      <vt:lpstr>맑은 고딕</vt:lpstr>
      <vt:lpstr>SamsungOne 700</vt:lpstr>
      <vt:lpstr>SamsungOne 400C</vt:lpstr>
      <vt:lpstr>Office Theme</vt:lpstr>
      <vt:lpstr>Project Name</vt:lpstr>
      <vt:lpstr>PowerPoint 프레젠테이션</vt:lpstr>
      <vt:lpstr>Slide Title</vt:lpstr>
      <vt:lpstr>PowerPoint 프레젠테이션</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Programming in Python</dc:title>
  <dc:creator>Soon Yong Chang</dc:creator>
  <cp:lastModifiedBy>이 선우</cp:lastModifiedBy>
  <cp:revision>2081</cp:revision>
  <dcterms:created xsi:type="dcterms:W3CDTF">2019-07-06T14:12:49Z</dcterms:created>
  <dcterms:modified xsi:type="dcterms:W3CDTF">2025-12-26T06:30:13Z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0x010100EB971F96850C604FA9DD4A6FAA1D7E94</vt:lpwstr>
  </property>
</Properties>
</file>